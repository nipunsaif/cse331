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embeddedFontLst>
    <p:embeddedFont>
      <p:font typeface="Calibri" panose="020F0502020204030204" pitchFamily="34" charset="0"/>
      <p:regular r:id="rId47"/>
      <p:bold r:id="rId48"/>
      <p:italic r:id="rId49"/>
      <p:boldItalic r:id="rId50"/>
    </p:embeddedFont>
    <p:embeddedFont>
      <p:font typeface="Impact" panose="020B0806030902050204" pitchFamily="34" charset="0"/>
      <p:regular r:id="rId51"/>
    </p:embeddedFont>
    <p:embeddedFont>
      <p:font typeface="Gill Sans" panose="020B0604020202020204" charset="0"/>
      <p:regular r:id="rId52"/>
      <p:bold r:id="rId53"/>
    </p:embeddedFont>
    <p:embeddedFont>
      <p:font typeface="Libre Franklin" panose="020B0604020202020204"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hArroT5bRuR8pwY2YZZQkVacRC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5AEACB-EF3A-419F-963F-C27BFC539E1D}">
  <a:tblStyle styleId="{8C5AEACB-EF3A-419F-963F-C27BFC539E1D}"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55" Type="http://schemas.openxmlformats.org/officeDocument/2006/relationships/font" Target="fonts/font9.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5f44d0f56a_0_11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5f44d0f56a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5f3a1087f3_0_9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5f3a1087f3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25f3a1087f3_0_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25f3a1087f3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5f3a1087f3_0_10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5f3a1087f3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25f44d0f56a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g25f44d0f56a_0_119: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5f44d0f56a_0_126: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5f44d0f56a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5f3a1087f3_0_1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5f3a1087f3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6924c8c1a5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6924c8c1a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d84b1a7f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g2d84b1a7ff2_0_0: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5f44d0f56a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g25f44d0f56a_0_1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274f29ea6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3274f29ea69_0_0: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274f29ea69_0_36: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274f29ea6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3274f29ea69_0_43: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3274f29ea69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3274f29ea69_0_49: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3274f29ea69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2ec32d56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1" name="Google Shape;281;g32ec32d56be_0_0: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2ec32d56b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0" name="Google Shape;300;g32ec32d56be_0_18: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0" name="Google Shape;310;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5f44d0f56a_0_54: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5f44d0f56a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1" name="Google Shape;33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4" name="Google Shape;34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7" name="Google Shape;35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5f3a1087f3_0_0:notes"/>
          <p:cNvSpPr txBox="1">
            <a:spLocks noGrp="1"/>
          </p:cNvSpPr>
          <p:nvPr>
            <p:ph type="body" idx="1"/>
          </p:nvPr>
        </p:nvSpPr>
        <p:spPr>
          <a:xfrm>
            <a:off x="914710" y="4344025"/>
            <a:ext cx="5027100" cy="41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g25f3a1087f3_0_0:notes"/>
          <p:cNvSpPr>
            <a:spLocks noGrp="1" noRot="1" noChangeAspect="1"/>
          </p:cNvSpPr>
          <p:nvPr>
            <p:ph type="sldImg" idx="2"/>
          </p:nvPr>
        </p:nvSpPr>
        <p:spPr>
          <a:xfrm>
            <a:off x="1155424" y="685487"/>
            <a:ext cx="45456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5f3a1087f3_0_11:notes"/>
          <p:cNvSpPr txBox="1">
            <a:spLocks noGrp="1"/>
          </p:cNvSpPr>
          <p:nvPr>
            <p:ph type="body" idx="1"/>
          </p:nvPr>
        </p:nvSpPr>
        <p:spPr>
          <a:xfrm>
            <a:off x="914710" y="4344025"/>
            <a:ext cx="5027100" cy="41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5f3a1087f3_0_11:notes"/>
          <p:cNvSpPr>
            <a:spLocks noGrp="1" noRot="1" noChangeAspect="1"/>
          </p:cNvSpPr>
          <p:nvPr>
            <p:ph type="sldImg" idx="2"/>
          </p:nvPr>
        </p:nvSpPr>
        <p:spPr>
          <a:xfrm>
            <a:off x="1155424" y="685487"/>
            <a:ext cx="45456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2ff5fedec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g32ff5fedeca_0_0:notes"/>
          <p:cNvSpPr>
            <a:spLocks noGrp="1" noRot="1" noChangeAspect="1"/>
          </p:cNvSpPr>
          <p:nvPr>
            <p:ph type="sldImg" idx="2"/>
          </p:nvPr>
        </p:nvSpPr>
        <p:spPr>
          <a:xfrm>
            <a:off x="1143225" y="685800"/>
            <a:ext cx="4572300" cy="34293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1" name="Google Shape;391;p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25f3a1087f3_0_3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25f3a1087f3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g25f3a1087f3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4" name="Google Shape;404;g25f3a1087f3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25f3a1087f3_0_4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25f3a1087f3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7" name="Google Shape;417;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5f3a1087f3_0_52:notes"/>
          <p:cNvSpPr txBox="1">
            <a:spLocks noGrp="1"/>
          </p:cNvSpPr>
          <p:nvPr>
            <p:ph type="body" idx="1"/>
          </p:nvPr>
        </p:nvSpPr>
        <p:spPr>
          <a:xfrm>
            <a:off x="914710" y="4344025"/>
            <a:ext cx="5027100" cy="41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3" name="Google Shape;423;g25f3a1087f3_0_52:notes"/>
          <p:cNvSpPr>
            <a:spLocks noGrp="1" noRot="1" noChangeAspect="1"/>
          </p:cNvSpPr>
          <p:nvPr>
            <p:ph type="sldImg" idx="2"/>
          </p:nvPr>
        </p:nvSpPr>
        <p:spPr>
          <a:xfrm>
            <a:off x="1155424" y="685487"/>
            <a:ext cx="4545600" cy="34275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25f3a1087f3_0_58:notes"/>
          <p:cNvSpPr>
            <a:spLocks noGrp="1" noRot="1" noChangeAspect="1"/>
          </p:cNvSpPr>
          <p:nvPr>
            <p:ph type="sldImg" idx="2"/>
          </p:nvPr>
        </p:nvSpPr>
        <p:spPr>
          <a:xfrm>
            <a:off x="1144588" y="685800"/>
            <a:ext cx="4567237" cy="34274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25f3a1087f3_0_58:notes"/>
          <p:cNvSpPr txBox="1">
            <a:spLocks noGrp="1"/>
          </p:cNvSpPr>
          <p:nvPr>
            <p:ph type="body" idx="1"/>
          </p:nvPr>
        </p:nvSpPr>
        <p:spPr>
          <a:xfrm>
            <a:off x="914710" y="4344025"/>
            <a:ext cx="5027100" cy="41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1" name="Google Shape;431;g25f3a1087f3_0_58:notes"/>
          <p:cNvSpPr txBox="1">
            <a:spLocks noGrp="1"/>
          </p:cNvSpPr>
          <p:nvPr>
            <p:ph type="sldNum" idx="12"/>
          </p:nvPr>
        </p:nvSpPr>
        <p:spPr>
          <a:xfrm>
            <a:off x="3885579" y="8686487"/>
            <a:ext cx="2970900" cy="456000"/>
          </a:xfrm>
          <a:prstGeom prst="rect">
            <a:avLst/>
          </a:prstGeom>
          <a:noFill/>
          <a:ln>
            <a:noFill/>
          </a:ln>
        </p:spPr>
        <p:txBody>
          <a:bodyPr spcFirstLastPara="1" wrap="square" lIns="89600" tIns="89600" rIns="89600" bIns="89600" anchor="ctr" anchorCtr="0">
            <a:noAutofit/>
          </a:bodyPr>
          <a:lstStyle/>
          <a:p>
            <a:pPr marL="0" lvl="0" indent="0" algn="l" rtl="0">
              <a:spcBef>
                <a:spcPts val="0"/>
              </a:spcBef>
              <a:spcAft>
                <a:spcPts val="0"/>
              </a:spcAft>
              <a:buClr>
                <a:srgbClr val="000000"/>
              </a:buClr>
              <a:buSzPts val="1200"/>
              <a:buFont typeface="Calibri"/>
              <a:buNone/>
            </a:pPr>
            <a:fld id="{00000000-1234-1234-1234-123412341234}" type="slidenum">
              <a:rPr lang="en-US" sz="1400"/>
              <a:t>41</a:t>
            </a:fld>
            <a:endParaRPr sz="1400">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25f3a1087f3_0_64:notes"/>
          <p:cNvSpPr>
            <a:spLocks noGrp="1" noRot="1" noChangeAspect="1"/>
          </p:cNvSpPr>
          <p:nvPr>
            <p:ph type="sldImg" idx="2"/>
          </p:nvPr>
        </p:nvSpPr>
        <p:spPr>
          <a:xfrm>
            <a:off x="1144588" y="685800"/>
            <a:ext cx="4567237" cy="34274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25f3a1087f3_0_64:notes"/>
          <p:cNvSpPr txBox="1">
            <a:spLocks noGrp="1"/>
          </p:cNvSpPr>
          <p:nvPr>
            <p:ph type="body" idx="1"/>
          </p:nvPr>
        </p:nvSpPr>
        <p:spPr>
          <a:xfrm>
            <a:off x="914710" y="4344025"/>
            <a:ext cx="5027100" cy="41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g25f3a1087f3_0_64:notes"/>
          <p:cNvSpPr txBox="1">
            <a:spLocks noGrp="1"/>
          </p:cNvSpPr>
          <p:nvPr>
            <p:ph type="sldNum" idx="12"/>
          </p:nvPr>
        </p:nvSpPr>
        <p:spPr>
          <a:xfrm>
            <a:off x="3885579" y="8686487"/>
            <a:ext cx="2970900" cy="456000"/>
          </a:xfrm>
          <a:prstGeom prst="rect">
            <a:avLst/>
          </a:prstGeom>
          <a:noFill/>
          <a:ln>
            <a:noFill/>
          </a:ln>
        </p:spPr>
        <p:txBody>
          <a:bodyPr spcFirstLastPara="1" wrap="square" lIns="89600" tIns="89600" rIns="89600" bIns="89600" anchor="ctr" anchorCtr="0">
            <a:noAutofit/>
          </a:bodyPr>
          <a:lstStyle/>
          <a:p>
            <a:pPr marL="0" lvl="0" indent="0" algn="l" rtl="0">
              <a:spcBef>
                <a:spcPts val="0"/>
              </a:spcBef>
              <a:spcAft>
                <a:spcPts val="0"/>
              </a:spcAft>
              <a:buClr>
                <a:srgbClr val="000000"/>
              </a:buClr>
              <a:buSzPts val="1200"/>
              <a:buFont typeface="Calibri"/>
              <a:buNone/>
            </a:pPr>
            <a:fld id="{00000000-1234-1234-1234-123412341234}" type="slidenum">
              <a:rPr lang="en-US" sz="1400"/>
              <a:t>42</a:t>
            </a:fld>
            <a:endParaRPr sz="1400">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5f3a1087f3_0_70:notes"/>
          <p:cNvSpPr>
            <a:spLocks noGrp="1" noRot="1" noChangeAspect="1"/>
          </p:cNvSpPr>
          <p:nvPr>
            <p:ph type="sldImg" idx="2"/>
          </p:nvPr>
        </p:nvSpPr>
        <p:spPr>
          <a:xfrm>
            <a:off x="1144588" y="685800"/>
            <a:ext cx="4567237" cy="34274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5f3a1087f3_0_70:notes"/>
          <p:cNvSpPr txBox="1">
            <a:spLocks noGrp="1"/>
          </p:cNvSpPr>
          <p:nvPr>
            <p:ph type="body" idx="1"/>
          </p:nvPr>
        </p:nvSpPr>
        <p:spPr>
          <a:xfrm>
            <a:off x="914710" y="4344025"/>
            <a:ext cx="5027100" cy="4113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5" name="Google Shape;445;g25f3a1087f3_0_70:notes"/>
          <p:cNvSpPr txBox="1">
            <a:spLocks noGrp="1"/>
          </p:cNvSpPr>
          <p:nvPr>
            <p:ph type="sldNum" idx="12"/>
          </p:nvPr>
        </p:nvSpPr>
        <p:spPr>
          <a:xfrm>
            <a:off x="3885579" y="8686487"/>
            <a:ext cx="2970900" cy="456000"/>
          </a:xfrm>
          <a:prstGeom prst="rect">
            <a:avLst/>
          </a:prstGeom>
          <a:noFill/>
          <a:ln>
            <a:noFill/>
          </a:ln>
        </p:spPr>
        <p:txBody>
          <a:bodyPr spcFirstLastPara="1" wrap="square" lIns="89600" tIns="89600" rIns="89600" bIns="89600" anchor="ctr" anchorCtr="0">
            <a:noAutofit/>
          </a:bodyPr>
          <a:lstStyle/>
          <a:p>
            <a:pPr marL="0" lvl="0" indent="0" algn="l" rtl="0">
              <a:spcBef>
                <a:spcPts val="0"/>
              </a:spcBef>
              <a:spcAft>
                <a:spcPts val="0"/>
              </a:spcAft>
              <a:buClr>
                <a:srgbClr val="000000"/>
              </a:buClr>
              <a:buSzPts val="1200"/>
              <a:buFont typeface="Calibri"/>
              <a:buNone/>
            </a:pPr>
            <a:fld id="{00000000-1234-1234-1234-123412341234}" type="slidenum">
              <a:rPr lang="en-US" sz="1400"/>
              <a:t>43</a:t>
            </a:fld>
            <a:endParaRPr sz="1400">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2"/>
        </a:solidFill>
        <a:effectLst/>
      </p:bgPr>
    </p:bg>
    <p:spTree>
      <p:nvGrpSpPr>
        <p:cNvPr id="1" name="Shape 13"/>
        <p:cNvGrpSpPr/>
        <p:nvPr/>
      </p:nvGrpSpPr>
      <p:grpSpPr>
        <a:xfrm>
          <a:off x="0" y="0"/>
          <a:ext cx="0" cy="0"/>
          <a:chOff x="0" y="0"/>
          <a:chExt cx="0" cy="0"/>
        </a:xfrm>
      </p:grpSpPr>
      <p:sp>
        <p:nvSpPr>
          <p:cNvPr id="14" name="Google Shape;14;p20"/>
          <p:cNvSpPr txBox="1">
            <a:spLocks noGrp="1"/>
          </p:cNvSpPr>
          <p:nvPr>
            <p:ph type="ctrTitle"/>
          </p:nvPr>
        </p:nvSpPr>
        <p:spPr>
          <a:xfrm>
            <a:off x="1436346" y="1788454"/>
            <a:ext cx="6270922" cy="2098226"/>
          </a:xfrm>
          <a:prstGeom prst="rect">
            <a:avLst/>
          </a:prstGeom>
          <a:noFill/>
          <a:ln>
            <a:noFill/>
          </a:ln>
        </p:spPr>
        <p:txBody>
          <a:bodyPr spcFirstLastPara="1" wrap="square" lIns="91425" tIns="45700" rIns="91425" bIns="45700" anchor="b" anchorCtr="0">
            <a:noAutofit/>
          </a:bodyPr>
          <a:lstStyle>
            <a:lvl1pPr lvl="0" algn="ctr">
              <a:lnSpc>
                <a:spcPct val="89000"/>
              </a:lnSpc>
              <a:spcBef>
                <a:spcPts val="0"/>
              </a:spcBef>
              <a:spcAft>
                <a:spcPts val="0"/>
              </a:spcAft>
              <a:buClr>
                <a:schemeClr val="dk2"/>
              </a:buClr>
              <a:buSzPts val="6000"/>
              <a:buFont typeface="Libre Franklin"/>
              <a:buNone/>
              <a:defRPr sz="60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0"/>
          <p:cNvSpPr txBox="1">
            <a:spLocks noGrp="1"/>
          </p:cNvSpPr>
          <p:nvPr>
            <p:ph type="subTitle" idx="1"/>
          </p:nvPr>
        </p:nvSpPr>
        <p:spPr>
          <a:xfrm>
            <a:off x="2009930" y="3956280"/>
            <a:ext cx="5123755" cy="1086237"/>
          </a:xfrm>
          <a:prstGeom prst="rect">
            <a:avLst/>
          </a:prstGeom>
          <a:noFill/>
          <a:ln>
            <a:noFill/>
          </a:ln>
        </p:spPr>
        <p:txBody>
          <a:bodyPr spcFirstLastPara="1" wrap="square" lIns="91425" tIns="45700" rIns="91425" bIns="45700" anchor="t" anchorCtr="0">
            <a:normAutofit/>
          </a:bodyPr>
          <a:lstStyle>
            <a:lvl1pPr lvl="0" algn="ctr">
              <a:lnSpc>
                <a:spcPct val="112000"/>
              </a:lnSpc>
              <a:spcBef>
                <a:spcPts val="0"/>
              </a:spcBef>
              <a:spcAft>
                <a:spcPts val="0"/>
              </a:spcAft>
              <a:buClr>
                <a:schemeClr val="dk2"/>
              </a:buClr>
              <a:buSzPts val="1800"/>
              <a:buNone/>
              <a:defRPr sz="1800"/>
            </a:lvl1pPr>
            <a:lvl2pPr lvl="1" algn="ctr">
              <a:lnSpc>
                <a:spcPct val="94000"/>
              </a:lnSpc>
              <a:spcBef>
                <a:spcPts val="500"/>
              </a:spcBef>
              <a:spcAft>
                <a:spcPts val="0"/>
              </a:spcAft>
              <a:buClr>
                <a:schemeClr val="dk2"/>
              </a:buClr>
              <a:buSzPts val="1500"/>
              <a:buNone/>
              <a:defRPr sz="1500"/>
            </a:lvl2pPr>
            <a:lvl3pPr lvl="2" algn="ctr">
              <a:lnSpc>
                <a:spcPct val="94000"/>
              </a:lnSpc>
              <a:spcBef>
                <a:spcPts val="500"/>
              </a:spcBef>
              <a:spcAft>
                <a:spcPts val="0"/>
              </a:spcAft>
              <a:buClr>
                <a:schemeClr val="dk2"/>
              </a:buClr>
              <a:buSzPts val="1350"/>
              <a:buNone/>
              <a:defRPr sz="1350"/>
            </a:lvl3pPr>
            <a:lvl4pPr lvl="3" algn="ctr">
              <a:lnSpc>
                <a:spcPct val="94000"/>
              </a:lnSpc>
              <a:spcBef>
                <a:spcPts val="500"/>
              </a:spcBef>
              <a:spcAft>
                <a:spcPts val="0"/>
              </a:spcAft>
              <a:buClr>
                <a:schemeClr val="dk2"/>
              </a:buClr>
              <a:buSzPts val="1200"/>
              <a:buNone/>
              <a:defRPr sz="1200"/>
            </a:lvl4pPr>
            <a:lvl5pPr lvl="4" algn="ctr">
              <a:lnSpc>
                <a:spcPct val="94000"/>
              </a:lnSpc>
              <a:spcBef>
                <a:spcPts val="500"/>
              </a:spcBef>
              <a:spcAft>
                <a:spcPts val="0"/>
              </a:spcAft>
              <a:buClr>
                <a:schemeClr val="dk2"/>
              </a:buClr>
              <a:buSzPts val="1200"/>
              <a:buNone/>
              <a:defRPr sz="1200"/>
            </a:lvl5pPr>
            <a:lvl6pPr lvl="5" algn="ctr">
              <a:lnSpc>
                <a:spcPct val="94000"/>
              </a:lnSpc>
              <a:spcBef>
                <a:spcPts val="500"/>
              </a:spcBef>
              <a:spcAft>
                <a:spcPts val="0"/>
              </a:spcAft>
              <a:buClr>
                <a:schemeClr val="dk2"/>
              </a:buClr>
              <a:buSzPts val="1200"/>
              <a:buNone/>
              <a:defRPr sz="1200"/>
            </a:lvl6pPr>
            <a:lvl7pPr lvl="6" algn="ctr">
              <a:lnSpc>
                <a:spcPct val="94000"/>
              </a:lnSpc>
              <a:spcBef>
                <a:spcPts val="500"/>
              </a:spcBef>
              <a:spcAft>
                <a:spcPts val="0"/>
              </a:spcAft>
              <a:buClr>
                <a:schemeClr val="dk2"/>
              </a:buClr>
              <a:buSzPts val="1200"/>
              <a:buNone/>
              <a:defRPr sz="1200"/>
            </a:lvl7pPr>
            <a:lvl8pPr lvl="7" algn="ctr">
              <a:lnSpc>
                <a:spcPct val="94000"/>
              </a:lnSpc>
              <a:spcBef>
                <a:spcPts val="500"/>
              </a:spcBef>
              <a:spcAft>
                <a:spcPts val="0"/>
              </a:spcAft>
              <a:buClr>
                <a:schemeClr val="dk2"/>
              </a:buClr>
              <a:buSzPts val="1200"/>
              <a:buNone/>
              <a:defRPr sz="1200"/>
            </a:lvl8pPr>
            <a:lvl9pPr lvl="8" algn="ctr">
              <a:lnSpc>
                <a:spcPct val="94000"/>
              </a:lnSpc>
              <a:spcBef>
                <a:spcPts val="500"/>
              </a:spcBef>
              <a:spcAft>
                <a:spcPts val="200"/>
              </a:spcAft>
              <a:buClr>
                <a:schemeClr val="dk2"/>
              </a:buClr>
              <a:buSzPts val="1200"/>
              <a:buNone/>
              <a:defRPr sz="1200"/>
            </a:lvl9pPr>
          </a:lstStyle>
          <a:p>
            <a:endParaRPr/>
          </a:p>
        </p:txBody>
      </p:sp>
      <p:sp>
        <p:nvSpPr>
          <p:cNvPr id="16" name="Google Shape;16;p20"/>
          <p:cNvSpPr txBox="1">
            <a:spLocks noGrp="1"/>
          </p:cNvSpPr>
          <p:nvPr>
            <p:ph type="dt" idx="10"/>
          </p:nvPr>
        </p:nvSpPr>
        <p:spPr>
          <a:xfrm>
            <a:off x="564644" y="6453386"/>
            <a:ext cx="1205958"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0"/>
          <p:cNvSpPr txBox="1">
            <a:spLocks noGrp="1"/>
          </p:cNvSpPr>
          <p:nvPr>
            <p:ph type="ftr" idx="11"/>
          </p:nvPr>
        </p:nvSpPr>
        <p:spPr>
          <a:xfrm>
            <a:off x="1938041" y="6453386"/>
            <a:ext cx="5267533"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0"/>
          <p:cNvSpPr txBox="1">
            <a:spLocks noGrp="1"/>
          </p:cNvSpPr>
          <p:nvPr>
            <p:ph type="sldNum" idx="12"/>
          </p:nvPr>
        </p:nvSpPr>
        <p:spPr>
          <a:xfrm>
            <a:off x="737301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b="0" i="0" u="none" strike="noStrike" cap="none">
                <a:solidFill>
                  <a:schemeClr val="dk2"/>
                </a:solidFill>
                <a:latin typeface="Libre Franklin"/>
                <a:ea typeface="Libre Franklin"/>
                <a:cs typeface="Libre Franklin"/>
                <a:sym typeface="Libre Franklin"/>
              </a:defRPr>
            </a:lvl1pPr>
            <a:lvl2pPr marL="0" lvl="1" indent="0" algn="r">
              <a:spcBef>
                <a:spcPts val="0"/>
              </a:spcBef>
              <a:buNone/>
              <a:defRPr sz="1000" b="0" i="0" u="none" strike="noStrike" cap="none">
                <a:solidFill>
                  <a:schemeClr val="dk2"/>
                </a:solidFill>
                <a:latin typeface="Libre Franklin"/>
                <a:ea typeface="Libre Franklin"/>
                <a:cs typeface="Libre Franklin"/>
                <a:sym typeface="Libre Franklin"/>
              </a:defRPr>
            </a:lvl2pPr>
            <a:lvl3pPr marL="0" lvl="2" indent="0" algn="r">
              <a:spcBef>
                <a:spcPts val="0"/>
              </a:spcBef>
              <a:buNone/>
              <a:defRPr sz="1000" b="0" i="0" u="none" strike="noStrike" cap="none">
                <a:solidFill>
                  <a:schemeClr val="dk2"/>
                </a:solidFill>
                <a:latin typeface="Libre Franklin"/>
                <a:ea typeface="Libre Franklin"/>
                <a:cs typeface="Libre Franklin"/>
                <a:sym typeface="Libre Franklin"/>
              </a:defRPr>
            </a:lvl3pPr>
            <a:lvl4pPr marL="0" lvl="3" indent="0" algn="r">
              <a:spcBef>
                <a:spcPts val="0"/>
              </a:spcBef>
              <a:buNone/>
              <a:defRPr sz="1000" b="0" i="0" u="none" strike="noStrike" cap="none">
                <a:solidFill>
                  <a:schemeClr val="dk2"/>
                </a:solidFill>
                <a:latin typeface="Libre Franklin"/>
                <a:ea typeface="Libre Franklin"/>
                <a:cs typeface="Libre Franklin"/>
                <a:sym typeface="Libre Franklin"/>
              </a:defRPr>
            </a:lvl4pPr>
            <a:lvl5pPr marL="0" lvl="4" indent="0" algn="r">
              <a:spcBef>
                <a:spcPts val="0"/>
              </a:spcBef>
              <a:buNone/>
              <a:defRPr sz="1000" b="0" i="0" u="none" strike="noStrike" cap="none">
                <a:solidFill>
                  <a:schemeClr val="dk2"/>
                </a:solidFill>
                <a:latin typeface="Libre Franklin"/>
                <a:ea typeface="Libre Franklin"/>
                <a:cs typeface="Libre Franklin"/>
                <a:sym typeface="Libre Franklin"/>
              </a:defRPr>
            </a:lvl5pPr>
            <a:lvl6pPr marL="0" lvl="5" indent="0" algn="r">
              <a:spcBef>
                <a:spcPts val="0"/>
              </a:spcBef>
              <a:buNone/>
              <a:defRPr sz="1000" b="0" i="0" u="none" strike="noStrike" cap="none">
                <a:solidFill>
                  <a:schemeClr val="dk2"/>
                </a:solidFill>
                <a:latin typeface="Libre Franklin"/>
                <a:ea typeface="Libre Franklin"/>
                <a:cs typeface="Libre Franklin"/>
                <a:sym typeface="Libre Franklin"/>
              </a:defRPr>
            </a:lvl6pPr>
            <a:lvl7pPr marL="0" lvl="6" indent="0" algn="r">
              <a:spcBef>
                <a:spcPts val="0"/>
              </a:spcBef>
              <a:buNone/>
              <a:defRPr sz="1000" b="0" i="0" u="none" strike="noStrike" cap="none">
                <a:solidFill>
                  <a:schemeClr val="dk2"/>
                </a:solidFill>
                <a:latin typeface="Libre Franklin"/>
                <a:ea typeface="Libre Franklin"/>
                <a:cs typeface="Libre Franklin"/>
                <a:sym typeface="Libre Franklin"/>
              </a:defRPr>
            </a:lvl7pPr>
            <a:lvl8pPr marL="0" lvl="7" indent="0" algn="r">
              <a:spcBef>
                <a:spcPts val="0"/>
              </a:spcBef>
              <a:buNone/>
              <a:defRPr sz="1000" b="0" i="0" u="none" strike="noStrike" cap="none">
                <a:solidFill>
                  <a:schemeClr val="dk2"/>
                </a:solidFill>
                <a:latin typeface="Libre Franklin"/>
                <a:ea typeface="Libre Franklin"/>
                <a:cs typeface="Libre Franklin"/>
                <a:sym typeface="Libre Franklin"/>
              </a:defRPr>
            </a:lvl8pPr>
            <a:lvl9pPr marL="0" lvl="8" indent="0" algn="r">
              <a:spcBef>
                <a:spcPts val="0"/>
              </a:spcBef>
              <a:buNone/>
              <a:defRPr sz="10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grpSp>
        <p:nvGrpSpPr>
          <p:cNvPr id="19" name="Google Shape;19;p20"/>
          <p:cNvGrpSpPr/>
          <p:nvPr/>
        </p:nvGrpSpPr>
        <p:grpSpPr>
          <a:xfrm>
            <a:off x="564643" y="744469"/>
            <a:ext cx="8005589" cy="5349671"/>
            <a:chOff x="564643" y="744469"/>
            <a:chExt cx="8005589" cy="5349671"/>
          </a:xfrm>
        </p:grpSpPr>
        <p:sp>
          <p:nvSpPr>
            <p:cNvPr id="20" name="Google Shape;20;p20"/>
            <p:cNvSpPr/>
            <p:nvPr/>
          </p:nvSpPr>
          <p:spPr>
            <a:xfrm>
              <a:off x="6113972" y="1685652"/>
              <a:ext cx="2456260" cy="4408488"/>
            </a:xfrm>
            <a:custGeom>
              <a:avLst/>
              <a:gdLst/>
              <a:ahLst/>
              <a:cxnLst/>
              <a:rect l="l" t="t" r="r" b="b"/>
              <a:pathLst>
                <a:path w="10000" h="10000" extrusionOk="0">
                  <a:moveTo>
                    <a:pt x="8761" y="0"/>
                  </a:moveTo>
                  <a:lnTo>
                    <a:pt x="10000" y="0"/>
                  </a:lnTo>
                  <a:lnTo>
                    <a:pt x="10000" y="10000"/>
                  </a:lnTo>
                  <a:lnTo>
                    <a:pt x="0" y="10000"/>
                  </a:lnTo>
                  <a:lnTo>
                    <a:pt x="0" y="9357"/>
                  </a:lnTo>
                  <a:lnTo>
                    <a:pt x="8761" y="9357"/>
                  </a:lnTo>
                  <a:lnTo>
                    <a:pt x="8761" y="0"/>
                  </a:lnTo>
                  <a:close/>
                </a:path>
              </a:pathLst>
            </a:custGeom>
            <a:solidFill>
              <a:schemeClr val="dk2"/>
            </a:solidFill>
            <a:ln>
              <a:noFill/>
            </a:ln>
          </p:spPr>
        </p:sp>
        <p:sp>
          <p:nvSpPr>
            <p:cNvPr id="21" name="Google Shape;21;p20"/>
            <p:cNvSpPr/>
            <p:nvPr/>
          </p:nvSpPr>
          <p:spPr>
            <a:xfrm rot="10800000">
              <a:off x="564643" y="744469"/>
              <a:ext cx="2456505" cy="4408488"/>
            </a:xfrm>
            <a:custGeom>
              <a:avLst/>
              <a:gdLst/>
              <a:ahLst/>
              <a:cxnLst/>
              <a:rect l="l" t="t" r="r" b="b"/>
              <a:pathLst>
                <a:path w="10001" h="10000" extrusionOk="0">
                  <a:moveTo>
                    <a:pt x="8762" y="0"/>
                  </a:moveTo>
                  <a:lnTo>
                    <a:pt x="10001" y="0"/>
                  </a:lnTo>
                  <a:lnTo>
                    <a:pt x="10001" y="10000"/>
                  </a:lnTo>
                  <a:lnTo>
                    <a:pt x="1" y="10000"/>
                  </a:lnTo>
                  <a:cubicBezTo>
                    <a:pt x="-2" y="9766"/>
                    <a:pt x="4" y="9586"/>
                    <a:pt x="1" y="9352"/>
                  </a:cubicBezTo>
                  <a:lnTo>
                    <a:pt x="8762" y="9346"/>
                  </a:lnTo>
                  <a:lnTo>
                    <a:pt x="87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21"/>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21"/>
          <p:cNvSpPr txBox="1">
            <a:spLocks noGrp="1"/>
          </p:cNvSpPr>
          <p:nvPr>
            <p:ph type="body" idx="1"/>
          </p:nvPr>
        </p:nvSpPr>
        <p:spPr>
          <a:xfrm>
            <a:off x="1028700" y="2286000"/>
            <a:ext cx="7200900" cy="35814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25" name="Google Shape;25;p21"/>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1"/>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1"/>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dk2"/>
        </a:solidFill>
        <a:effectLst/>
      </p:bgPr>
    </p:bg>
    <p:spTree>
      <p:nvGrpSpPr>
        <p:cNvPr id="1" name="Shape 28"/>
        <p:cNvGrpSpPr/>
        <p:nvPr/>
      </p:nvGrpSpPr>
      <p:grpSpPr>
        <a:xfrm>
          <a:off x="0" y="0"/>
          <a:ext cx="0" cy="0"/>
          <a:chOff x="0" y="0"/>
          <a:chExt cx="0" cy="0"/>
        </a:xfrm>
      </p:grpSpPr>
      <p:sp>
        <p:nvSpPr>
          <p:cNvPr id="29" name="Google Shape;29;p22"/>
          <p:cNvSpPr txBox="1">
            <a:spLocks noGrp="1"/>
          </p:cNvSpPr>
          <p:nvPr>
            <p:ph type="title"/>
          </p:nvPr>
        </p:nvSpPr>
        <p:spPr>
          <a:xfrm>
            <a:off x="573769" y="1301361"/>
            <a:ext cx="7209728" cy="2852737"/>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lt2"/>
              </a:buClr>
              <a:buSzPts val="6000"/>
              <a:buFont typeface="Libre Franklin"/>
              <a:buNone/>
              <a:defRPr sz="60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22"/>
          <p:cNvSpPr txBox="1">
            <a:spLocks noGrp="1"/>
          </p:cNvSpPr>
          <p:nvPr>
            <p:ph type="body" idx="1"/>
          </p:nvPr>
        </p:nvSpPr>
        <p:spPr>
          <a:xfrm>
            <a:off x="573769" y="4216328"/>
            <a:ext cx="7209728" cy="1143324"/>
          </a:xfrm>
          <a:prstGeom prst="rect">
            <a:avLst/>
          </a:prstGeom>
          <a:noFill/>
          <a:ln>
            <a:noFill/>
          </a:ln>
        </p:spPr>
        <p:txBody>
          <a:bodyPr spcFirstLastPara="1" wrap="square" lIns="91425" tIns="45700" rIns="91425" bIns="45700" anchor="t" anchorCtr="0">
            <a:normAutofit/>
          </a:bodyPr>
          <a:lstStyle>
            <a:lvl1pPr marL="457200" lvl="0" indent="-228600" algn="r">
              <a:lnSpc>
                <a:spcPct val="112000"/>
              </a:lnSpc>
              <a:spcBef>
                <a:spcPts val="0"/>
              </a:spcBef>
              <a:spcAft>
                <a:spcPts val="0"/>
              </a:spcAft>
              <a:buClr>
                <a:schemeClr val="lt2"/>
              </a:buClr>
              <a:buSzPts val="1800"/>
              <a:buNone/>
              <a:defRPr sz="1800">
                <a:solidFill>
                  <a:schemeClr val="lt2"/>
                </a:solidFill>
              </a:defRPr>
            </a:lvl1pPr>
            <a:lvl2pPr marL="914400" lvl="1" indent="-228600" algn="l">
              <a:lnSpc>
                <a:spcPct val="94000"/>
              </a:lnSpc>
              <a:spcBef>
                <a:spcPts val="500"/>
              </a:spcBef>
              <a:spcAft>
                <a:spcPts val="0"/>
              </a:spcAft>
              <a:buClr>
                <a:schemeClr val="lt1"/>
              </a:buClr>
              <a:buSzPts val="1500"/>
              <a:buNone/>
              <a:defRPr sz="1500">
                <a:solidFill>
                  <a:schemeClr val="lt1"/>
                </a:solidFill>
              </a:defRPr>
            </a:lvl2pPr>
            <a:lvl3pPr marL="1371600" lvl="2" indent="-228600" algn="l">
              <a:lnSpc>
                <a:spcPct val="94000"/>
              </a:lnSpc>
              <a:spcBef>
                <a:spcPts val="500"/>
              </a:spcBef>
              <a:spcAft>
                <a:spcPts val="0"/>
              </a:spcAft>
              <a:buClr>
                <a:schemeClr val="lt1"/>
              </a:buClr>
              <a:buSzPts val="1350"/>
              <a:buNone/>
              <a:defRPr sz="1350">
                <a:solidFill>
                  <a:schemeClr val="lt1"/>
                </a:solidFill>
              </a:defRPr>
            </a:lvl3pPr>
            <a:lvl4pPr marL="1828800" lvl="3" indent="-228600" algn="l">
              <a:lnSpc>
                <a:spcPct val="94000"/>
              </a:lnSpc>
              <a:spcBef>
                <a:spcPts val="500"/>
              </a:spcBef>
              <a:spcAft>
                <a:spcPts val="0"/>
              </a:spcAft>
              <a:buClr>
                <a:schemeClr val="lt1"/>
              </a:buClr>
              <a:buSzPts val="1200"/>
              <a:buNone/>
              <a:defRPr sz="1200">
                <a:solidFill>
                  <a:schemeClr val="lt1"/>
                </a:solidFill>
              </a:defRPr>
            </a:lvl4pPr>
            <a:lvl5pPr marL="2286000" lvl="4" indent="-228600" algn="l">
              <a:lnSpc>
                <a:spcPct val="94000"/>
              </a:lnSpc>
              <a:spcBef>
                <a:spcPts val="500"/>
              </a:spcBef>
              <a:spcAft>
                <a:spcPts val="0"/>
              </a:spcAft>
              <a:buClr>
                <a:schemeClr val="lt1"/>
              </a:buClr>
              <a:buSzPts val="1200"/>
              <a:buNone/>
              <a:defRPr sz="1200">
                <a:solidFill>
                  <a:schemeClr val="lt1"/>
                </a:solidFill>
              </a:defRPr>
            </a:lvl5pPr>
            <a:lvl6pPr marL="2743200" lvl="5" indent="-228600" algn="l">
              <a:lnSpc>
                <a:spcPct val="94000"/>
              </a:lnSpc>
              <a:spcBef>
                <a:spcPts val="500"/>
              </a:spcBef>
              <a:spcAft>
                <a:spcPts val="0"/>
              </a:spcAft>
              <a:buClr>
                <a:schemeClr val="lt1"/>
              </a:buClr>
              <a:buSzPts val="1200"/>
              <a:buNone/>
              <a:defRPr sz="1200">
                <a:solidFill>
                  <a:schemeClr val="lt1"/>
                </a:solidFill>
              </a:defRPr>
            </a:lvl6pPr>
            <a:lvl7pPr marL="3200400" lvl="6" indent="-228600" algn="l">
              <a:lnSpc>
                <a:spcPct val="94000"/>
              </a:lnSpc>
              <a:spcBef>
                <a:spcPts val="500"/>
              </a:spcBef>
              <a:spcAft>
                <a:spcPts val="0"/>
              </a:spcAft>
              <a:buClr>
                <a:schemeClr val="lt1"/>
              </a:buClr>
              <a:buSzPts val="1200"/>
              <a:buNone/>
              <a:defRPr sz="1200">
                <a:solidFill>
                  <a:schemeClr val="lt1"/>
                </a:solidFill>
              </a:defRPr>
            </a:lvl7pPr>
            <a:lvl8pPr marL="3657600" lvl="7" indent="-228600" algn="l">
              <a:lnSpc>
                <a:spcPct val="94000"/>
              </a:lnSpc>
              <a:spcBef>
                <a:spcPts val="500"/>
              </a:spcBef>
              <a:spcAft>
                <a:spcPts val="0"/>
              </a:spcAft>
              <a:buClr>
                <a:schemeClr val="lt1"/>
              </a:buClr>
              <a:buSzPts val="1200"/>
              <a:buNone/>
              <a:defRPr sz="1200">
                <a:solidFill>
                  <a:schemeClr val="lt1"/>
                </a:solidFill>
              </a:defRPr>
            </a:lvl8pPr>
            <a:lvl9pPr marL="4114800" lvl="8" indent="-228600" algn="l">
              <a:lnSpc>
                <a:spcPct val="94000"/>
              </a:lnSpc>
              <a:spcBef>
                <a:spcPts val="500"/>
              </a:spcBef>
              <a:spcAft>
                <a:spcPts val="200"/>
              </a:spcAft>
              <a:buClr>
                <a:schemeClr val="lt1"/>
              </a:buClr>
              <a:buSzPts val="1200"/>
              <a:buNone/>
              <a:defRPr sz="1200">
                <a:solidFill>
                  <a:schemeClr val="lt1"/>
                </a:solidFill>
              </a:defRPr>
            </a:lvl9pPr>
          </a:lstStyle>
          <a:p>
            <a:endParaRPr/>
          </a:p>
        </p:txBody>
      </p:sp>
      <p:sp>
        <p:nvSpPr>
          <p:cNvPr id="31" name="Google Shape;31;p22"/>
          <p:cNvSpPr txBox="1">
            <a:spLocks noGrp="1"/>
          </p:cNvSpPr>
          <p:nvPr>
            <p:ph type="dt" idx="10"/>
          </p:nvPr>
        </p:nvSpPr>
        <p:spPr>
          <a:xfrm>
            <a:off x="554181" y="6453386"/>
            <a:ext cx="1216807"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2"/>
          <p:cNvSpPr txBox="1">
            <a:spLocks noGrp="1"/>
          </p:cNvSpPr>
          <p:nvPr>
            <p:ph type="ftr" idx="11"/>
          </p:nvPr>
        </p:nvSpPr>
        <p:spPr>
          <a:xfrm>
            <a:off x="1938234" y="6453386"/>
            <a:ext cx="5267533"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2"/>
          <p:cNvSpPr txBox="1">
            <a:spLocks noGrp="1"/>
          </p:cNvSpPr>
          <p:nvPr>
            <p:ph type="sldNum" idx="12"/>
          </p:nvPr>
        </p:nvSpPr>
        <p:spPr>
          <a:xfrm>
            <a:off x="737301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chemeClr val="lt2"/>
                </a:solidFill>
                <a:latin typeface="Libre Franklin"/>
                <a:ea typeface="Libre Franklin"/>
                <a:cs typeface="Libre Franklin"/>
                <a:sym typeface="Libre Franklin"/>
              </a:defRPr>
            </a:lvl1pPr>
            <a:lvl2pPr marL="0" lvl="1" indent="0" algn="r">
              <a:spcBef>
                <a:spcPts val="0"/>
              </a:spcBef>
              <a:buNone/>
              <a:defRPr sz="1000">
                <a:solidFill>
                  <a:schemeClr val="lt2"/>
                </a:solidFill>
                <a:latin typeface="Libre Franklin"/>
                <a:ea typeface="Libre Franklin"/>
                <a:cs typeface="Libre Franklin"/>
                <a:sym typeface="Libre Franklin"/>
              </a:defRPr>
            </a:lvl2pPr>
            <a:lvl3pPr marL="0" lvl="2" indent="0" algn="r">
              <a:spcBef>
                <a:spcPts val="0"/>
              </a:spcBef>
              <a:buNone/>
              <a:defRPr sz="1000">
                <a:solidFill>
                  <a:schemeClr val="lt2"/>
                </a:solidFill>
                <a:latin typeface="Libre Franklin"/>
                <a:ea typeface="Libre Franklin"/>
                <a:cs typeface="Libre Franklin"/>
                <a:sym typeface="Libre Franklin"/>
              </a:defRPr>
            </a:lvl3pPr>
            <a:lvl4pPr marL="0" lvl="3" indent="0" algn="r">
              <a:spcBef>
                <a:spcPts val="0"/>
              </a:spcBef>
              <a:buNone/>
              <a:defRPr sz="1000">
                <a:solidFill>
                  <a:schemeClr val="lt2"/>
                </a:solidFill>
                <a:latin typeface="Libre Franklin"/>
                <a:ea typeface="Libre Franklin"/>
                <a:cs typeface="Libre Franklin"/>
                <a:sym typeface="Libre Franklin"/>
              </a:defRPr>
            </a:lvl4pPr>
            <a:lvl5pPr marL="0" lvl="4" indent="0" algn="r">
              <a:spcBef>
                <a:spcPts val="0"/>
              </a:spcBef>
              <a:buNone/>
              <a:defRPr sz="1000">
                <a:solidFill>
                  <a:schemeClr val="lt2"/>
                </a:solidFill>
                <a:latin typeface="Libre Franklin"/>
                <a:ea typeface="Libre Franklin"/>
                <a:cs typeface="Libre Franklin"/>
                <a:sym typeface="Libre Franklin"/>
              </a:defRPr>
            </a:lvl5pPr>
            <a:lvl6pPr marL="0" lvl="5" indent="0" algn="r">
              <a:spcBef>
                <a:spcPts val="0"/>
              </a:spcBef>
              <a:buNone/>
              <a:defRPr sz="1000">
                <a:solidFill>
                  <a:schemeClr val="lt2"/>
                </a:solidFill>
                <a:latin typeface="Libre Franklin"/>
                <a:ea typeface="Libre Franklin"/>
                <a:cs typeface="Libre Franklin"/>
                <a:sym typeface="Libre Franklin"/>
              </a:defRPr>
            </a:lvl6pPr>
            <a:lvl7pPr marL="0" lvl="6" indent="0" algn="r">
              <a:spcBef>
                <a:spcPts val="0"/>
              </a:spcBef>
              <a:buNone/>
              <a:defRPr sz="1000">
                <a:solidFill>
                  <a:schemeClr val="lt2"/>
                </a:solidFill>
                <a:latin typeface="Libre Franklin"/>
                <a:ea typeface="Libre Franklin"/>
                <a:cs typeface="Libre Franklin"/>
                <a:sym typeface="Libre Franklin"/>
              </a:defRPr>
            </a:lvl7pPr>
            <a:lvl8pPr marL="0" lvl="7" indent="0" algn="r">
              <a:spcBef>
                <a:spcPts val="0"/>
              </a:spcBef>
              <a:buNone/>
              <a:defRPr sz="1000">
                <a:solidFill>
                  <a:schemeClr val="lt2"/>
                </a:solidFill>
                <a:latin typeface="Libre Franklin"/>
                <a:ea typeface="Libre Franklin"/>
                <a:cs typeface="Libre Franklin"/>
                <a:sym typeface="Libre Franklin"/>
              </a:defRPr>
            </a:lvl8pPr>
            <a:lvl9pPr marL="0" lvl="8" indent="0" algn="r">
              <a:spcBef>
                <a:spcPts val="0"/>
              </a:spcBef>
              <a:buNone/>
              <a:defRPr sz="1000">
                <a:solidFill>
                  <a:schemeClr val="lt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34" name="Google Shape;34;p22"/>
          <p:cNvSpPr/>
          <p:nvPr/>
        </p:nvSpPr>
        <p:spPr>
          <a:xfrm>
            <a:off x="6113972" y="1685652"/>
            <a:ext cx="2456260" cy="4408488"/>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dk2"/>
          </a:solidFill>
          <a:ln>
            <a:noFill/>
          </a:ln>
        </p:spPr>
      </p:sp>
      <p:sp>
        <p:nvSpPr>
          <p:cNvPr id="35" name="Google Shape;35;p22" title="Crop Mark"/>
          <p:cNvSpPr/>
          <p:nvPr/>
        </p:nvSpPr>
        <p:spPr>
          <a:xfrm>
            <a:off x="6113972" y="1685652"/>
            <a:ext cx="2456260" cy="4408488"/>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3"/>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3"/>
          <p:cNvSpPr txBox="1">
            <a:spLocks noGrp="1"/>
          </p:cNvSpPr>
          <p:nvPr>
            <p:ph type="body" idx="1"/>
          </p:nvPr>
        </p:nvSpPr>
        <p:spPr>
          <a:xfrm>
            <a:off x="1028700" y="2286000"/>
            <a:ext cx="3335840"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39" name="Google Shape;39;p23"/>
          <p:cNvSpPr txBox="1">
            <a:spLocks noGrp="1"/>
          </p:cNvSpPr>
          <p:nvPr>
            <p:ph type="body" idx="2"/>
          </p:nvPr>
        </p:nvSpPr>
        <p:spPr>
          <a:xfrm>
            <a:off x="4894052" y="2286000"/>
            <a:ext cx="3335840"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0" name="Google Shape;40;p23"/>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4"/>
          <p:cNvSpPr txBox="1">
            <a:spLocks noGrp="1"/>
          </p:cNvSpPr>
          <p:nvPr>
            <p:ph type="body" idx="1"/>
          </p:nvPr>
        </p:nvSpPr>
        <p:spPr>
          <a:xfrm>
            <a:off x="1028700" y="2340230"/>
            <a:ext cx="3335840"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2400"/>
              <a:buNone/>
              <a:defRPr sz="2400" b="0">
                <a:solidFill>
                  <a:schemeClr val="dk2"/>
                </a:solidFill>
              </a:defRPr>
            </a:lvl1pPr>
            <a:lvl2pPr marL="914400" lvl="1" indent="-228600" algn="l">
              <a:lnSpc>
                <a:spcPct val="94000"/>
              </a:lnSpc>
              <a:spcBef>
                <a:spcPts val="500"/>
              </a:spcBef>
              <a:spcAft>
                <a:spcPts val="0"/>
              </a:spcAft>
              <a:buClr>
                <a:schemeClr val="dk2"/>
              </a:buClr>
              <a:buSzPts val="1500"/>
              <a:buNone/>
              <a:defRPr sz="1500" b="1"/>
            </a:lvl2pPr>
            <a:lvl3pPr marL="1371600" lvl="2" indent="-228600" algn="l">
              <a:lnSpc>
                <a:spcPct val="94000"/>
              </a:lnSpc>
              <a:spcBef>
                <a:spcPts val="500"/>
              </a:spcBef>
              <a:spcAft>
                <a:spcPts val="0"/>
              </a:spcAft>
              <a:buClr>
                <a:schemeClr val="dk2"/>
              </a:buClr>
              <a:buSzPts val="1350"/>
              <a:buNone/>
              <a:defRPr sz="1350" b="1"/>
            </a:lvl3pPr>
            <a:lvl4pPr marL="1828800" lvl="3" indent="-228600" algn="l">
              <a:lnSpc>
                <a:spcPct val="94000"/>
              </a:lnSpc>
              <a:spcBef>
                <a:spcPts val="500"/>
              </a:spcBef>
              <a:spcAft>
                <a:spcPts val="0"/>
              </a:spcAft>
              <a:buClr>
                <a:schemeClr val="dk2"/>
              </a:buClr>
              <a:buSzPts val="1200"/>
              <a:buNone/>
              <a:defRPr sz="1200" b="1"/>
            </a:lvl4pPr>
            <a:lvl5pPr marL="2286000" lvl="4" indent="-228600" algn="l">
              <a:lnSpc>
                <a:spcPct val="94000"/>
              </a:lnSpc>
              <a:spcBef>
                <a:spcPts val="500"/>
              </a:spcBef>
              <a:spcAft>
                <a:spcPts val="0"/>
              </a:spcAft>
              <a:buClr>
                <a:schemeClr val="dk2"/>
              </a:buClr>
              <a:buSzPts val="1200"/>
              <a:buNone/>
              <a:defRPr sz="1200" b="1"/>
            </a:lvl5pPr>
            <a:lvl6pPr marL="2743200" lvl="5" indent="-228600" algn="l">
              <a:lnSpc>
                <a:spcPct val="94000"/>
              </a:lnSpc>
              <a:spcBef>
                <a:spcPts val="500"/>
              </a:spcBef>
              <a:spcAft>
                <a:spcPts val="0"/>
              </a:spcAft>
              <a:buClr>
                <a:schemeClr val="dk2"/>
              </a:buClr>
              <a:buSzPts val="1200"/>
              <a:buNone/>
              <a:defRPr sz="1200" b="1"/>
            </a:lvl6pPr>
            <a:lvl7pPr marL="3200400" lvl="6" indent="-228600" algn="l">
              <a:lnSpc>
                <a:spcPct val="94000"/>
              </a:lnSpc>
              <a:spcBef>
                <a:spcPts val="500"/>
              </a:spcBef>
              <a:spcAft>
                <a:spcPts val="0"/>
              </a:spcAft>
              <a:buClr>
                <a:schemeClr val="dk2"/>
              </a:buClr>
              <a:buSzPts val="1200"/>
              <a:buNone/>
              <a:defRPr sz="1200" b="1"/>
            </a:lvl7pPr>
            <a:lvl8pPr marL="3657600" lvl="7" indent="-228600" algn="l">
              <a:lnSpc>
                <a:spcPct val="94000"/>
              </a:lnSpc>
              <a:spcBef>
                <a:spcPts val="500"/>
              </a:spcBef>
              <a:spcAft>
                <a:spcPts val="0"/>
              </a:spcAft>
              <a:buClr>
                <a:schemeClr val="dk2"/>
              </a:buClr>
              <a:buSzPts val="1200"/>
              <a:buNone/>
              <a:defRPr sz="1200" b="1"/>
            </a:lvl8pPr>
            <a:lvl9pPr marL="4114800" lvl="8" indent="-228600" algn="l">
              <a:lnSpc>
                <a:spcPct val="94000"/>
              </a:lnSpc>
              <a:spcBef>
                <a:spcPts val="500"/>
              </a:spcBef>
              <a:spcAft>
                <a:spcPts val="200"/>
              </a:spcAft>
              <a:buClr>
                <a:schemeClr val="dk2"/>
              </a:buClr>
              <a:buSzPts val="1200"/>
              <a:buNone/>
              <a:defRPr sz="1200" b="1"/>
            </a:lvl9pPr>
          </a:lstStyle>
          <a:p>
            <a:endParaRPr/>
          </a:p>
        </p:txBody>
      </p:sp>
      <p:sp>
        <p:nvSpPr>
          <p:cNvPr id="46" name="Google Shape;46;p24"/>
          <p:cNvSpPr txBox="1">
            <a:spLocks noGrp="1"/>
          </p:cNvSpPr>
          <p:nvPr>
            <p:ph type="body" idx="2"/>
          </p:nvPr>
        </p:nvSpPr>
        <p:spPr>
          <a:xfrm>
            <a:off x="1028700" y="3305208"/>
            <a:ext cx="3335839"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7" name="Google Shape;47;p24"/>
          <p:cNvSpPr txBox="1">
            <a:spLocks noGrp="1"/>
          </p:cNvSpPr>
          <p:nvPr>
            <p:ph type="body" idx="3"/>
          </p:nvPr>
        </p:nvSpPr>
        <p:spPr>
          <a:xfrm>
            <a:off x="4893760" y="2349754"/>
            <a:ext cx="3335840"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2400"/>
              <a:buNone/>
              <a:defRPr sz="2400" b="0">
                <a:solidFill>
                  <a:schemeClr val="dk2"/>
                </a:solidFill>
              </a:defRPr>
            </a:lvl1pPr>
            <a:lvl2pPr marL="914400" lvl="1" indent="-228600" algn="l">
              <a:lnSpc>
                <a:spcPct val="94000"/>
              </a:lnSpc>
              <a:spcBef>
                <a:spcPts val="500"/>
              </a:spcBef>
              <a:spcAft>
                <a:spcPts val="0"/>
              </a:spcAft>
              <a:buClr>
                <a:schemeClr val="dk2"/>
              </a:buClr>
              <a:buSzPts val="1500"/>
              <a:buNone/>
              <a:defRPr sz="1500" b="1"/>
            </a:lvl2pPr>
            <a:lvl3pPr marL="1371600" lvl="2" indent="-228600" algn="l">
              <a:lnSpc>
                <a:spcPct val="94000"/>
              </a:lnSpc>
              <a:spcBef>
                <a:spcPts val="500"/>
              </a:spcBef>
              <a:spcAft>
                <a:spcPts val="0"/>
              </a:spcAft>
              <a:buClr>
                <a:schemeClr val="dk2"/>
              </a:buClr>
              <a:buSzPts val="1350"/>
              <a:buNone/>
              <a:defRPr sz="1350" b="1"/>
            </a:lvl3pPr>
            <a:lvl4pPr marL="1828800" lvl="3" indent="-228600" algn="l">
              <a:lnSpc>
                <a:spcPct val="94000"/>
              </a:lnSpc>
              <a:spcBef>
                <a:spcPts val="500"/>
              </a:spcBef>
              <a:spcAft>
                <a:spcPts val="0"/>
              </a:spcAft>
              <a:buClr>
                <a:schemeClr val="dk2"/>
              </a:buClr>
              <a:buSzPts val="1200"/>
              <a:buNone/>
              <a:defRPr sz="1200" b="1"/>
            </a:lvl4pPr>
            <a:lvl5pPr marL="2286000" lvl="4" indent="-228600" algn="l">
              <a:lnSpc>
                <a:spcPct val="94000"/>
              </a:lnSpc>
              <a:spcBef>
                <a:spcPts val="500"/>
              </a:spcBef>
              <a:spcAft>
                <a:spcPts val="0"/>
              </a:spcAft>
              <a:buClr>
                <a:schemeClr val="dk2"/>
              </a:buClr>
              <a:buSzPts val="1200"/>
              <a:buNone/>
              <a:defRPr sz="1200" b="1"/>
            </a:lvl5pPr>
            <a:lvl6pPr marL="2743200" lvl="5" indent="-228600" algn="l">
              <a:lnSpc>
                <a:spcPct val="94000"/>
              </a:lnSpc>
              <a:spcBef>
                <a:spcPts val="500"/>
              </a:spcBef>
              <a:spcAft>
                <a:spcPts val="0"/>
              </a:spcAft>
              <a:buClr>
                <a:schemeClr val="dk2"/>
              </a:buClr>
              <a:buSzPts val="1200"/>
              <a:buNone/>
              <a:defRPr sz="1200" b="1"/>
            </a:lvl6pPr>
            <a:lvl7pPr marL="3200400" lvl="6" indent="-228600" algn="l">
              <a:lnSpc>
                <a:spcPct val="94000"/>
              </a:lnSpc>
              <a:spcBef>
                <a:spcPts val="500"/>
              </a:spcBef>
              <a:spcAft>
                <a:spcPts val="0"/>
              </a:spcAft>
              <a:buClr>
                <a:schemeClr val="dk2"/>
              </a:buClr>
              <a:buSzPts val="1200"/>
              <a:buNone/>
              <a:defRPr sz="1200" b="1"/>
            </a:lvl7pPr>
            <a:lvl8pPr marL="3657600" lvl="7" indent="-228600" algn="l">
              <a:lnSpc>
                <a:spcPct val="94000"/>
              </a:lnSpc>
              <a:spcBef>
                <a:spcPts val="500"/>
              </a:spcBef>
              <a:spcAft>
                <a:spcPts val="0"/>
              </a:spcAft>
              <a:buClr>
                <a:schemeClr val="dk2"/>
              </a:buClr>
              <a:buSzPts val="1200"/>
              <a:buNone/>
              <a:defRPr sz="1200" b="1"/>
            </a:lvl8pPr>
            <a:lvl9pPr marL="4114800" lvl="8" indent="-228600" algn="l">
              <a:lnSpc>
                <a:spcPct val="94000"/>
              </a:lnSpc>
              <a:spcBef>
                <a:spcPts val="500"/>
              </a:spcBef>
              <a:spcAft>
                <a:spcPts val="200"/>
              </a:spcAft>
              <a:buClr>
                <a:schemeClr val="dk2"/>
              </a:buClr>
              <a:buSzPts val="1200"/>
              <a:buNone/>
              <a:defRPr sz="1200" b="1"/>
            </a:lvl9pPr>
          </a:lstStyle>
          <a:p>
            <a:endParaRPr/>
          </a:p>
        </p:txBody>
      </p:sp>
      <p:sp>
        <p:nvSpPr>
          <p:cNvPr id="48" name="Google Shape;48;p24"/>
          <p:cNvSpPr txBox="1">
            <a:spLocks noGrp="1"/>
          </p:cNvSpPr>
          <p:nvPr>
            <p:ph type="body" idx="4"/>
          </p:nvPr>
        </p:nvSpPr>
        <p:spPr>
          <a:xfrm>
            <a:off x="4893760" y="3305208"/>
            <a:ext cx="3335840"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9" name="Google Shape;49;p24"/>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4"/>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4"/>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5"/>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5"/>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5"/>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5"/>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26"/>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6"/>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6"/>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1"/>
        <p:cNvGrpSpPr/>
        <p:nvPr/>
      </p:nvGrpSpPr>
      <p:grpSpPr>
        <a:xfrm>
          <a:off x="0" y="0"/>
          <a:ext cx="0" cy="0"/>
          <a:chOff x="0" y="0"/>
          <a:chExt cx="0" cy="0"/>
        </a:xfrm>
      </p:grpSpPr>
      <p:sp>
        <p:nvSpPr>
          <p:cNvPr id="62" name="Google Shape;62;p27" title="Background Shape"/>
          <p:cNvSpPr/>
          <p:nvPr/>
        </p:nvSpPr>
        <p:spPr>
          <a:xfrm>
            <a:off x="0" y="376"/>
            <a:ext cx="3977640" cy="685762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7"/>
          <p:cNvSpPr txBox="1">
            <a:spLocks noGrp="1"/>
          </p:cNvSpPr>
          <p:nvPr>
            <p:ph type="title"/>
          </p:nvPr>
        </p:nvSpPr>
        <p:spPr>
          <a:xfrm>
            <a:off x="542925" y="685800"/>
            <a:ext cx="2891790" cy="2157884"/>
          </a:xfrm>
          <a:prstGeom prst="rect">
            <a:avLst/>
          </a:prstGeom>
          <a:noFill/>
          <a:ln>
            <a:noFill/>
          </a:ln>
        </p:spPr>
        <p:txBody>
          <a:bodyPr spcFirstLastPara="1" wrap="square" lIns="91425" tIns="45700" rIns="91425" bIns="45700" anchor="t" anchorCtr="0">
            <a:noAutofit/>
          </a:bodyPr>
          <a:lstStyle>
            <a:lvl1pPr lvl="0" algn="l">
              <a:lnSpc>
                <a:spcPct val="84000"/>
              </a:lnSpc>
              <a:spcBef>
                <a:spcPts val="0"/>
              </a:spcBef>
              <a:spcAft>
                <a:spcPts val="0"/>
              </a:spcAft>
              <a:buClr>
                <a:schemeClr val="dk2"/>
              </a:buClr>
              <a:buSzPts val="4400"/>
              <a:buFont typeface="Libre Franklin"/>
              <a:buNone/>
              <a:defRPr sz="44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27"/>
          <p:cNvSpPr txBox="1">
            <a:spLocks noGrp="1"/>
          </p:cNvSpPr>
          <p:nvPr>
            <p:ph type="body" idx="1"/>
          </p:nvPr>
        </p:nvSpPr>
        <p:spPr>
          <a:xfrm>
            <a:off x="4692015" y="685801"/>
            <a:ext cx="3909060" cy="5175250"/>
          </a:xfrm>
          <a:prstGeom prst="rect">
            <a:avLst/>
          </a:prstGeom>
          <a:noFill/>
          <a:ln>
            <a:noFill/>
          </a:ln>
        </p:spPr>
        <p:txBody>
          <a:bodyPr spcFirstLastPara="1" wrap="square" lIns="91425" tIns="45700" rIns="91425" bIns="45700" anchor="t" anchorCtr="0">
            <a:normAutofit/>
          </a:bodyPr>
          <a:lstStyle>
            <a:lvl1pPr marL="457200" lvl="0" indent="-323850" algn="l">
              <a:lnSpc>
                <a:spcPct val="94000"/>
              </a:lnSpc>
              <a:spcBef>
                <a:spcPts val="1000"/>
              </a:spcBef>
              <a:spcAft>
                <a:spcPts val="0"/>
              </a:spcAft>
              <a:buClr>
                <a:schemeClr val="dk2"/>
              </a:buClr>
              <a:buSzPts val="1500"/>
              <a:buChar char="■"/>
              <a:defRPr sz="1500"/>
            </a:lvl1pPr>
            <a:lvl2pPr marL="914400" lvl="1" indent="-323850" algn="l">
              <a:lnSpc>
                <a:spcPct val="94000"/>
              </a:lnSpc>
              <a:spcBef>
                <a:spcPts val="500"/>
              </a:spcBef>
              <a:spcAft>
                <a:spcPts val="0"/>
              </a:spcAft>
              <a:buClr>
                <a:schemeClr val="dk2"/>
              </a:buClr>
              <a:buSzPts val="1500"/>
              <a:buChar char="–"/>
              <a:defRPr sz="1500"/>
            </a:lvl2pPr>
            <a:lvl3pPr marL="1371600" lvl="2" indent="-314325" algn="l">
              <a:lnSpc>
                <a:spcPct val="94000"/>
              </a:lnSpc>
              <a:spcBef>
                <a:spcPts val="500"/>
              </a:spcBef>
              <a:spcAft>
                <a:spcPts val="0"/>
              </a:spcAft>
              <a:buClr>
                <a:schemeClr val="dk2"/>
              </a:buClr>
              <a:buSzPts val="1350"/>
              <a:buChar char="■"/>
              <a:defRPr sz="1350"/>
            </a:lvl3pPr>
            <a:lvl4pPr marL="1828800" lvl="3" indent="-314325" algn="l">
              <a:lnSpc>
                <a:spcPct val="94000"/>
              </a:lnSpc>
              <a:spcBef>
                <a:spcPts val="500"/>
              </a:spcBef>
              <a:spcAft>
                <a:spcPts val="0"/>
              </a:spcAft>
              <a:buClr>
                <a:schemeClr val="dk2"/>
              </a:buClr>
              <a:buSzPts val="1350"/>
              <a:buChar char="–"/>
              <a:defRPr sz="1350"/>
            </a:lvl4pPr>
            <a:lvl5pPr marL="2286000" lvl="4" indent="-304800" algn="l">
              <a:lnSpc>
                <a:spcPct val="94000"/>
              </a:lnSpc>
              <a:spcBef>
                <a:spcPts val="500"/>
              </a:spcBef>
              <a:spcAft>
                <a:spcPts val="0"/>
              </a:spcAft>
              <a:buClr>
                <a:schemeClr val="dk2"/>
              </a:buClr>
              <a:buSzPts val="1200"/>
              <a:buChar char="■"/>
              <a:defRPr sz="1200"/>
            </a:lvl5pPr>
            <a:lvl6pPr marL="2743200" lvl="5" indent="-304800" algn="l">
              <a:lnSpc>
                <a:spcPct val="94000"/>
              </a:lnSpc>
              <a:spcBef>
                <a:spcPts val="500"/>
              </a:spcBef>
              <a:spcAft>
                <a:spcPts val="0"/>
              </a:spcAft>
              <a:buClr>
                <a:schemeClr val="dk2"/>
              </a:buClr>
              <a:buSzPts val="1200"/>
              <a:buChar char="–"/>
              <a:defRPr sz="1200"/>
            </a:lvl6pPr>
            <a:lvl7pPr marL="3200400" lvl="6" indent="-304800" algn="l">
              <a:lnSpc>
                <a:spcPct val="94000"/>
              </a:lnSpc>
              <a:spcBef>
                <a:spcPts val="500"/>
              </a:spcBef>
              <a:spcAft>
                <a:spcPts val="0"/>
              </a:spcAft>
              <a:buClr>
                <a:schemeClr val="dk2"/>
              </a:buClr>
              <a:buSzPts val="1200"/>
              <a:buChar char="■"/>
              <a:defRPr sz="1200"/>
            </a:lvl7pPr>
            <a:lvl8pPr marL="3657600" lvl="7" indent="-304800" algn="l">
              <a:lnSpc>
                <a:spcPct val="94000"/>
              </a:lnSpc>
              <a:spcBef>
                <a:spcPts val="500"/>
              </a:spcBef>
              <a:spcAft>
                <a:spcPts val="0"/>
              </a:spcAft>
              <a:buClr>
                <a:schemeClr val="dk2"/>
              </a:buClr>
              <a:buSzPts val="1200"/>
              <a:buChar char="–"/>
              <a:defRPr sz="1200"/>
            </a:lvl8pPr>
            <a:lvl9pPr marL="4114800" lvl="8" indent="-304800" algn="l">
              <a:lnSpc>
                <a:spcPct val="94000"/>
              </a:lnSpc>
              <a:spcBef>
                <a:spcPts val="500"/>
              </a:spcBef>
              <a:spcAft>
                <a:spcPts val="200"/>
              </a:spcAft>
              <a:buClr>
                <a:schemeClr val="dk2"/>
              </a:buClr>
              <a:buSzPts val="1200"/>
              <a:buChar char="■"/>
              <a:defRPr sz="1200"/>
            </a:lvl9pPr>
          </a:lstStyle>
          <a:p>
            <a:endParaRPr/>
          </a:p>
        </p:txBody>
      </p:sp>
      <p:sp>
        <p:nvSpPr>
          <p:cNvPr id="65" name="Google Shape;65;p27"/>
          <p:cNvSpPr txBox="1">
            <a:spLocks noGrp="1"/>
          </p:cNvSpPr>
          <p:nvPr>
            <p:ph type="body" idx="2"/>
          </p:nvPr>
        </p:nvSpPr>
        <p:spPr>
          <a:xfrm>
            <a:off x="542925" y="2856344"/>
            <a:ext cx="2891790" cy="3011056"/>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050"/>
              <a:buNone/>
              <a:defRPr sz="1050"/>
            </a:lvl2pPr>
            <a:lvl3pPr marL="1371600" lvl="2" indent="-228600" algn="l">
              <a:lnSpc>
                <a:spcPct val="94000"/>
              </a:lnSpc>
              <a:spcBef>
                <a:spcPts val="500"/>
              </a:spcBef>
              <a:spcAft>
                <a:spcPts val="0"/>
              </a:spcAft>
              <a:buClr>
                <a:schemeClr val="dk2"/>
              </a:buClr>
              <a:buSzPts val="900"/>
              <a:buNone/>
              <a:defRPr sz="900"/>
            </a:lvl3pPr>
            <a:lvl4pPr marL="1828800" lvl="3" indent="-228600" algn="l">
              <a:lnSpc>
                <a:spcPct val="94000"/>
              </a:lnSpc>
              <a:spcBef>
                <a:spcPts val="500"/>
              </a:spcBef>
              <a:spcAft>
                <a:spcPts val="0"/>
              </a:spcAft>
              <a:buClr>
                <a:schemeClr val="dk2"/>
              </a:buClr>
              <a:buSzPts val="750"/>
              <a:buNone/>
              <a:defRPr sz="750"/>
            </a:lvl4pPr>
            <a:lvl5pPr marL="2286000" lvl="4" indent="-228600" algn="l">
              <a:lnSpc>
                <a:spcPct val="94000"/>
              </a:lnSpc>
              <a:spcBef>
                <a:spcPts val="500"/>
              </a:spcBef>
              <a:spcAft>
                <a:spcPts val="0"/>
              </a:spcAft>
              <a:buClr>
                <a:schemeClr val="dk2"/>
              </a:buClr>
              <a:buSzPts val="750"/>
              <a:buNone/>
              <a:defRPr sz="750"/>
            </a:lvl5pPr>
            <a:lvl6pPr marL="2743200" lvl="5" indent="-228600" algn="l">
              <a:lnSpc>
                <a:spcPct val="94000"/>
              </a:lnSpc>
              <a:spcBef>
                <a:spcPts val="500"/>
              </a:spcBef>
              <a:spcAft>
                <a:spcPts val="0"/>
              </a:spcAft>
              <a:buClr>
                <a:schemeClr val="dk2"/>
              </a:buClr>
              <a:buSzPts val="750"/>
              <a:buNone/>
              <a:defRPr sz="750"/>
            </a:lvl6pPr>
            <a:lvl7pPr marL="3200400" lvl="6" indent="-228600" algn="l">
              <a:lnSpc>
                <a:spcPct val="94000"/>
              </a:lnSpc>
              <a:spcBef>
                <a:spcPts val="500"/>
              </a:spcBef>
              <a:spcAft>
                <a:spcPts val="0"/>
              </a:spcAft>
              <a:buClr>
                <a:schemeClr val="dk2"/>
              </a:buClr>
              <a:buSzPts val="750"/>
              <a:buNone/>
              <a:defRPr sz="750"/>
            </a:lvl7pPr>
            <a:lvl8pPr marL="3657600" lvl="7" indent="-228600" algn="l">
              <a:lnSpc>
                <a:spcPct val="94000"/>
              </a:lnSpc>
              <a:spcBef>
                <a:spcPts val="500"/>
              </a:spcBef>
              <a:spcAft>
                <a:spcPts val="0"/>
              </a:spcAft>
              <a:buClr>
                <a:schemeClr val="dk2"/>
              </a:buClr>
              <a:buSzPts val="750"/>
              <a:buNone/>
              <a:defRPr sz="750"/>
            </a:lvl8pPr>
            <a:lvl9pPr marL="4114800" lvl="8" indent="-228600" algn="l">
              <a:lnSpc>
                <a:spcPct val="94000"/>
              </a:lnSpc>
              <a:spcBef>
                <a:spcPts val="500"/>
              </a:spcBef>
              <a:spcAft>
                <a:spcPts val="200"/>
              </a:spcAft>
              <a:buClr>
                <a:schemeClr val="dk2"/>
              </a:buClr>
              <a:buSzPts val="750"/>
              <a:buNone/>
              <a:defRPr sz="750"/>
            </a:lvl9pPr>
          </a:lstStyle>
          <a:p>
            <a:endParaRPr/>
          </a:p>
        </p:txBody>
      </p:sp>
      <p:sp>
        <p:nvSpPr>
          <p:cNvPr id="66" name="Google Shape;66;p27"/>
          <p:cNvSpPr txBox="1">
            <a:spLocks noGrp="1"/>
          </p:cNvSpPr>
          <p:nvPr>
            <p:ph type="dt" idx="10"/>
          </p:nvPr>
        </p:nvSpPr>
        <p:spPr>
          <a:xfrm>
            <a:off x="542925"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7"/>
          <p:cNvSpPr txBox="1">
            <a:spLocks noGrp="1"/>
          </p:cNvSpPr>
          <p:nvPr>
            <p:ph type="ftr" idx="11"/>
          </p:nvPr>
        </p:nvSpPr>
        <p:spPr>
          <a:xfrm>
            <a:off x="1654459" y="6453386"/>
            <a:ext cx="1780256"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7"/>
          <p:cNvSpPr txBox="1">
            <a:spLocks noGrp="1"/>
          </p:cNvSpPr>
          <p:nvPr>
            <p:ph type="sldNum" idx="12"/>
          </p:nvPr>
        </p:nvSpPr>
        <p:spPr>
          <a:xfrm>
            <a:off x="7412355"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chemeClr val="dk2"/>
                </a:solidFill>
                <a:latin typeface="Libre Franklin"/>
                <a:ea typeface="Libre Franklin"/>
                <a:cs typeface="Libre Franklin"/>
                <a:sym typeface="Libre Franklin"/>
              </a:defRPr>
            </a:lvl1pPr>
            <a:lvl2pPr marL="0" lvl="1" indent="0" algn="r">
              <a:spcBef>
                <a:spcPts val="0"/>
              </a:spcBef>
              <a:buNone/>
              <a:defRPr sz="1000">
                <a:solidFill>
                  <a:schemeClr val="dk2"/>
                </a:solidFill>
                <a:latin typeface="Libre Franklin"/>
                <a:ea typeface="Libre Franklin"/>
                <a:cs typeface="Libre Franklin"/>
                <a:sym typeface="Libre Franklin"/>
              </a:defRPr>
            </a:lvl2pPr>
            <a:lvl3pPr marL="0" lvl="2" indent="0" algn="r">
              <a:spcBef>
                <a:spcPts val="0"/>
              </a:spcBef>
              <a:buNone/>
              <a:defRPr sz="1000">
                <a:solidFill>
                  <a:schemeClr val="dk2"/>
                </a:solidFill>
                <a:latin typeface="Libre Franklin"/>
                <a:ea typeface="Libre Franklin"/>
                <a:cs typeface="Libre Franklin"/>
                <a:sym typeface="Libre Franklin"/>
              </a:defRPr>
            </a:lvl3pPr>
            <a:lvl4pPr marL="0" lvl="3" indent="0" algn="r">
              <a:spcBef>
                <a:spcPts val="0"/>
              </a:spcBef>
              <a:buNone/>
              <a:defRPr sz="1000">
                <a:solidFill>
                  <a:schemeClr val="dk2"/>
                </a:solidFill>
                <a:latin typeface="Libre Franklin"/>
                <a:ea typeface="Libre Franklin"/>
                <a:cs typeface="Libre Franklin"/>
                <a:sym typeface="Libre Franklin"/>
              </a:defRPr>
            </a:lvl4pPr>
            <a:lvl5pPr marL="0" lvl="4" indent="0" algn="r">
              <a:spcBef>
                <a:spcPts val="0"/>
              </a:spcBef>
              <a:buNone/>
              <a:defRPr sz="1000">
                <a:solidFill>
                  <a:schemeClr val="dk2"/>
                </a:solidFill>
                <a:latin typeface="Libre Franklin"/>
                <a:ea typeface="Libre Franklin"/>
                <a:cs typeface="Libre Franklin"/>
                <a:sym typeface="Libre Franklin"/>
              </a:defRPr>
            </a:lvl5pPr>
            <a:lvl6pPr marL="0" lvl="5" indent="0" algn="r">
              <a:spcBef>
                <a:spcPts val="0"/>
              </a:spcBef>
              <a:buNone/>
              <a:defRPr sz="1000">
                <a:solidFill>
                  <a:schemeClr val="dk2"/>
                </a:solidFill>
                <a:latin typeface="Libre Franklin"/>
                <a:ea typeface="Libre Franklin"/>
                <a:cs typeface="Libre Franklin"/>
                <a:sym typeface="Libre Franklin"/>
              </a:defRPr>
            </a:lvl6pPr>
            <a:lvl7pPr marL="0" lvl="6" indent="0" algn="r">
              <a:spcBef>
                <a:spcPts val="0"/>
              </a:spcBef>
              <a:buNone/>
              <a:defRPr sz="1000">
                <a:solidFill>
                  <a:schemeClr val="dk2"/>
                </a:solidFill>
                <a:latin typeface="Libre Franklin"/>
                <a:ea typeface="Libre Franklin"/>
                <a:cs typeface="Libre Franklin"/>
                <a:sym typeface="Libre Franklin"/>
              </a:defRPr>
            </a:lvl7pPr>
            <a:lvl8pPr marL="0" lvl="7" indent="0" algn="r">
              <a:spcBef>
                <a:spcPts val="0"/>
              </a:spcBef>
              <a:buNone/>
              <a:defRPr sz="1000">
                <a:solidFill>
                  <a:schemeClr val="dk2"/>
                </a:solidFill>
                <a:latin typeface="Libre Franklin"/>
                <a:ea typeface="Libre Franklin"/>
                <a:cs typeface="Libre Franklin"/>
                <a:sym typeface="Libre Franklin"/>
              </a:defRPr>
            </a:lvl8pPr>
            <a:lvl9pPr marL="0" lvl="8" indent="0" algn="r">
              <a:spcBef>
                <a:spcPts val="0"/>
              </a:spcBef>
              <a:buNone/>
              <a:defRPr sz="10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69" name="Google Shape;69;p27"/>
          <p:cNvSpPr/>
          <p:nvPr/>
        </p:nvSpPr>
        <p:spPr>
          <a:xfrm>
            <a:off x="3977640" y="376"/>
            <a:ext cx="17145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7" title="Divider Bar"/>
          <p:cNvSpPr/>
          <p:nvPr/>
        </p:nvSpPr>
        <p:spPr>
          <a:xfrm>
            <a:off x="3977640" y="376"/>
            <a:ext cx="17145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1"/>
        <p:cNvGrpSpPr/>
        <p:nvPr/>
      </p:nvGrpSpPr>
      <p:grpSpPr>
        <a:xfrm>
          <a:off x="0" y="0"/>
          <a:ext cx="0" cy="0"/>
          <a:chOff x="0" y="0"/>
          <a:chExt cx="0" cy="0"/>
        </a:xfrm>
      </p:grpSpPr>
      <p:sp>
        <p:nvSpPr>
          <p:cNvPr id="72" name="Google Shape;72;p28" title="Background Shape"/>
          <p:cNvSpPr/>
          <p:nvPr/>
        </p:nvSpPr>
        <p:spPr>
          <a:xfrm>
            <a:off x="0" y="376"/>
            <a:ext cx="3977640" cy="685762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8"/>
          <p:cNvSpPr txBox="1">
            <a:spLocks noGrp="1"/>
          </p:cNvSpPr>
          <p:nvPr>
            <p:ph type="title"/>
          </p:nvPr>
        </p:nvSpPr>
        <p:spPr>
          <a:xfrm>
            <a:off x="542925" y="685800"/>
            <a:ext cx="2891790" cy="2157884"/>
          </a:xfrm>
          <a:prstGeom prst="rect">
            <a:avLst/>
          </a:prstGeom>
          <a:noFill/>
          <a:ln>
            <a:noFill/>
          </a:ln>
        </p:spPr>
        <p:txBody>
          <a:bodyPr spcFirstLastPara="1" wrap="square" lIns="91425" tIns="45700" rIns="91425" bIns="45700" anchor="t" anchorCtr="0">
            <a:normAutofit/>
          </a:bodyPr>
          <a:lstStyle>
            <a:lvl1pPr lvl="0" algn="l">
              <a:lnSpc>
                <a:spcPct val="84000"/>
              </a:lnSpc>
              <a:spcBef>
                <a:spcPts val="0"/>
              </a:spcBef>
              <a:spcAft>
                <a:spcPts val="0"/>
              </a:spcAft>
              <a:buClr>
                <a:schemeClr val="dk2"/>
              </a:buClr>
              <a:buSzPts val="4400"/>
              <a:buFont typeface="Libre Franklin"/>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8"/>
          <p:cNvSpPr>
            <a:spLocks noGrp="1"/>
          </p:cNvSpPr>
          <p:nvPr>
            <p:ph type="pic" idx="2"/>
          </p:nvPr>
        </p:nvSpPr>
        <p:spPr>
          <a:xfrm>
            <a:off x="4149090" y="1"/>
            <a:ext cx="4994910" cy="6857999"/>
          </a:xfrm>
          <a:prstGeom prst="rect">
            <a:avLst/>
          </a:prstGeom>
          <a:noFill/>
          <a:ln>
            <a:noFill/>
          </a:ln>
        </p:spPr>
      </p:sp>
      <p:sp>
        <p:nvSpPr>
          <p:cNvPr id="75" name="Google Shape;75;p28"/>
          <p:cNvSpPr txBox="1">
            <a:spLocks noGrp="1"/>
          </p:cNvSpPr>
          <p:nvPr>
            <p:ph type="body" idx="1"/>
          </p:nvPr>
        </p:nvSpPr>
        <p:spPr>
          <a:xfrm>
            <a:off x="542925" y="2855968"/>
            <a:ext cx="2891790" cy="3011432"/>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050"/>
              <a:buNone/>
              <a:defRPr sz="1050"/>
            </a:lvl2pPr>
            <a:lvl3pPr marL="1371600" lvl="2" indent="-228600" algn="l">
              <a:lnSpc>
                <a:spcPct val="94000"/>
              </a:lnSpc>
              <a:spcBef>
                <a:spcPts val="500"/>
              </a:spcBef>
              <a:spcAft>
                <a:spcPts val="0"/>
              </a:spcAft>
              <a:buClr>
                <a:schemeClr val="dk2"/>
              </a:buClr>
              <a:buSzPts val="900"/>
              <a:buNone/>
              <a:defRPr sz="900"/>
            </a:lvl3pPr>
            <a:lvl4pPr marL="1828800" lvl="3" indent="-228600" algn="l">
              <a:lnSpc>
                <a:spcPct val="94000"/>
              </a:lnSpc>
              <a:spcBef>
                <a:spcPts val="500"/>
              </a:spcBef>
              <a:spcAft>
                <a:spcPts val="0"/>
              </a:spcAft>
              <a:buClr>
                <a:schemeClr val="dk2"/>
              </a:buClr>
              <a:buSzPts val="750"/>
              <a:buNone/>
              <a:defRPr sz="750"/>
            </a:lvl4pPr>
            <a:lvl5pPr marL="2286000" lvl="4" indent="-228600" algn="l">
              <a:lnSpc>
                <a:spcPct val="94000"/>
              </a:lnSpc>
              <a:spcBef>
                <a:spcPts val="500"/>
              </a:spcBef>
              <a:spcAft>
                <a:spcPts val="0"/>
              </a:spcAft>
              <a:buClr>
                <a:schemeClr val="dk2"/>
              </a:buClr>
              <a:buSzPts val="750"/>
              <a:buNone/>
              <a:defRPr sz="750"/>
            </a:lvl5pPr>
            <a:lvl6pPr marL="2743200" lvl="5" indent="-228600" algn="l">
              <a:lnSpc>
                <a:spcPct val="94000"/>
              </a:lnSpc>
              <a:spcBef>
                <a:spcPts val="500"/>
              </a:spcBef>
              <a:spcAft>
                <a:spcPts val="0"/>
              </a:spcAft>
              <a:buClr>
                <a:schemeClr val="dk2"/>
              </a:buClr>
              <a:buSzPts val="750"/>
              <a:buNone/>
              <a:defRPr sz="750"/>
            </a:lvl6pPr>
            <a:lvl7pPr marL="3200400" lvl="6" indent="-228600" algn="l">
              <a:lnSpc>
                <a:spcPct val="94000"/>
              </a:lnSpc>
              <a:spcBef>
                <a:spcPts val="500"/>
              </a:spcBef>
              <a:spcAft>
                <a:spcPts val="0"/>
              </a:spcAft>
              <a:buClr>
                <a:schemeClr val="dk2"/>
              </a:buClr>
              <a:buSzPts val="750"/>
              <a:buNone/>
              <a:defRPr sz="750"/>
            </a:lvl7pPr>
            <a:lvl8pPr marL="3657600" lvl="7" indent="-228600" algn="l">
              <a:lnSpc>
                <a:spcPct val="94000"/>
              </a:lnSpc>
              <a:spcBef>
                <a:spcPts val="500"/>
              </a:spcBef>
              <a:spcAft>
                <a:spcPts val="0"/>
              </a:spcAft>
              <a:buClr>
                <a:schemeClr val="dk2"/>
              </a:buClr>
              <a:buSzPts val="750"/>
              <a:buNone/>
              <a:defRPr sz="750"/>
            </a:lvl8pPr>
            <a:lvl9pPr marL="4114800" lvl="8" indent="-228600" algn="l">
              <a:lnSpc>
                <a:spcPct val="94000"/>
              </a:lnSpc>
              <a:spcBef>
                <a:spcPts val="500"/>
              </a:spcBef>
              <a:spcAft>
                <a:spcPts val="200"/>
              </a:spcAft>
              <a:buClr>
                <a:schemeClr val="dk2"/>
              </a:buClr>
              <a:buSzPts val="750"/>
              <a:buNone/>
              <a:defRPr sz="750"/>
            </a:lvl9pPr>
          </a:lstStyle>
          <a:p>
            <a:endParaRPr/>
          </a:p>
        </p:txBody>
      </p:sp>
      <p:sp>
        <p:nvSpPr>
          <p:cNvPr id="76" name="Google Shape;76;p28"/>
          <p:cNvSpPr txBox="1">
            <a:spLocks noGrp="1"/>
          </p:cNvSpPr>
          <p:nvPr>
            <p:ph type="dt" idx="10"/>
          </p:nvPr>
        </p:nvSpPr>
        <p:spPr>
          <a:xfrm>
            <a:off x="542925"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1654459" y="6453386"/>
            <a:ext cx="1780256"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7412355"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chemeClr val="dk2"/>
                </a:solidFill>
                <a:latin typeface="Libre Franklin"/>
                <a:ea typeface="Libre Franklin"/>
                <a:cs typeface="Libre Franklin"/>
                <a:sym typeface="Libre Franklin"/>
              </a:defRPr>
            </a:lvl1pPr>
            <a:lvl2pPr marL="0" lvl="1" indent="0" algn="r">
              <a:spcBef>
                <a:spcPts val="0"/>
              </a:spcBef>
              <a:buNone/>
              <a:defRPr sz="1000">
                <a:solidFill>
                  <a:schemeClr val="dk2"/>
                </a:solidFill>
                <a:latin typeface="Libre Franklin"/>
                <a:ea typeface="Libre Franklin"/>
                <a:cs typeface="Libre Franklin"/>
                <a:sym typeface="Libre Franklin"/>
              </a:defRPr>
            </a:lvl2pPr>
            <a:lvl3pPr marL="0" lvl="2" indent="0" algn="r">
              <a:spcBef>
                <a:spcPts val="0"/>
              </a:spcBef>
              <a:buNone/>
              <a:defRPr sz="1000">
                <a:solidFill>
                  <a:schemeClr val="dk2"/>
                </a:solidFill>
                <a:latin typeface="Libre Franklin"/>
                <a:ea typeface="Libre Franklin"/>
                <a:cs typeface="Libre Franklin"/>
                <a:sym typeface="Libre Franklin"/>
              </a:defRPr>
            </a:lvl3pPr>
            <a:lvl4pPr marL="0" lvl="3" indent="0" algn="r">
              <a:spcBef>
                <a:spcPts val="0"/>
              </a:spcBef>
              <a:buNone/>
              <a:defRPr sz="1000">
                <a:solidFill>
                  <a:schemeClr val="dk2"/>
                </a:solidFill>
                <a:latin typeface="Libre Franklin"/>
                <a:ea typeface="Libre Franklin"/>
                <a:cs typeface="Libre Franklin"/>
                <a:sym typeface="Libre Franklin"/>
              </a:defRPr>
            </a:lvl4pPr>
            <a:lvl5pPr marL="0" lvl="4" indent="0" algn="r">
              <a:spcBef>
                <a:spcPts val="0"/>
              </a:spcBef>
              <a:buNone/>
              <a:defRPr sz="1000">
                <a:solidFill>
                  <a:schemeClr val="dk2"/>
                </a:solidFill>
                <a:latin typeface="Libre Franklin"/>
                <a:ea typeface="Libre Franklin"/>
                <a:cs typeface="Libre Franklin"/>
                <a:sym typeface="Libre Franklin"/>
              </a:defRPr>
            </a:lvl5pPr>
            <a:lvl6pPr marL="0" lvl="5" indent="0" algn="r">
              <a:spcBef>
                <a:spcPts val="0"/>
              </a:spcBef>
              <a:buNone/>
              <a:defRPr sz="1000">
                <a:solidFill>
                  <a:schemeClr val="dk2"/>
                </a:solidFill>
                <a:latin typeface="Libre Franklin"/>
                <a:ea typeface="Libre Franklin"/>
                <a:cs typeface="Libre Franklin"/>
                <a:sym typeface="Libre Franklin"/>
              </a:defRPr>
            </a:lvl6pPr>
            <a:lvl7pPr marL="0" lvl="6" indent="0" algn="r">
              <a:spcBef>
                <a:spcPts val="0"/>
              </a:spcBef>
              <a:buNone/>
              <a:defRPr sz="1000">
                <a:solidFill>
                  <a:schemeClr val="dk2"/>
                </a:solidFill>
                <a:latin typeface="Libre Franklin"/>
                <a:ea typeface="Libre Franklin"/>
                <a:cs typeface="Libre Franklin"/>
                <a:sym typeface="Libre Franklin"/>
              </a:defRPr>
            </a:lvl7pPr>
            <a:lvl8pPr marL="0" lvl="7" indent="0" algn="r">
              <a:spcBef>
                <a:spcPts val="0"/>
              </a:spcBef>
              <a:buNone/>
              <a:defRPr sz="1000">
                <a:solidFill>
                  <a:schemeClr val="dk2"/>
                </a:solidFill>
                <a:latin typeface="Libre Franklin"/>
                <a:ea typeface="Libre Franklin"/>
                <a:cs typeface="Libre Franklin"/>
                <a:sym typeface="Libre Franklin"/>
              </a:defRPr>
            </a:lvl8pPr>
            <a:lvl9pPr marL="0" lvl="8" indent="0" algn="r">
              <a:spcBef>
                <a:spcPts val="0"/>
              </a:spcBef>
              <a:buNone/>
              <a:defRPr sz="1000">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79" name="Google Shape;79;p28"/>
          <p:cNvSpPr/>
          <p:nvPr/>
        </p:nvSpPr>
        <p:spPr>
          <a:xfrm>
            <a:off x="3977640" y="376"/>
            <a:ext cx="17145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8" title="Divider Bar"/>
          <p:cNvSpPr/>
          <p:nvPr/>
        </p:nvSpPr>
        <p:spPr>
          <a:xfrm>
            <a:off x="3977640" y="376"/>
            <a:ext cx="17145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29"/>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29"/>
          <p:cNvSpPr txBox="1">
            <a:spLocks noGrp="1"/>
          </p:cNvSpPr>
          <p:nvPr>
            <p:ph type="body" idx="1"/>
          </p:nvPr>
        </p:nvSpPr>
        <p:spPr>
          <a:xfrm rot="5400000">
            <a:off x="2843213" y="481013"/>
            <a:ext cx="3571875" cy="72009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84" name="Google Shape;84;p29"/>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9"/>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9"/>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30"/>
          <p:cNvSpPr txBox="1">
            <a:spLocks noGrp="1"/>
          </p:cNvSpPr>
          <p:nvPr>
            <p:ph type="title"/>
          </p:nvPr>
        </p:nvSpPr>
        <p:spPr>
          <a:xfrm rot="5400000">
            <a:off x="5004650" y="2500303"/>
            <a:ext cx="5243244" cy="149095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30"/>
          <p:cNvSpPr txBox="1">
            <a:spLocks noGrp="1"/>
          </p:cNvSpPr>
          <p:nvPr>
            <p:ph type="body" idx="1"/>
          </p:nvPr>
        </p:nvSpPr>
        <p:spPr>
          <a:xfrm rot="5400000">
            <a:off x="1269340" y="383516"/>
            <a:ext cx="5243244" cy="5724525"/>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90" name="Google Shape;90;p30"/>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30"/>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30"/>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93"/>
        <p:cNvGrpSpPr/>
        <p:nvPr/>
      </p:nvGrpSpPr>
      <p:grpSpPr>
        <a:xfrm>
          <a:off x="0" y="0"/>
          <a:ext cx="0" cy="0"/>
          <a:chOff x="0" y="0"/>
          <a:chExt cx="0" cy="0"/>
        </a:xfrm>
      </p:grpSpPr>
      <p:sp>
        <p:nvSpPr>
          <p:cNvPr id="94" name="Google Shape;94;g25f44d0f56a_0_167"/>
          <p:cNvSpPr txBox="1">
            <a:spLocks noGrp="1"/>
          </p:cNvSpPr>
          <p:nvPr>
            <p:ph type="title"/>
          </p:nvPr>
        </p:nvSpPr>
        <p:spPr>
          <a:xfrm>
            <a:off x="160908" y="163830"/>
            <a:ext cx="8822100" cy="696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4400"/>
              <a:buNone/>
              <a:defRPr sz="4400" b="1" i="0">
                <a:solidFill>
                  <a:srgbClr val="0039A6"/>
                </a:solidFill>
                <a:latin typeface="Arial"/>
                <a:ea typeface="Arial"/>
                <a:cs typeface="Arial"/>
                <a:sym typeface="Aria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 name="Google Shape;95;g25f44d0f56a_0_167"/>
          <p:cNvSpPr txBox="1">
            <a:spLocks noGrp="1"/>
          </p:cNvSpPr>
          <p:nvPr>
            <p:ph type="body" idx="1"/>
          </p:nvPr>
        </p:nvSpPr>
        <p:spPr>
          <a:xfrm>
            <a:off x="705103" y="1062043"/>
            <a:ext cx="7733700" cy="4789800"/>
          </a:xfrm>
          <a:prstGeom prst="rect">
            <a:avLst/>
          </a:prstGeom>
          <a:noFill/>
          <a:ln>
            <a:noFill/>
          </a:ln>
        </p:spPr>
        <p:txBody>
          <a:bodyPr spcFirstLastPara="1" wrap="square" lIns="0" tIns="0" rIns="0" bIns="0" anchor="t" anchorCtr="0">
            <a:spAutoFit/>
          </a:bodyPr>
          <a:lstStyle>
            <a:lvl1pPr marL="457200" lvl="0" indent="-228600" algn="l" rtl="0">
              <a:spcBef>
                <a:spcPts val="1000"/>
              </a:spcBef>
              <a:spcAft>
                <a:spcPts val="0"/>
              </a:spcAft>
              <a:buSzPts val="2000"/>
              <a:buNone/>
              <a:defRPr sz="2800" b="0" i="0">
                <a:solidFill>
                  <a:schemeClr val="dk1"/>
                </a:solidFill>
                <a:latin typeface="Arial"/>
                <a:ea typeface="Arial"/>
                <a:cs typeface="Arial"/>
                <a:sym typeface="Arial"/>
              </a:defRPr>
            </a:lvl1pPr>
            <a:lvl2pPr marL="914400" lvl="1" indent="-228600" algn="l" rtl="0">
              <a:spcBef>
                <a:spcPts val="500"/>
              </a:spcBef>
              <a:spcAft>
                <a:spcPts val="0"/>
              </a:spcAft>
              <a:buSzPts val="2000"/>
              <a:buNone/>
              <a:defRPr/>
            </a:lvl2pPr>
            <a:lvl3pPr marL="1371600" lvl="2" indent="-228600" algn="l" rtl="0">
              <a:spcBef>
                <a:spcPts val="500"/>
              </a:spcBef>
              <a:spcAft>
                <a:spcPts val="0"/>
              </a:spcAft>
              <a:buSzPts val="1800"/>
              <a:buNone/>
              <a:defRPr/>
            </a:lvl3pPr>
            <a:lvl4pPr marL="1828800" lvl="3" indent="-228600" algn="l" rtl="0">
              <a:spcBef>
                <a:spcPts val="500"/>
              </a:spcBef>
              <a:spcAft>
                <a:spcPts val="0"/>
              </a:spcAft>
              <a:buSzPts val="1800"/>
              <a:buNone/>
              <a:defRPr/>
            </a:lvl4pPr>
            <a:lvl5pPr marL="2286000" lvl="4" indent="-228600" algn="l" rtl="0">
              <a:spcBef>
                <a:spcPts val="500"/>
              </a:spcBef>
              <a:spcAft>
                <a:spcPts val="0"/>
              </a:spcAft>
              <a:buSzPts val="1600"/>
              <a:buNone/>
              <a:defRPr/>
            </a:lvl5pPr>
            <a:lvl6pPr marL="2743200" lvl="5" indent="-228600" algn="l" rtl="0">
              <a:spcBef>
                <a:spcPts val="500"/>
              </a:spcBef>
              <a:spcAft>
                <a:spcPts val="0"/>
              </a:spcAft>
              <a:buSzPts val="1600"/>
              <a:buNone/>
              <a:defRPr/>
            </a:lvl6pPr>
            <a:lvl7pPr marL="3200400" lvl="6" indent="-228600" algn="l" rtl="0">
              <a:spcBef>
                <a:spcPts val="500"/>
              </a:spcBef>
              <a:spcAft>
                <a:spcPts val="0"/>
              </a:spcAft>
              <a:buSzPts val="1400"/>
              <a:buNone/>
              <a:defRPr/>
            </a:lvl7pPr>
            <a:lvl8pPr marL="3657600" lvl="7" indent="-228600" algn="l" rtl="0">
              <a:spcBef>
                <a:spcPts val="500"/>
              </a:spcBef>
              <a:spcAft>
                <a:spcPts val="0"/>
              </a:spcAft>
              <a:buSzPts val="1400"/>
              <a:buNone/>
              <a:defRPr/>
            </a:lvl8pPr>
            <a:lvl9pPr marL="4114800" lvl="8" indent="-228600" algn="l" rtl="0">
              <a:spcBef>
                <a:spcPts val="500"/>
              </a:spcBef>
              <a:spcAft>
                <a:spcPts val="200"/>
              </a:spcAft>
              <a:buSzPts val="1400"/>
              <a:buNone/>
              <a:defRPr/>
            </a:lvl9pPr>
          </a:lstStyle>
          <a:p>
            <a:endParaRPr/>
          </a:p>
        </p:txBody>
      </p:sp>
      <p:sp>
        <p:nvSpPr>
          <p:cNvPr id="96" name="Google Shape;96;g25f44d0f56a_0_167"/>
          <p:cNvSpPr txBox="1">
            <a:spLocks noGrp="1"/>
          </p:cNvSpPr>
          <p:nvPr>
            <p:ph type="ftr" idx="11"/>
          </p:nvPr>
        </p:nvSpPr>
        <p:spPr>
          <a:xfrm>
            <a:off x="3108960" y="6377940"/>
            <a:ext cx="2926200" cy="3429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 name="Google Shape;97;g25f44d0f56a_0_167"/>
          <p:cNvSpPr txBox="1">
            <a:spLocks noGrp="1"/>
          </p:cNvSpPr>
          <p:nvPr>
            <p:ph type="dt" idx="10"/>
          </p:nvPr>
        </p:nvSpPr>
        <p:spPr>
          <a:xfrm>
            <a:off x="457200" y="6377940"/>
            <a:ext cx="2103000" cy="3429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 name="Google Shape;98;g25f44d0f56a_0_167"/>
          <p:cNvSpPr txBox="1">
            <a:spLocks noGrp="1"/>
          </p:cNvSpPr>
          <p:nvPr>
            <p:ph type="sldNum" idx="12"/>
          </p:nvPr>
        </p:nvSpPr>
        <p:spPr>
          <a:xfrm>
            <a:off x="5148579" y="6481626"/>
            <a:ext cx="3762300" cy="215400"/>
          </a:xfrm>
          <a:prstGeom prst="rect">
            <a:avLst/>
          </a:prstGeom>
          <a:noFill/>
          <a:ln>
            <a:noFill/>
          </a:ln>
        </p:spPr>
        <p:txBody>
          <a:bodyPr spcFirstLastPara="1" wrap="square" lIns="0" tIns="0" rIns="0" bIns="0" anchor="t" anchorCtr="0">
            <a:spAutoFit/>
          </a:bodyPr>
          <a:lstStyle>
            <a:lvl1pPr marL="12700" marR="0" lvl="0" indent="0" algn="l" rtl="0">
              <a:lnSpc>
                <a:spcPct val="117500"/>
              </a:lnSpc>
              <a:spcBef>
                <a:spcPts val="0"/>
              </a:spcBef>
              <a:buNone/>
              <a:defRPr sz="1400" b="1" i="0">
                <a:solidFill>
                  <a:schemeClr val="dk1"/>
                </a:solidFill>
                <a:latin typeface="Arial"/>
                <a:ea typeface="Arial"/>
                <a:cs typeface="Arial"/>
                <a:sym typeface="Arial"/>
              </a:defRPr>
            </a:lvl1pPr>
            <a:lvl2pPr marL="12700" marR="0" lvl="1" indent="0" algn="l" rtl="0">
              <a:lnSpc>
                <a:spcPct val="117500"/>
              </a:lnSpc>
              <a:spcBef>
                <a:spcPts val="0"/>
              </a:spcBef>
              <a:buNone/>
              <a:defRPr sz="1400" b="1" i="0">
                <a:solidFill>
                  <a:schemeClr val="dk1"/>
                </a:solidFill>
                <a:latin typeface="Arial"/>
                <a:ea typeface="Arial"/>
                <a:cs typeface="Arial"/>
                <a:sym typeface="Arial"/>
              </a:defRPr>
            </a:lvl2pPr>
            <a:lvl3pPr marL="12700" marR="0" lvl="2" indent="0" algn="l" rtl="0">
              <a:lnSpc>
                <a:spcPct val="117500"/>
              </a:lnSpc>
              <a:spcBef>
                <a:spcPts val="0"/>
              </a:spcBef>
              <a:buNone/>
              <a:defRPr sz="1400" b="1" i="0">
                <a:solidFill>
                  <a:schemeClr val="dk1"/>
                </a:solidFill>
                <a:latin typeface="Arial"/>
                <a:ea typeface="Arial"/>
                <a:cs typeface="Arial"/>
                <a:sym typeface="Arial"/>
              </a:defRPr>
            </a:lvl3pPr>
            <a:lvl4pPr marL="12700" marR="0" lvl="3" indent="0" algn="l" rtl="0">
              <a:lnSpc>
                <a:spcPct val="117500"/>
              </a:lnSpc>
              <a:spcBef>
                <a:spcPts val="0"/>
              </a:spcBef>
              <a:buNone/>
              <a:defRPr sz="1400" b="1" i="0">
                <a:solidFill>
                  <a:schemeClr val="dk1"/>
                </a:solidFill>
                <a:latin typeface="Arial"/>
                <a:ea typeface="Arial"/>
                <a:cs typeface="Arial"/>
                <a:sym typeface="Arial"/>
              </a:defRPr>
            </a:lvl4pPr>
            <a:lvl5pPr marL="12700" marR="0" lvl="4" indent="0" algn="l" rtl="0">
              <a:lnSpc>
                <a:spcPct val="117500"/>
              </a:lnSpc>
              <a:spcBef>
                <a:spcPts val="0"/>
              </a:spcBef>
              <a:buNone/>
              <a:defRPr sz="1400" b="1" i="0">
                <a:solidFill>
                  <a:schemeClr val="dk1"/>
                </a:solidFill>
                <a:latin typeface="Arial"/>
                <a:ea typeface="Arial"/>
                <a:cs typeface="Arial"/>
                <a:sym typeface="Arial"/>
              </a:defRPr>
            </a:lvl5pPr>
            <a:lvl6pPr marL="12700" marR="0" lvl="5" indent="0" algn="l" rtl="0">
              <a:lnSpc>
                <a:spcPct val="117500"/>
              </a:lnSpc>
              <a:spcBef>
                <a:spcPts val="0"/>
              </a:spcBef>
              <a:buNone/>
              <a:defRPr sz="1400" b="1" i="0">
                <a:solidFill>
                  <a:schemeClr val="dk1"/>
                </a:solidFill>
                <a:latin typeface="Arial"/>
                <a:ea typeface="Arial"/>
                <a:cs typeface="Arial"/>
                <a:sym typeface="Arial"/>
              </a:defRPr>
            </a:lvl6pPr>
            <a:lvl7pPr marL="12700" marR="0" lvl="6" indent="0" algn="l" rtl="0">
              <a:lnSpc>
                <a:spcPct val="117500"/>
              </a:lnSpc>
              <a:spcBef>
                <a:spcPts val="0"/>
              </a:spcBef>
              <a:buNone/>
              <a:defRPr sz="1400" b="1" i="0">
                <a:solidFill>
                  <a:schemeClr val="dk1"/>
                </a:solidFill>
                <a:latin typeface="Arial"/>
                <a:ea typeface="Arial"/>
                <a:cs typeface="Arial"/>
                <a:sym typeface="Arial"/>
              </a:defRPr>
            </a:lvl7pPr>
            <a:lvl8pPr marL="12700" marR="0" lvl="7" indent="0" algn="l" rtl="0">
              <a:lnSpc>
                <a:spcPct val="117500"/>
              </a:lnSpc>
              <a:spcBef>
                <a:spcPts val="0"/>
              </a:spcBef>
              <a:buNone/>
              <a:defRPr sz="1400" b="1" i="0">
                <a:solidFill>
                  <a:schemeClr val="dk1"/>
                </a:solidFill>
                <a:latin typeface="Arial"/>
                <a:ea typeface="Arial"/>
                <a:cs typeface="Arial"/>
                <a:sym typeface="Arial"/>
              </a:defRPr>
            </a:lvl8pPr>
            <a:lvl9pPr marL="12700" marR="0" lvl="8" indent="0" algn="l" rtl="0">
              <a:lnSpc>
                <a:spcPct val="117500"/>
              </a:lnSpc>
              <a:spcBef>
                <a:spcPts val="0"/>
              </a:spcBef>
              <a:buNone/>
              <a:defRPr sz="1400" b="1" i="0">
                <a:solidFill>
                  <a:schemeClr val="dk1"/>
                </a:solidFill>
                <a:latin typeface="Arial"/>
                <a:ea typeface="Arial"/>
                <a:cs typeface="Arial"/>
                <a:sym typeface="Arial"/>
              </a:defRPr>
            </a:lvl9pPr>
          </a:lstStyle>
          <a:p>
            <a:pPr marL="12700" lvl="0" indent="0" algn="l" rtl="0">
              <a:spcBef>
                <a:spcPts val="0"/>
              </a:spcBef>
              <a:spcAft>
                <a:spcPts val="0"/>
              </a:spcAft>
              <a:buNone/>
            </a:pPr>
            <a:r>
              <a:rPr lang="en-US"/>
              <a:t>Chapter 3 — Arithmetic for Computers — </a:t>
            </a:r>
            <a:fld id="{00000000-1234-1234-1234-123412341234}" type="slidenum">
              <a:rPr lang="en-US"/>
              <a:t>‹#›</a:t>
            </a:fld>
            <a:endParaRPr sz="1000" b="0">
              <a:solidFill>
                <a:schemeClr val="dk2"/>
              </a:solidFill>
              <a:latin typeface="Libre Franklin"/>
              <a:ea typeface="Libre Franklin"/>
              <a:cs typeface="Libre Franklin"/>
              <a:sym typeface="Libre Frankli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lvl1pPr marR="0" lvl="0" algn="l" rtl="0">
              <a:lnSpc>
                <a:spcPct val="89000"/>
              </a:lnSpc>
              <a:spcBef>
                <a:spcPts val="0"/>
              </a:spcBef>
              <a:spcAft>
                <a:spcPts val="0"/>
              </a:spcAft>
              <a:buClr>
                <a:schemeClr val="dk2"/>
              </a:buClr>
              <a:buSzPts val="4400"/>
              <a:buFont typeface="Libre Franklin"/>
              <a:buNone/>
              <a:defRPr sz="44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9"/>
          <p:cNvSpPr txBox="1">
            <a:spLocks noGrp="1"/>
          </p:cNvSpPr>
          <p:nvPr>
            <p:ph type="body" idx="1"/>
          </p:nvPr>
        </p:nvSpPr>
        <p:spPr>
          <a:xfrm>
            <a:off x="1028700" y="2286000"/>
            <a:ext cx="7200900" cy="358140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4000"/>
              </a:lnSpc>
              <a:spcBef>
                <a:spcPts val="1000"/>
              </a:spcBef>
              <a:spcAft>
                <a:spcPts val="0"/>
              </a:spcAft>
              <a:buClr>
                <a:schemeClr val="dk2"/>
              </a:buClr>
              <a:buSzPts val="2000"/>
              <a:buFont typeface="Libre Franklin"/>
              <a:buChar char="■"/>
              <a:defRPr sz="2000" b="0" i="0" u="none" strike="noStrike" cap="none">
                <a:solidFill>
                  <a:schemeClr val="dk2"/>
                </a:solidFill>
                <a:latin typeface="Libre Franklin"/>
                <a:ea typeface="Libre Franklin"/>
                <a:cs typeface="Libre Franklin"/>
                <a:sym typeface="Libre Franklin"/>
              </a:defRPr>
            </a:lvl1pPr>
            <a:lvl2pPr marL="914400" marR="0" lvl="1" indent="-355600" algn="l" rtl="0">
              <a:lnSpc>
                <a:spcPct val="94000"/>
              </a:lnSpc>
              <a:spcBef>
                <a:spcPts val="500"/>
              </a:spcBef>
              <a:spcAft>
                <a:spcPts val="0"/>
              </a:spcAft>
              <a:buClr>
                <a:schemeClr val="dk2"/>
              </a:buClr>
              <a:buSzPts val="2000"/>
              <a:buFont typeface="Libre Franklin"/>
              <a:buChar char="–"/>
              <a:defRPr sz="2000" b="0" i="1" u="none" strike="noStrike" cap="none">
                <a:solidFill>
                  <a:schemeClr val="dk2"/>
                </a:solidFill>
                <a:latin typeface="Libre Franklin"/>
                <a:ea typeface="Libre Franklin"/>
                <a:cs typeface="Libre Franklin"/>
                <a:sym typeface="Libre Franklin"/>
              </a:defRPr>
            </a:lvl2pPr>
            <a:lvl3pPr marL="1371600" marR="0" lvl="2" indent="-342900" algn="l" rtl="0">
              <a:lnSpc>
                <a:spcPct val="94000"/>
              </a:lnSpc>
              <a:spcBef>
                <a:spcPts val="500"/>
              </a:spcBef>
              <a:spcAft>
                <a:spcPts val="0"/>
              </a:spcAft>
              <a:buClr>
                <a:schemeClr val="dk2"/>
              </a:buClr>
              <a:buSzPts val="1800"/>
              <a:buFont typeface="Libre Franklin"/>
              <a:buChar char="■"/>
              <a:defRPr sz="1800" b="0" i="0" u="none" strike="noStrike" cap="none">
                <a:solidFill>
                  <a:schemeClr val="dk2"/>
                </a:solidFill>
                <a:latin typeface="Libre Franklin"/>
                <a:ea typeface="Libre Franklin"/>
                <a:cs typeface="Libre Franklin"/>
                <a:sym typeface="Libre Franklin"/>
              </a:defRPr>
            </a:lvl3pPr>
            <a:lvl4pPr marL="1828800" marR="0" lvl="3" indent="-342900" algn="l" rtl="0">
              <a:lnSpc>
                <a:spcPct val="94000"/>
              </a:lnSpc>
              <a:spcBef>
                <a:spcPts val="500"/>
              </a:spcBef>
              <a:spcAft>
                <a:spcPts val="0"/>
              </a:spcAft>
              <a:buClr>
                <a:schemeClr val="dk2"/>
              </a:buClr>
              <a:buSzPts val="1800"/>
              <a:buFont typeface="Libre Franklin"/>
              <a:buChar char="–"/>
              <a:defRPr sz="1800" b="0" i="1" u="none" strike="noStrike" cap="none">
                <a:solidFill>
                  <a:schemeClr val="dk2"/>
                </a:solidFill>
                <a:latin typeface="Libre Franklin"/>
                <a:ea typeface="Libre Franklin"/>
                <a:cs typeface="Libre Franklin"/>
                <a:sym typeface="Libre Franklin"/>
              </a:defRPr>
            </a:lvl4pPr>
            <a:lvl5pPr marL="2286000" marR="0" lvl="4" indent="-330200" algn="l" rtl="0">
              <a:lnSpc>
                <a:spcPct val="94000"/>
              </a:lnSpc>
              <a:spcBef>
                <a:spcPts val="500"/>
              </a:spcBef>
              <a:spcAft>
                <a:spcPts val="0"/>
              </a:spcAft>
              <a:buClr>
                <a:schemeClr val="dk2"/>
              </a:buClr>
              <a:buSzPts val="1600"/>
              <a:buFont typeface="Libre Franklin"/>
              <a:buChar char="■"/>
              <a:defRPr sz="1600" b="0" i="0" u="none" strike="noStrike" cap="none">
                <a:solidFill>
                  <a:schemeClr val="dk2"/>
                </a:solidFill>
                <a:latin typeface="Libre Franklin"/>
                <a:ea typeface="Libre Franklin"/>
                <a:cs typeface="Libre Franklin"/>
                <a:sym typeface="Libre Franklin"/>
              </a:defRPr>
            </a:lvl5pPr>
            <a:lvl6pPr marL="2743200" marR="0" lvl="5" indent="-330200" algn="l" rtl="0">
              <a:lnSpc>
                <a:spcPct val="94000"/>
              </a:lnSpc>
              <a:spcBef>
                <a:spcPts val="500"/>
              </a:spcBef>
              <a:spcAft>
                <a:spcPts val="0"/>
              </a:spcAft>
              <a:buClr>
                <a:schemeClr val="dk2"/>
              </a:buClr>
              <a:buSzPts val="1600"/>
              <a:buFont typeface="Libre Franklin"/>
              <a:buChar char="–"/>
              <a:defRPr sz="1600" b="0" i="1" u="none" strike="noStrike" cap="none">
                <a:solidFill>
                  <a:schemeClr val="dk2"/>
                </a:solidFill>
                <a:latin typeface="Libre Franklin"/>
                <a:ea typeface="Libre Franklin"/>
                <a:cs typeface="Libre Franklin"/>
                <a:sym typeface="Libre Franklin"/>
              </a:defRPr>
            </a:lvl6pPr>
            <a:lvl7pPr marL="3200400" marR="0" lvl="6" indent="-317500" algn="l" rtl="0">
              <a:lnSpc>
                <a:spcPct val="94000"/>
              </a:lnSpc>
              <a:spcBef>
                <a:spcPts val="500"/>
              </a:spcBef>
              <a:spcAft>
                <a:spcPts val="0"/>
              </a:spcAft>
              <a:buClr>
                <a:schemeClr val="dk2"/>
              </a:buClr>
              <a:buSzPts val="1400"/>
              <a:buFont typeface="Libre Franklin"/>
              <a:buChar char="■"/>
              <a:defRPr sz="1400" b="0" i="0" u="none" strike="noStrike" cap="none">
                <a:solidFill>
                  <a:schemeClr val="dk2"/>
                </a:solidFill>
                <a:latin typeface="Libre Franklin"/>
                <a:ea typeface="Libre Franklin"/>
                <a:cs typeface="Libre Franklin"/>
                <a:sym typeface="Libre Franklin"/>
              </a:defRPr>
            </a:lvl7pPr>
            <a:lvl8pPr marL="3657600" marR="0" lvl="7" indent="-317500" algn="l" rtl="0">
              <a:lnSpc>
                <a:spcPct val="94000"/>
              </a:lnSpc>
              <a:spcBef>
                <a:spcPts val="500"/>
              </a:spcBef>
              <a:spcAft>
                <a:spcPts val="0"/>
              </a:spcAft>
              <a:buClr>
                <a:schemeClr val="dk2"/>
              </a:buClr>
              <a:buSzPts val="1400"/>
              <a:buFont typeface="Libre Franklin"/>
              <a:buChar char="–"/>
              <a:defRPr sz="1400" b="0" i="1" u="none" strike="noStrike" cap="none">
                <a:solidFill>
                  <a:schemeClr val="dk2"/>
                </a:solidFill>
                <a:latin typeface="Libre Franklin"/>
                <a:ea typeface="Libre Franklin"/>
                <a:cs typeface="Libre Franklin"/>
                <a:sym typeface="Libre Franklin"/>
              </a:defRPr>
            </a:lvl8pPr>
            <a:lvl9pPr marL="4114800" marR="0" lvl="8" indent="-317500" algn="l" rtl="0">
              <a:lnSpc>
                <a:spcPct val="94000"/>
              </a:lnSpc>
              <a:spcBef>
                <a:spcPts val="500"/>
              </a:spcBef>
              <a:spcAft>
                <a:spcPts val="200"/>
              </a:spcAft>
              <a:buClr>
                <a:schemeClr val="dk2"/>
              </a:buClr>
              <a:buSzPts val="1400"/>
              <a:buFont typeface="Libre Franklin"/>
              <a:buChar char="■"/>
              <a:defRPr sz="1400" b="0" i="0" u="none" strike="noStrike" cap="none">
                <a:solidFill>
                  <a:schemeClr val="dk2"/>
                </a:solidFill>
                <a:latin typeface="Libre Franklin"/>
                <a:ea typeface="Libre Franklin"/>
                <a:cs typeface="Libre Franklin"/>
                <a:sym typeface="Libre Franklin"/>
              </a:defRPr>
            </a:lvl9pPr>
          </a:lstStyle>
          <a:p>
            <a:endParaRPr/>
          </a:p>
        </p:txBody>
      </p:sp>
      <p:sp>
        <p:nvSpPr>
          <p:cNvPr id="8" name="Google Shape;8;p19"/>
          <p:cNvSpPr txBox="1">
            <a:spLocks noGrp="1"/>
          </p:cNvSpPr>
          <p:nvPr>
            <p:ph type="dt" idx="10"/>
          </p:nvPr>
        </p:nvSpPr>
        <p:spPr>
          <a:xfrm>
            <a:off x="1042987" y="6453386"/>
            <a:ext cx="903429"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9" name="Google Shape;9;p19"/>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2"/>
                </a:solidFill>
                <a:latin typeface="Libre Franklin"/>
                <a:ea typeface="Libre Franklin"/>
                <a:cs typeface="Libre Franklin"/>
                <a:sym typeface="Libre Franklin"/>
              </a:defRPr>
            </a:lvl1pPr>
            <a:lvl2pPr marR="0" lvl="1"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2pPr>
            <a:lvl3pPr marR="0" lvl="2"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3pPr>
            <a:lvl4pPr marR="0" lvl="3"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4pPr>
            <a:lvl5pPr marR="0" lvl="4"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5pPr>
            <a:lvl6pPr marR="0" lvl="5"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6pPr>
            <a:lvl7pPr marR="0" lvl="6"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7pPr>
            <a:lvl8pPr marR="0" lvl="7"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8pPr>
            <a:lvl9pPr marR="0" lvl="8" algn="l" rtl="0">
              <a:spcBef>
                <a:spcPts val="0"/>
              </a:spcBef>
              <a:spcAft>
                <a:spcPts val="0"/>
              </a:spcAft>
              <a:buSzPts val="1400"/>
              <a:buNone/>
              <a:defRPr sz="1800" b="0" i="0" u="none" strike="noStrike" cap="none">
                <a:solidFill>
                  <a:schemeClr val="dk1"/>
                </a:solidFill>
                <a:latin typeface="Libre Franklin"/>
                <a:ea typeface="Libre Franklin"/>
                <a:cs typeface="Libre Franklin"/>
                <a:sym typeface="Libre Franklin"/>
              </a:defRPr>
            </a:lvl9pPr>
          </a:lstStyle>
          <a:p>
            <a:endParaRPr/>
          </a:p>
        </p:txBody>
      </p:sp>
      <p:sp>
        <p:nvSpPr>
          <p:cNvPr id="10" name="Google Shape;10;p19"/>
          <p:cNvSpPr txBox="1">
            <a:spLocks noGrp="1"/>
          </p:cNvSpPr>
          <p:nvPr>
            <p:ph type="sldNum" idx="12"/>
          </p:nvPr>
        </p:nvSpPr>
        <p:spPr>
          <a:xfrm>
            <a:off x="7104552" y="6453386"/>
            <a:ext cx="1197219" cy="40461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2"/>
                </a:solidFill>
                <a:latin typeface="Libre Franklin"/>
                <a:ea typeface="Libre Franklin"/>
                <a:cs typeface="Libre Franklin"/>
                <a:sym typeface="Libre Franklin"/>
              </a:defRPr>
            </a:lvl1pPr>
            <a:lvl2pPr marL="0" marR="0" lvl="1" indent="0" algn="r" rtl="0">
              <a:spcBef>
                <a:spcPts val="0"/>
              </a:spcBef>
              <a:buNone/>
              <a:defRPr sz="1000" b="0" i="0" u="none" strike="noStrike" cap="none">
                <a:solidFill>
                  <a:schemeClr val="dk2"/>
                </a:solidFill>
                <a:latin typeface="Libre Franklin"/>
                <a:ea typeface="Libre Franklin"/>
                <a:cs typeface="Libre Franklin"/>
                <a:sym typeface="Libre Franklin"/>
              </a:defRPr>
            </a:lvl2pPr>
            <a:lvl3pPr marL="0" marR="0" lvl="2" indent="0" algn="r" rtl="0">
              <a:spcBef>
                <a:spcPts val="0"/>
              </a:spcBef>
              <a:buNone/>
              <a:defRPr sz="1000" b="0" i="0" u="none" strike="noStrike" cap="none">
                <a:solidFill>
                  <a:schemeClr val="dk2"/>
                </a:solidFill>
                <a:latin typeface="Libre Franklin"/>
                <a:ea typeface="Libre Franklin"/>
                <a:cs typeface="Libre Franklin"/>
                <a:sym typeface="Libre Franklin"/>
              </a:defRPr>
            </a:lvl3pPr>
            <a:lvl4pPr marL="0" marR="0" lvl="3" indent="0" algn="r" rtl="0">
              <a:spcBef>
                <a:spcPts val="0"/>
              </a:spcBef>
              <a:buNone/>
              <a:defRPr sz="1000" b="0" i="0" u="none" strike="noStrike" cap="none">
                <a:solidFill>
                  <a:schemeClr val="dk2"/>
                </a:solidFill>
                <a:latin typeface="Libre Franklin"/>
                <a:ea typeface="Libre Franklin"/>
                <a:cs typeface="Libre Franklin"/>
                <a:sym typeface="Libre Franklin"/>
              </a:defRPr>
            </a:lvl4pPr>
            <a:lvl5pPr marL="0" marR="0" lvl="4" indent="0" algn="r" rtl="0">
              <a:spcBef>
                <a:spcPts val="0"/>
              </a:spcBef>
              <a:buNone/>
              <a:defRPr sz="1000" b="0" i="0" u="none" strike="noStrike" cap="none">
                <a:solidFill>
                  <a:schemeClr val="dk2"/>
                </a:solidFill>
                <a:latin typeface="Libre Franklin"/>
                <a:ea typeface="Libre Franklin"/>
                <a:cs typeface="Libre Franklin"/>
                <a:sym typeface="Libre Franklin"/>
              </a:defRPr>
            </a:lvl5pPr>
            <a:lvl6pPr marL="0" marR="0" lvl="5" indent="0" algn="r" rtl="0">
              <a:spcBef>
                <a:spcPts val="0"/>
              </a:spcBef>
              <a:buNone/>
              <a:defRPr sz="1000" b="0" i="0" u="none" strike="noStrike" cap="none">
                <a:solidFill>
                  <a:schemeClr val="dk2"/>
                </a:solidFill>
                <a:latin typeface="Libre Franklin"/>
                <a:ea typeface="Libre Franklin"/>
                <a:cs typeface="Libre Franklin"/>
                <a:sym typeface="Libre Franklin"/>
              </a:defRPr>
            </a:lvl6pPr>
            <a:lvl7pPr marL="0" marR="0" lvl="6" indent="0" algn="r" rtl="0">
              <a:spcBef>
                <a:spcPts val="0"/>
              </a:spcBef>
              <a:buNone/>
              <a:defRPr sz="1000" b="0" i="0" u="none" strike="noStrike" cap="none">
                <a:solidFill>
                  <a:schemeClr val="dk2"/>
                </a:solidFill>
                <a:latin typeface="Libre Franklin"/>
                <a:ea typeface="Libre Franklin"/>
                <a:cs typeface="Libre Franklin"/>
                <a:sym typeface="Libre Franklin"/>
              </a:defRPr>
            </a:lvl7pPr>
            <a:lvl8pPr marL="0" marR="0" lvl="7" indent="0" algn="r" rtl="0">
              <a:spcBef>
                <a:spcPts val="0"/>
              </a:spcBef>
              <a:buNone/>
              <a:defRPr sz="1000" b="0" i="0" u="none" strike="noStrike" cap="none">
                <a:solidFill>
                  <a:schemeClr val="dk2"/>
                </a:solidFill>
                <a:latin typeface="Libre Franklin"/>
                <a:ea typeface="Libre Franklin"/>
                <a:cs typeface="Libre Franklin"/>
                <a:sym typeface="Libre Franklin"/>
              </a:defRPr>
            </a:lvl8pPr>
            <a:lvl9pPr marL="0" marR="0" lvl="8" indent="0" algn="r" rtl="0">
              <a:spcBef>
                <a:spcPts val="0"/>
              </a:spcBef>
              <a:buNone/>
              <a:defRPr sz="1000" b="0" i="0" u="none" strike="noStrike" cap="none">
                <a:solidFill>
                  <a:schemeClr val="dk2"/>
                </a:solidFill>
                <a:latin typeface="Libre Franklin"/>
                <a:ea typeface="Libre Franklin"/>
                <a:cs typeface="Libre Franklin"/>
                <a:sym typeface="Libre Franklin"/>
              </a:defRPr>
            </a:lvl9pPr>
          </a:lstStyle>
          <a:p>
            <a:pPr marL="0" lvl="0" indent="0" algn="r" rtl="0">
              <a:spcBef>
                <a:spcPts val="0"/>
              </a:spcBef>
              <a:spcAft>
                <a:spcPts val="0"/>
              </a:spcAft>
              <a:buNone/>
            </a:pPr>
            <a:fld id="{00000000-1234-1234-1234-123412341234}" type="slidenum">
              <a:rPr lang="en-US"/>
              <a:t>‹#›</a:t>
            </a:fld>
            <a:endParaRPr/>
          </a:p>
        </p:txBody>
      </p:sp>
      <p:sp>
        <p:nvSpPr>
          <p:cNvPr id="11" name="Google Shape;11;p19"/>
          <p:cNvSpPr/>
          <p:nvPr/>
        </p:nvSpPr>
        <p:spPr>
          <a:xfrm>
            <a:off x="358571" y="376"/>
            <a:ext cx="17145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9" title="Side bar"/>
          <p:cNvSpPr/>
          <p:nvPr/>
        </p:nvSpPr>
        <p:spPr>
          <a:xfrm>
            <a:off x="358571" y="376"/>
            <a:ext cx="17145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6912">
          <p15:clr>
            <a:srgbClr val="F26B43"/>
          </p15:clr>
        </p15:guide>
        <p15:guide id="2" pos="936">
          <p15:clr>
            <a:srgbClr val="F26B43"/>
          </p15:clr>
        </p15:guide>
        <p15:guide id="3" pos="864">
          <p15:clr>
            <a:srgbClr val="F26B43"/>
          </p15:clr>
        </p15:guide>
        <p15:guide id="4" orient="horz" pos="1368">
          <p15:clr>
            <a:srgbClr val="F26B43"/>
          </p15:clr>
        </p15:guide>
        <p15:guide id="5"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5184">
          <p15:clr>
            <a:srgbClr val="F26B43"/>
          </p15:clr>
        </p15:guide>
        <p15:guide id="10" pos="702">
          <p15:clr>
            <a:srgbClr val="F26B43"/>
          </p15:clr>
        </p15:guide>
        <p15:guide id="11" pos="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4.jpg"/><Relationship Id="rId4" Type="http://schemas.openxmlformats.org/officeDocument/2006/relationships/image" Target="../media/image13.jp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3.jpg"/><Relationship Id="rId9"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3.jp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13.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github.com/arm-university/Graphical-Micro-Architecture-Simulator"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https://cpulator.01xz.net/doc/"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1436346" y="1788454"/>
            <a:ext cx="6545828" cy="1245086"/>
          </a:xfrm>
          <a:prstGeom prst="rect">
            <a:avLst/>
          </a:prstGeom>
          <a:noFill/>
          <a:ln>
            <a:noFill/>
          </a:ln>
        </p:spPr>
        <p:txBody>
          <a:bodyPr spcFirstLastPara="1" wrap="square" lIns="91425" tIns="45700" rIns="91425" bIns="45700" anchor="b" anchorCtr="0">
            <a:noAutofit/>
          </a:bodyPr>
          <a:lstStyle/>
          <a:p>
            <a:pPr marL="0" lvl="0" indent="0" algn="ctr" rtl="0">
              <a:lnSpc>
                <a:spcPct val="89000"/>
              </a:lnSpc>
              <a:spcBef>
                <a:spcPts val="0"/>
              </a:spcBef>
              <a:spcAft>
                <a:spcPts val="0"/>
              </a:spcAft>
              <a:buClr>
                <a:schemeClr val="dk2"/>
              </a:buClr>
              <a:buSzPts val="3600"/>
              <a:buFont typeface="Libre Franklin"/>
              <a:buNone/>
            </a:pPr>
            <a:r>
              <a:rPr lang="en-US" sz="3400" b="1">
                <a:latin typeface="Arial"/>
                <a:ea typeface="Arial"/>
                <a:cs typeface="Arial"/>
                <a:sym typeface="Arial"/>
              </a:rPr>
              <a:t>CSE331: </a:t>
            </a:r>
            <a:r>
              <a:rPr lang="en-US" sz="3400">
                <a:solidFill>
                  <a:srgbClr val="2A1A00"/>
                </a:solidFill>
                <a:latin typeface="Arial"/>
                <a:ea typeface="Arial"/>
                <a:cs typeface="Arial"/>
                <a:sym typeface="Arial"/>
              </a:rPr>
              <a:t>MICROPROCESSOR INTERFACING &amp; EMBEDDED SYSTEMS</a:t>
            </a:r>
            <a:endParaRPr sz="3400">
              <a:latin typeface="Arial"/>
              <a:ea typeface="Arial"/>
              <a:cs typeface="Arial"/>
              <a:sym typeface="Arial"/>
            </a:endParaRPr>
          </a:p>
        </p:txBody>
      </p:sp>
      <p:sp>
        <p:nvSpPr>
          <p:cNvPr id="104" name="Google Shape;104;p1"/>
          <p:cNvSpPr txBox="1">
            <a:spLocks noGrp="1"/>
          </p:cNvSpPr>
          <p:nvPr>
            <p:ph type="subTitle" idx="1"/>
          </p:nvPr>
        </p:nvSpPr>
        <p:spPr>
          <a:xfrm>
            <a:off x="2009929" y="3824460"/>
            <a:ext cx="5881004" cy="1257658"/>
          </a:xfrm>
          <a:prstGeom prst="rect">
            <a:avLst/>
          </a:prstGeom>
          <a:noFill/>
          <a:ln>
            <a:noFill/>
          </a:ln>
        </p:spPr>
        <p:txBody>
          <a:bodyPr spcFirstLastPara="1" wrap="square" lIns="91425" tIns="45700" rIns="91425" bIns="45700" anchor="t" anchorCtr="0">
            <a:normAutofit fontScale="77500" lnSpcReduction="20000"/>
          </a:bodyPr>
          <a:lstStyle/>
          <a:p>
            <a:pPr marL="0" lvl="0" indent="0" algn="ctr" rtl="0">
              <a:lnSpc>
                <a:spcPct val="112000"/>
              </a:lnSpc>
              <a:spcBef>
                <a:spcPts val="0"/>
              </a:spcBef>
              <a:spcAft>
                <a:spcPts val="0"/>
              </a:spcAft>
              <a:buClr>
                <a:srgbClr val="595959"/>
              </a:buClr>
              <a:buSzPct val="100000"/>
              <a:buNone/>
            </a:pPr>
            <a:r>
              <a:rPr lang="en-US" sz="2550" dirty="0">
                <a:solidFill>
                  <a:srgbClr val="595959"/>
                </a:solidFill>
              </a:rPr>
              <a:t>Lecture 2:  Introduction to microprocessor #2</a:t>
            </a:r>
            <a:endParaRPr sz="2550" dirty="0">
              <a:solidFill>
                <a:srgbClr val="595959"/>
              </a:solidFill>
            </a:endParaRPr>
          </a:p>
          <a:p>
            <a:pPr marL="0" lvl="0" indent="0" algn="ctr" rtl="0">
              <a:lnSpc>
                <a:spcPct val="112000"/>
              </a:lnSpc>
              <a:spcBef>
                <a:spcPts val="0"/>
              </a:spcBef>
              <a:spcAft>
                <a:spcPts val="0"/>
              </a:spcAft>
              <a:buClr>
                <a:srgbClr val="595959"/>
              </a:buClr>
              <a:buSzPct val="100000"/>
              <a:buNone/>
            </a:pPr>
            <a:r>
              <a:rPr lang="en-US" sz="2550" dirty="0">
                <a:solidFill>
                  <a:srgbClr val="595959"/>
                </a:solidFill>
              </a:rPr>
              <a:t>ARM processor</a:t>
            </a:r>
            <a:endParaRPr sz="2550" dirty="0">
              <a:solidFill>
                <a:srgbClr val="595959"/>
              </a:solidFill>
            </a:endParaRPr>
          </a:p>
          <a:p>
            <a:pPr marL="0" lvl="0" indent="0" algn="ctr" rtl="0">
              <a:lnSpc>
                <a:spcPct val="112000"/>
              </a:lnSpc>
              <a:spcBef>
                <a:spcPts val="0"/>
              </a:spcBef>
              <a:spcAft>
                <a:spcPts val="0"/>
              </a:spcAft>
              <a:buClr>
                <a:schemeClr val="dk2"/>
              </a:buClr>
              <a:buSzPct val="100000"/>
              <a:buNone/>
            </a:pPr>
            <a:endParaRPr sz="2550" dirty="0">
              <a:solidFill>
                <a:srgbClr val="595959"/>
              </a:solidFill>
            </a:endParaRPr>
          </a:p>
          <a:p>
            <a:pPr marL="0" lvl="0" indent="0" algn="ctr" rtl="0">
              <a:lnSpc>
                <a:spcPct val="112000"/>
              </a:lnSpc>
              <a:spcBef>
                <a:spcPts val="0"/>
              </a:spcBef>
              <a:spcAft>
                <a:spcPts val="0"/>
              </a:spcAft>
              <a:buClr>
                <a:srgbClr val="595959"/>
              </a:buClr>
              <a:buSzPct val="100000"/>
              <a:buNone/>
            </a:pPr>
            <a:r>
              <a:rPr lang="en-US" sz="2550" dirty="0" smtClean="0">
                <a:solidFill>
                  <a:srgbClr val="595959"/>
                </a:solidFill>
              </a:rPr>
              <a:t>Credit: </a:t>
            </a:r>
            <a:r>
              <a:rPr lang="en-US" sz="2550" smtClean="0">
                <a:solidFill>
                  <a:srgbClr val="595959"/>
                </a:solidFill>
              </a:rPr>
              <a:t>Dr. Mohammad </a:t>
            </a:r>
            <a:r>
              <a:rPr lang="en-US" sz="2550" dirty="0">
                <a:solidFill>
                  <a:srgbClr val="595959"/>
                </a:solidFill>
              </a:rPr>
              <a:t>A </a:t>
            </a:r>
            <a:r>
              <a:rPr lang="en-US" sz="2550" dirty="0" err="1" smtClean="0">
                <a:solidFill>
                  <a:srgbClr val="595959"/>
                </a:solidFill>
              </a:rPr>
              <a:t>Qayum</a:t>
            </a:r>
            <a:endParaRPr dirty="0"/>
          </a:p>
          <a:p>
            <a:pPr marL="0" lvl="0" indent="0" algn="ctr" rtl="0">
              <a:lnSpc>
                <a:spcPct val="112000"/>
              </a:lnSpc>
              <a:spcBef>
                <a:spcPts val="0"/>
              </a:spcBef>
              <a:spcAft>
                <a:spcPts val="0"/>
              </a:spcAft>
              <a:buClr>
                <a:srgbClr val="595959"/>
              </a:buClr>
              <a:buSzPct val="141666"/>
              <a:buNone/>
            </a:pPr>
            <a:endParaRPr dirty="0"/>
          </a:p>
          <a:p>
            <a:pPr marL="0" lvl="0" indent="0" algn="ctr" rtl="0">
              <a:lnSpc>
                <a:spcPct val="112000"/>
              </a:lnSpc>
              <a:spcBef>
                <a:spcPts val="0"/>
              </a:spcBef>
              <a:spcAft>
                <a:spcPts val="0"/>
              </a:spcAft>
              <a:buClr>
                <a:schemeClr val="dk2"/>
              </a:buClr>
              <a:buSzPct val="100000"/>
              <a:buNone/>
            </a:pP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sz="4000"/>
              <a:t>Samsung gear fitness tracker</a:t>
            </a:r>
            <a:endParaRPr sz="4000"/>
          </a:p>
        </p:txBody>
      </p:sp>
      <p:pic>
        <p:nvPicPr>
          <p:cNvPr id="110" name="Google Shape;110;p2"/>
          <p:cNvPicPr preferRelativeResize="0">
            <a:picLocks noGrp="1"/>
          </p:cNvPicPr>
          <p:nvPr>
            <p:ph type="body" idx="1"/>
          </p:nvPr>
        </p:nvPicPr>
        <p:blipFill rotWithShape="1">
          <a:blip r:embed="rId3">
            <a:alphaModFix/>
          </a:blip>
          <a:srcRect/>
          <a:stretch/>
        </p:blipFill>
        <p:spPr>
          <a:xfrm>
            <a:off x="1615469" y="2280621"/>
            <a:ext cx="6027361" cy="3526241"/>
          </a:xfrm>
          <a:prstGeom prst="rect">
            <a:avLst/>
          </a:prstGeom>
          <a:noFill/>
          <a:ln>
            <a:noFill/>
          </a:ln>
        </p:spPr>
      </p:pic>
      <p:sp>
        <p:nvSpPr>
          <p:cNvPr id="111" name="Google Shape;111;p2"/>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3"/>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Iphone 4 breakdown</a:t>
            </a:r>
            <a:endParaRPr/>
          </a:p>
        </p:txBody>
      </p:sp>
      <p:pic>
        <p:nvPicPr>
          <p:cNvPr id="117" name="Google Shape;117;p3"/>
          <p:cNvPicPr preferRelativeResize="0">
            <a:picLocks noGrp="1"/>
          </p:cNvPicPr>
          <p:nvPr>
            <p:ph type="body" idx="1"/>
          </p:nvPr>
        </p:nvPicPr>
        <p:blipFill rotWithShape="1">
          <a:blip r:embed="rId3">
            <a:alphaModFix/>
          </a:blip>
          <a:srcRect/>
          <a:stretch/>
        </p:blipFill>
        <p:spPr>
          <a:xfrm>
            <a:off x="1411911" y="1602889"/>
            <a:ext cx="6439154" cy="4412879"/>
          </a:xfrm>
          <a:prstGeom prst="rect">
            <a:avLst/>
          </a:prstGeom>
          <a:noFill/>
          <a:ln>
            <a:noFill/>
          </a:ln>
        </p:spPr>
      </p:pic>
      <p:sp>
        <p:nvSpPr>
          <p:cNvPr id="118" name="Google Shape;118;p3"/>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Autofit/>
          </a:bodyPr>
          <a:lstStyle/>
          <a:p>
            <a:pPr marL="0" lvl="0" indent="0" algn="ctr" rtl="0">
              <a:lnSpc>
                <a:spcPct val="89000"/>
              </a:lnSpc>
              <a:spcBef>
                <a:spcPts val="0"/>
              </a:spcBef>
              <a:spcAft>
                <a:spcPts val="0"/>
              </a:spcAft>
              <a:buClr>
                <a:schemeClr val="dk2"/>
              </a:buClr>
              <a:buSzPts val="3000"/>
              <a:buFont typeface="Libre Franklin"/>
              <a:buNone/>
            </a:pPr>
            <a:r>
              <a:rPr lang="en-US" sz="3000" b="1"/>
              <a:t>Features of ARM Cortex-M4 Microcontroller (STM32L475)</a:t>
            </a:r>
            <a:endParaRPr/>
          </a:p>
        </p:txBody>
      </p:sp>
      <p:sp>
        <p:nvSpPr>
          <p:cNvPr id="124" name="Google Shape;124;p4"/>
          <p:cNvSpPr txBox="1">
            <a:spLocks noGrp="1"/>
          </p:cNvSpPr>
          <p:nvPr>
            <p:ph type="body" idx="1"/>
          </p:nvPr>
        </p:nvSpPr>
        <p:spPr>
          <a:xfrm>
            <a:off x="1028700" y="2286000"/>
            <a:ext cx="7200900" cy="3581400"/>
          </a:xfrm>
          <a:prstGeom prst="rect">
            <a:avLst/>
          </a:prstGeom>
          <a:noFill/>
          <a:ln>
            <a:noFill/>
          </a:ln>
        </p:spPr>
        <p:txBody>
          <a:bodyPr spcFirstLastPara="1" wrap="square" lIns="91425" tIns="45700" rIns="91425" bIns="45700" anchor="t" anchorCtr="0">
            <a:normAutofit/>
          </a:bodyPr>
          <a:lstStyle/>
          <a:p>
            <a:pPr marL="384048" lvl="0" indent="-384048" algn="l" rtl="0">
              <a:lnSpc>
                <a:spcPct val="94000"/>
              </a:lnSpc>
              <a:spcBef>
                <a:spcPts val="0"/>
              </a:spcBef>
              <a:spcAft>
                <a:spcPts val="0"/>
              </a:spcAft>
              <a:buClr>
                <a:schemeClr val="dk2"/>
              </a:buClr>
              <a:buSzPts val="2000"/>
              <a:buChar char="■"/>
            </a:pPr>
            <a:r>
              <a:rPr lang="en-US"/>
              <a:t>32-bit CPU (32 bit wide registers and address path) </a:t>
            </a:r>
            <a:endParaRPr/>
          </a:p>
          <a:p>
            <a:pPr marL="384048" lvl="0" indent="-384048" algn="l" rtl="0">
              <a:lnSpc>
                <a:spcPct val="94000"/>
              </a:lnSpc>
              <a:spcBef>
                <a:spcPts val="1200"/>
              </a:spcBef>
              <a:spcAft>
                <a:spcPts val="0"/>
              </a:spcAft>
              <a:buClr>
                <a:schemeClr val="dk2"/>
              </a:buClr>
              <a:buSzPts val="2000"/>
              <a:buChar char="■"/>
            </a:pPr>
            <a:r>
              <a:rPr lang="en-US"/>
              <a:t>856-915 MHz max internal clock</a:t>
            </a:r>
            <a:endParaRPr/>
          </a:p>
          <a:p>
            <a:pPr marL="384048" lvl="0" indent="-384048" algn="l" rtl="0">
              <a:lnSpc>
                <a:spcPct val="94000"/>
              </a:lnSpc>
              <a:spcBef>
                <a:spcPts val="1200"/>
              </a:spcBef>
              <a:spcAft>
                <a:spcPts val="0"/>
              </a:spcAft>
              <a:buClr>
                <a:schemeClr val="dk2"/>
              </a:buClr>
              <a:buSzPts val="2000"/>
              <a:buChar char="■"/>
            </a:pPr>
            <a:r>
              <a:rPr lang="en-US"/>
              <a:t>128 kBytes of on-chip RAM </a:t>
            </a:r>
            <a:endParaRPr/>
          </a:p>
          <a:p>
            <a:pPr marL="384048" lvl="0" indent="-384048" algn="l" rtl="0">
              <a:lnSpc>
                <a:spcPct val="94000"/>
              </a:lnSpc>
              <a:spcBef>
                <a:spcPts val="1200"/>
              </a:spcBef>
              <a:spcAft>
                <a:spcPts val="0"/>
              </a:spcAft>
              <a:buClr>
                <a:schemeClr val="dk2"/>
              </a:buClr>
              <a:buSzPts val="2000"/>
              <a:buChar char="■"/>
            </a:pPr>
            <a:r>
              <a:rPr lang="en-US"/>
              <a:t>1 MBytes of Flash memory </a:t>
            </a:r>
            <a:endParaRPr/>
          </a:p>
          <a:p>
            <a:pPr marL="384048" lvl="0" indent="-384048" algn="l" rtl="0">
              <a:lnSpc>
                <a:spcPct val="94000"/>
              </a:lnSpc>
              <a:spcBef>
                <a:spcPts val="1200"/>
              </a:spcBef>
              <a:spcAft>
                <a:spcPts val="0"/>
              </a:spcAft>
              <a:buClr>
                <a:schemeClr val="dk2"/>
              </a:buClr>
              <a:buSzPts val="2000"/>
              <a:buChar char="■"/>
            </a:pPr>
            <a:r>
              <a:rPr lang="en-US"/>
              <a:t>Sophisticated timer functions that include: input capture, pulse output, … </a:t>
            </a:r>
            <a:endParaRPr/>
          </a:p>
          <a:p>
            <a:pPr marL="384048" lvl="0" indent="-384048" algn="l" rtl="0">
              <a:lnSpc>
                <a:spcPct val="94000"/>
              </a:lnSpc>
              <a:spcBef>
                <a:spcPts val="1200"/>
              </a:spcBef>
              <a:spcAft>
                <a:spcPts val="0"/>
              </a:spcAft>
              <a:buClr>
                <a:schemeClr val="dk2"/>
              </a:buClr>
              <a:buSzPts val="2000"/>
              <a:buChar char="■"/>
            </a:pPr>
            <a:r>
              <a:rPr lang="en-US"/>
              <a:t>Communication interfaces: USART, SPI, I2C, CAN, … </a:t>
            </a:r>
            <a:endParaRPr/>
          </a:p>
          <a:p>
            <a:pPr marL="384048" lvl="0" indent="-384048" algn="l" rtl="0">
              <a:lnSpc>
                <a:spcPct val="94000"/>
              </a:lnSpc>
              <a:spcBef>
                <a:spcPts val="1200"/>
              </a:spcBef>
              <a:spcAft>
                <a:spcPts val="0"/>
              </a:spcAft>
              <a:buClr>
                <a:schemeClr val="dk2"/>
              </a:buClr>
              <a:buSzPts val="2000"/>
              <a:buChar char="■"/>
            </a:pPr>
            <a:r>
              <a:rPr lang="en-US"/>
              <a:t>A/D and D/A converters</a:t>
            </a:r>
            <a:endParaRPr/>
          </a:p>
        </p:txBody>
      </p:sp>
      <p:sp>
        <p:nvSpPr>
          <p:cNvPr id="125" name="Google Shape;125;p4"/>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1028700" y="685800"/>
            <a:ext cx="7486500" cy="14859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600"/>
              <a:buFont typeface="Libre Franklin"/>
              <a:buNone/>
            </a:pPr>
            <a:r>
              <a:rPr lang="en-US" sz="3600"/>
              <a:t>STM32L4 in a development board</a:t>
            </a:r>
            <a:endParaRPr/>
          </a:p>
        </p:txBody>
      </p:sp>
      <p:pic>
        <p:nvPicPr>
          <p:cNvPr id="131" name="Google Shape;131;p5"/>
          <p:cNvPicPr preferRelativeResize="0">
            <a:picLocks noGrp="1"/>
          </p:cNvPicPr>
          <p:nvPr>
            <p:ph type="body" idx="1"/>
          </p:nvPr>
        </p:nvPicPr>
        <p:blipFill rotWithShape="1">
          <a:blip r:embed="rId3">
            <a:alphaModFix/>
          </a:blip>
          <a:srcRect/>
          <a:stretch/>
        </p:blipFill>
        <p:spPr>
          <a:xfrm>
            <a:off x="2189415" y="1828801"/>
            <a:ext cx="4879470" cy="3504304"/>
          </a:xfrm>
          <a:prstGeom prst="rect">
            <a:avLst/>
          </a:prstGeom>
          <a:noFill/>
          <a:ln>
            <a:noFill/>
          </a:ln>
        </p:spPr>
      </p:pic>
      <p:sp>
        <p:nvSpPr>
          <p:cNvPr id="132" name="Google Shape;132;p5"/>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25f44d0f56a_0_113"/>
          <p:cNvSpPr txBox="1">
            <a:spLocks noGrp="1"/>
          </p:cNvSpPr>
          <p:nvPr>
            <p:ph type="title"/>
          </p:nvPr>
        </p:nvSpPr>
        <p:spPr>
          <a:xfrm>
            <a:off x="971550" y="289350"/>
            <a:ext cx="7454400" cy="7929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Clr>
                <a:schemeClr val="dk1"/>
              </a:buClr>
              <a:buSzPct val="31428"/>
              <a:buFont typeface="Arial"/>
              <a:buNone/>
            </a:pPr>
            <a:r>
              <a:rPr lang="en-US" sz="3500" b="1"/>
              <a:t>Let us recap some basics- Electronics</a:t>
            </a:r>
            <a:endParaRPr sz="3500" b="1"/>
          </a:p>
          <a:p>
            <a:pPr marL="0" lvl="0" indent="0" algn="l" rtl="0">
              <a:spcBef>
                <a:spcPts val="0"/>
              </a:spcBef>
              <a:spcAft>
                <a:spcPts val="0"/>
              </a:spcAft>
              <a:buNone/>
            </a:pPr>
            <a:endParaRPr/>
          </a:p>
        </p:txBody>
      </p:sp>
      <p:sp>
        <p:nvSpPr>
          <p:cNvPr id="138" name="Google Shape;138;g25f44d0f56a_0_113"/>
          <p:cNvSpPr txBox="1">
            <a:spLocks noGrp="1"/>
          </p:cNvSpPr>
          <p:nvPr>
            <p:ph type="body" idx="1"/>
          </p:nvPr>
        </p:nvSpPr>
        <p:spPr>
          <a:xfrm>
            <a:off x="1028700" y="1147275"/>
            <a:ext cx="7200900" cy="4388700"/>
          </a:xfrm>
          <a:prstGeom prst="rect">
            <a:avLst/>
          </a:prstGeom>
        </p:spPr>
        <p:txBody>
          <a:bodyPr spcFirstLastPara="1" wrap="square" lIns="91425" tIns="45700" rIns="91425" bIns="45700" anchor="t" anchorCtr="0">
            <a:normAutofit/>
          </a:bodyPr>
          <a:lstStyle/>
          <a:p>
            <a:pPr marL="457200" lvl="0" indent="-342900" algn="l" rtl="0">
              <a:spcBef>
                <a:spcPts val="1000"/>
              </a:spcBef>
              <a:spcAft>
                <a:spcPts val="0"/>
              </a:spcAft>
              <a:buSzPts val="1800"/>
              <a:buChar char="●"/>
            </a:pPr>
            <a:r>
              <a:rPr lang="en-US"/>
              <a:t>Analog circuits (R. L, C) and Digital Circuits (Transistor)</a:t>
            </a:r>
            <a:endParaRPr/>
          </a:p>
          <a:p>
            <a:pPr marL="457200" lvl="0" indent="-342900" algn="l" rtl="0">
              <a:spcBef>
                <a:spcPts val="0"/>
              </a:spcBef>
              <a:spcAft>
                <a:spcPts val="0"/>
              </a:spcAft>
              <a:buSzPts val="1800"/>
              <a:buChar char="●"/>
            </a:pPr>
            <a:r>
              <a:rPr lang="en-US"/>
              <a:t>Flow of electrons is Current</a:t>
            </a:r>
            <a:endParaRPr/>
          </a:p>
          <a:p>
            <a:pPr marL="457200" lvl="0" indent="-342900" algn="l" rtl="0">
              <a:spcBef>
                <a:spcPts val="0"/>
              </a:spcBef>
              <a:spcAft>
                <a:spcPts val="0"/>
              </a:spcAft>
              <a:buSzPts val="1800"/>
              <a:buChar char="●"/>
            </a:pPr>
            <a:r>
              <a:rPr lang="en-US"/>
              <a:t>HI or “1” logic is 5 volt that means large amount of electron will flow from measuring point to common point</a:t>
            </a:r>
            <a:endParaRPr/>
          </a:p>
          <a:p>
            <a:pPr marL="457200" lvl="0" indent="-342900" algn="l" rtl="0">
              <a:spcBef>
                <a:spcPts val="0"/>
              </a:spcBef>
              <a:spcAft>
                <a:spcPts val="0"/>
              </a:spcAft>
              <a:buSzPts val="1800"/>
              <a:buChar char="●"/>
            </a:pPr>
            <a:r>
              <a:rPr lang="en-US"/>
              <a:t>LOW or “0” logic is 0 volt that means no amount of electron will flow from measuring point to common point</a:t>
            </a:r>
            <a:endParaRPr/>
          </a:p>
          <a:p>
            <a:pPr marL="457200" lvl="0" indent="-342900" algn="l" rtl="0">
              <a:spcBef>
                <a:spcPts val="0"/>
              </a:spcBef>
              <a:spcAft>
                <a:spcPts val="0"/>
              </a:spcAft>
              <a:buSzPts val="1800"/>
              <a:buChar char="●"/>
            </a:pPr>
            <a:r>
              <a:rPr lang="en-US"/>
              <a:t>“1” logic stores enough electrons through capacitance effect using semiconducting technology that will create 5 volt potential</a:t>
            </a:r>
            <a:endParaRPr/>
          </a:p>
          <a:p>
            <a:pPr marL="0" lvl="0" indent="0" algn="l" rtl="0">
              <a:spcBef>
                <a:spcPts val="1000"/>
              </a:spcBef>
              <a:spcAft>
                <a:spcPts val="200"/>
              </a:spcAft>
              <a:buNone/>
            </a:pPr>
            <a:endParaRPr/>
          </a:p>
        </p:txBody>
      </p:sp>
      <p:pic>
        <p:nvPicPr>
          <p:cNvPr id="139" name="Google Shape;139;g25f44d0f56a_0_113"/>
          <p:cNvPicPr preferRelativeResize="0"/>
          <p:nvPr/>
        </p:nvPicPr>
        <p:blipFill>
          <a:blip r:embed="rId3">
            <a:alphaModFix/>
          </a:blip>
          <a:stretch>
            <a:fillRect/>
          </a:stretch>
        </p:blipFill>
        <p:spPr>
          <a:xfrm>
            <a:off x="1740850" y="4427200"/>
            <a:ext cx="5231874" cy="2201350"/>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25f3a1087f3_0_91"/>
          <p:cNvSpPr txBox="1">
            <a:spLocks noGrp="1"/>
          </p:cNvSpPr>
          <p:nvPr>
            <p:ph type="title"/>
          </p:nvPr>
        </p:nvSpPr>
        <p:spPr>
          <a:xfrm>
            <a:off x="971550" y="265150"/>
            <a:ext cx="7200900" cy="120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MOSFET: nMOS &amp; pMOS</a:t>
            </a:r>
            <a:endParaRPr/>
          </a:p>
        </p:txBody>
      </p:sp>
      <p:sp>
        <p:nvSpPr>
          <p:cNvPr id="145" name="Google Shape;145;g25f3a1087f3_0_91"/>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a:bodyPr>
          <a:lstStyle/>
          <a:p>
            <a:pPr marL="0" lvl="0" indent="0" algn="l" rtl="0">
              <a:spcBef>
                <a:spcPts val="1000"/>
              </a:spcBef>
              <a:spcAft>
                <a:spcPts val="200"/>
              </a:spcAft>
              <a:buNone/>
            </a:pPr>
            <a:endParaRPr/>
          </a:p>
        </p:txBody>
      </p:sp>
      <p:pic>
        <p:nvPicPr>
          <p:cNvPr id="146" name="Google Shape;146;g25f3a1087f3_0_91"/>
          <p:cNvPicPr preferRelativeResize="0"/>
          <p:nvPr/>
        </p:nvPicPr>
        <p:blipFill rotWithShape="1">
          <a:blip r:embed="rId3">
            <a:alphaModFix/>
          </a:blip>
          <a:srcRect t="-5820" r="-5820"/>
          <a:stretch/>
        </p:blipFill>
        <p:spPr>
          <a:xfrm>
            <a:off x="1238250" y="1321349"/>
            <a:ext cx="7200900" cy="506763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g25f3a1087f3_0_97"/>
          <p:cNvSpPr txBox="1">
            <a:spLocks noGrp="1"/>
          </p:cNvSpPr>
          <p:nvPr>
            <p:ph type="title"/>
          </p:nvPr>
        </p:nvSpPr>
        <p:spPr>
          <a:xfrm>
            <a:off x="971550" y="316150"/>
            <a:ext cx="7200900" cy="1485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sz="3100"/>
              <a:t>MOSFET: Channel Length (process technology node- 90nm)</a:t>
            </a:r>
            <a:endParaRPr sz="3100"/>
          </a:p>
        </p:txBody>
      </p:sp>
      <p:sp>
        <p:nvSpPr>
          <p:cNvPr id="152" name="Google Shape;152;g25f3a1087f3_0_97"/>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a:bodyPr>
          <a:lstStyle/>
          <a:p>
            <a:pPr marL="0" lvl="0" indent="0" algn="l" rtl="0">
              <a:spcBef>
                <a:spcPts val="1000"/>
              </a:spcBef>
              <a:spcAft>
                <a:spcPts val="200"/>
              </a:spcAft>
              <a:buNone/>
            </a:pPr>
            <a:endParaRPr/>
          </a:p>
        </p:txBody>
      </p:sp>
      <p:pic>
        <p:nvPicPr>
          <p:cNvPr id="153" name="Google Shape;153;g25f3a1087f3_0_97"/>
          <p:cNvPicPr preferRelativeResize="0"/>
          <p:nvPr/>
        </p:nvPicPr>
        <p:blipFill>
          <a:blip r:embed="rId3">
            <a:alphaModFix/>
          </a:blip>
          <a:stretch>
            <a:fillRect/>
          </a:stretch>
        </p:blipFill>
        <p:spPr>
          <a:xfrm>
            <a:off x="1524000" y="2468975"/>
            <a:ext cx="6096000" cy="2990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g25f3a1087f3_0_103"/>
          <p:cNvSpPr txBox="1">
            <a:spLocks noGrp="1"/>
          </p:cNvSpPr>
          <p:nvPr>
            <p:ph type="title"/>
          </p:nvPr>
        </p:nvSpPr>
        <p:spPr>
          <a:xfrm>
            <a:off x="1028700" y="685800"/>
            <a:ext cx="7662600" cy="869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SzPts val="990"/>
              <a:buNone/>
            </a:pPr>
            <a:r>
              <a:rPr lang="en-US" sz="3259"/>
              <a:t>CMOS: not, nand, nor (universal gates)</a:t>
            </a:r>
            <a:endParaRPr sz="3259"/>
          </a:p>
        </p:txBody>
      </p:sp>
      <p:pic>
        <p:nvPicPr>
          <p:cNvPr id="159" name="Google Shape;159;g25f3a1087f3_0_103"/>
          <p:cNvPicPr preferRelativeResize="0"/>
          <p:nvPr/>
        </p:nvPicPr>
        <p:blipFill>
          <a:blip r:embed="rId3">
            <a:alphaModFix/>
          </a:blip>
          <a:stretch>
            <a:fillRect/>
          </a:stretch>
        </p:blipFill>
        <p:spPr>
          <a:xfrm>
            <a:off x="3783139" y="1992375"/>
            <a:ext cx="4034889" cy="3581400"/>
          </a:xfrm>
          <a:prstGeom prst="rect">
            <a:avLst/>
          </a:prstGeom>
          <a:noFill/>
          <a:ln>
            <a:noFill/>
          </a:ln>
        </p:spPr>
      </p:pic>
      <p:pic>
        <p:nvPicPr>
          <p:cNvPr id="160" name="Google Shape;160;g25f3a1087f3_0_103"/>
          <p:cNvPicPr preferRelativeResize="0"/>
          <p:nvPr/>
        </p:nvPicPr>
        <p:blipFill>
          <a:blip r:embed="rId4">
            <a:alphaModFix/>
          </a:blip>
          <a:stretch>
            <a:fillRect/>
          </a:stretch>
        </p:blipFill>
        <p:spPr>
          <a:xfrm>
            <a:off x="2077800" y="1992375"/>
            <a:ext cx="1705350" cy="3143175"/>
          </a:xfrm>
          <a:prstGeom prst="rect">
            <a:avLst/>
          </a:prstGeom>
          <a:noFill/>
          <a:ln>
            <a:noFill/>
          </a:ln>
        </p:spPr>
      </p:pic>
      <p:sp>
        <p:nvSpPr>
          <p:cNvPr id="161" name="Google Shape;161;g25f3a1087f3_0_103"/>
          <p:cNvSpPr txBox="1"/>
          <p:nvPr/>
        </p:nvSpPr>
        <p:spPr>
          <a:xfrm>
            <a:off x="2090550" y="5175375"/>
            <a:ext cx="1705500" cy="39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highlight>
                  <a:schemeClr val="lt1"/>
                </a:highlight>
                <a:latin typeface="Libre Franklin"/>
                <a:ea typeface="Libre Franklin"/>
                <a:cs typeface="Libre Franklin"/>
                <a:sym typeface="Libre Franklin"/>
              </a:rPr>
              <a:t>               NOT                               </a:t>
            </a:r>
            <a:endParaRPr>
              <a:highlight>
                <a:schemeClr val="lt1"/>
              </a:highlight>
              <a:latin typeface="Libre Franklin"/>
              <a:ea typeface="Libre Franklin"/>
              <a:cs typeface="Libre Franklin"/>
              <a:sym typeface="Libre Frankli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65"/>
        <p:cNvGrpSpPr/>
        <p:nvPr/>
      </p:nvGrpSpPr>
      <p:grpSpPr>
        <a:xfrm>
          <a:off x="0" y="0"/>
          <a:ext cx="0" cy="0"/>
          <a:chOff x="0" y="0"/>
          <a:chExt cx="0" cy="0"/>
        </a:xfrm>
      </p:grpSpPr>
      <p:sp>
        <p:nvSpPr>
          <p:cNvPr id="166" name="Google Shape;166;g25f44d0f56a_0_119"/>
          <p:cNvSpPr txBox="1">
            <a:spLocks noGrp="1"/>
          </p:cNvSpPr>
          <p:nvPr>
            <p:ph type="title"/>
          </p:nvPr>
        </p:nvSpPr>
        <p:spPr>
          <a:xfrm>
            <a:off x="875800" y="282450"/>
            <a:ext cx="7614900" cy="18600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000"/>
              <a:t>Digital Circuit Classification:</a:t>
            </a:r>
            <a:endParaRPr sz="4000"/>
          </a:p>
          <a:p>
            <a:pPr marL="12700" lvl="0" indent="0" algn="l" rtl="0">
              <a:lnSpc>
                <a:spcPct val="100000"/>
              </a:lnSpc>
              <a:spcBef>
                <a:spcPts val="0"/>
              </a:spcBef>
              <a:spcAft>
                <a:spcPts val="0"/>
              </a:spcAft>
              <a:buNone/>
            </a:pPr>
            <a:r>
              <a:rPr lang="en-US" sz="4000"/>
              <a:t>Combinational Circuits</a:t>
            </a:r>
            <a:endParaRPr sz="4000"/>
          </a:p>
          <a:p>
            <a:pPr marL="12700" lvl="0" indent="0" algn="l" rtl="0">
              <a:lnSpc>
                <a:spcPct val="100000"/>
              </a:lnSpc>
              <a:spcBef>
                <a:spcPts val="0"/>
              </a:spcBef>
              <a:spcAft>
                <a:spcPts val="0"/>
              </a:spcAft>
              <a:buClr>
                <a:schemeClr val="dk1"/>
              </a:buClr>
              <a:buFont typeface="Arial"/>
              <a:buNone/>
            </a:pPr>
            <a:endParaRPr sz="4000"/>
          </a:p>
        </p:txBody>
      </p:sp>
      <p:sp>
        <p:nvSpPr>
          <p:cNvPr id="167" name="Google Shape;167;g25f44d0f56a_0_119"/>
          <p:cNvSpPr txBox="1"/>
          <p:nvPr/>
        </p:nvSpPr>
        <p:spPr>
          <a:xfrm>
            <a:off x="764554" y="1889892"/>
            <a:ext cx="7614900" cy="4380600"/>
          </a:xfrm>
          <a:prstGeom prst="rect">
            <a:avLst/>
          </a:prstGeom>
          <a:noFill/>
          <a:ln>
            <a:noFill/>
          </a:ln>
        </p:spPr>
        <p:txBody>
          <a:bodyPr spcFirstLastPara="1" wrap="square" lIns="0" tIns="43800" rIns="0" bIns="0" anchor="t" anchorCtr="0">
            <a:spAutoFit/>
          </a:bodyPr>
          <a:lstStyle/>
          <a:p>
            <a:pPr marL="304800" marR="0" lvl="0" indent="-305435" algn="l" rtl="0">
              <a:lnSpc>
                <a:spcPct val="100000"/>
              </a:lnSpc>
              <a:spcBef>
                <a:spcPts val="0"/>
              </a:spcBef>
              <a:spcAft>
                <a:spcPts val="0"/>
              </a:spcAft>
              <a:buClr>
                <a:srgbClr val="EBEAAC"/>
              </a:buClr>
              <a:buSzPts val="1800"/>
              <a:buFont typeface="Noto Sans Symbols"/>
              <a:buChar char="■"/>
            </a:pPr>
            <a:endParaRPr sz="2600">
              <a:latin typeface="Arial"/>
              <a:ea typeface="Arial"/>
              <a:cs typeface="Arial"/>
              <a:sym typeface="Arial"/>
            </a:endParaRPr>
          </a:p>
          <a:p>
            <a:pPr marL="641985" marR="1315720" lvl="1" indent="-251459" algn="l" rtl="0">
              <a:lnSpc>
                <a:spcPct val="101000"/>
              </a:lnSpc>
              <a:spcBef>
                <a:spcPts val="215"/>
              </a:spcBef>
              <a:spcAft>
                <a:spcPts val="0"/>
              </a:spcAft>
              <a:buClr>
                <a:srgbClr val="91AEBE"/>
              </a:buClr>
              <a:buSzPts val="1400"/>
              <a:buFont typeface="Noto Sans Symbols"/>
              <a:buChar char="■"/>
            </a:pPr>
            <a:r>
              <a:rPr lang="en-US" sz="2600" b="0" i="0" u="none" strike="noStrike" cap="none">
                <a:latin typeface="Arial"/>
                <a:ea typeface="Arial"/>
                <a:cs typeface="Arial"/>
                <a:sym typeface="Arial"/>
              </a:rPr>
              <a:t>Output depends only solely on the current  combination of circuit inputs</a:t>
            </a:r>
            <a:endParaRPr sz="2600" b="0" i="0" u="none" strike="noStrike" cap="none">
              <a:latin typeface="Arial"/>
              <a:ea typeface="Arial"/>
              <a:cs typeface="Arial"/>
              <a:sym typeface="Arial"/>
            </a:endParaRPr>
          </a:p>
          <a:p>
            <a:pPr marL="914400" marR="1315720" lvl="0" indent="0" algn="l" rtl="0">
              <a:lnSpc>
                <a:spcPct val="101000"/>
              </a:lnSpc>
              <a:spcBef>
                <a:spcPts val="215"/>
              </a:spcBef>
              <a:spcAft>
                <a:spcPts val="0"/>
              </a:spcAft>
              <a:buNone/>
            </a:pPr>
            <a:endParaRPr sz="2600"/>
          </a:p>
          <a:p>
            <a:pPr marL="641985" marR="535305" lvl="1" indent="-251459" algn="l" rtl="0">
              <a:lnSpc>
                <a:spcPct val="101000"/>
              </a:lnSpc>
              <a:spcBef>
                <a:spcPts val="405"/>
              </a:spcBef>
              <a:spcAft>
                <a:spcPts val="0"/>
              </a:spcAft>
              <a:buClr>
                <a:srgbClr val="91AEBE"/>
              </a:buClr>
              <a:buSzPts val="1400"/>
              <a:buFont typeface="Noto Sans Symbols"/>
              <a:buChar char="■"/>
            </a:pPr>
            <a:r>
              <a:rPr lang="en-US" sz="2600" b="0" i="0" u="none" strike="noStrike" cap="none">
                <a:latin typeface="Arial"/>
                <a:ea typeface="Arial"/>
                <a:cs typeface="Arial"/>
                <a:sym typeface="Arial"/>
              </a:rPr>
              <a:t>Same set of input will always produce the same  outputs</a:t>
            </a:r>
            <a:endParaRPr sz="2600" b="0" i="0" u="none" strike="noStrike" cap="none">
              <a:latin typeface="Arial"/>
              <a:ea typeface="Arial"/>
              <a:cs typeface="Arial"/>
              <a:sym typeface="Arial"/>
            </a:endParaRPr>
          </a:p>
          <a:p>
            <a:pPr marL="914400" marR="535305" lvl="0" indent="0" algn="l" rtl="0">
              <a:lnSpc>
                <a:spcPct val="101000"/>
              </a:lnSpc>
              <a:spcBef>
                <a:spcPts val="405"/>
              </a:spcBef>
              <a:spcAft>
                <a:spcPts val="0"/>
              </a:spcAft>
              <a:buNone/>
            </a:pPr>
            <a:endParaRPr sz="2600"/>
          </a:p>
          <a:p>
            <a:pPr marL="647700" marR="0" lvl="1" indent="-257175" algn="l" rtl="0">
              <a:lnSpc>
                <a:spcPct val="100000"/>
              </a:lnSpc>
              <a:spcBef>
                <a:spcPts val="680"/>
              </a:spcBef>
              <a:spcAft>
                <a:spcPts val="0"/>
              </a:spcAft>
              <a:buClr>
                <a:srgbClr val="91AEBE"/>
              </a:buClr>
              <a:buSzPts val="1400"/>
              <a:buFont typeface="Noto Sans Symbols"/>
              <a:buChar char="■"/>
            </a:pPr>
            <a:r>
              <a:rPr lang="en-US" sz="2600" b="0" i="0" u="none" strike="noStrike" cap="none">
                <a:latin typeface="Arial"/>
                <a:ea typeface="Arial"/>
                <a:cs typeface="Arial"/>
                <a:sym typeface="Arial"/>
              </a:rPr>
              <a:t>Consists of basic gates such as AND, OR, NOR, NAND, and NOT gates</a:t>
            </a:r>
            <a:endParaRPr sz="2600" b="0" i="0" u="none" strike="noStrike" cap="none">
              <a:latin typeface="Arial"/>
              <a:ea typeface="Arial"/>
              <a:cs typeface="Arial"/>
              <a:sym typeface="Arial"/>
            </a:endParaRPr>
          </a:p>
          <a:p>
            <a:pPr marL="304800" marR="0" lvl="0" indent="-305435" algn="l" rtl="0">
              <a:lnSpc>
                <a:spcPct val="100000"/>
              </a:lnSpc>
              <a:spcBef>
                <a:spcPts val="500"/>
              </a:spcBef>
              <a:spcAft>
                <a:spcPts val="0"/>
              </a:spcAft>
              <a:buClr>
                <a:srgbClr val="EBEAAC"/>
              </a:buClr>
              <a:buSzPts val="1800"/>
              <a:buFont typeface="Noto Sans Symbols"/>
              <a:buChar char="■"/>
            </a:pPr>
            <a:endParaRPr sz="2600" b="0" i="0" u="none" strike="noStrike" cap="non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g25f44d0f56a_0_126"/>
          <p:cNvSpPr txBox="1">
            <a:spLocks noGrp="1"/>
          </p:cNvSpPr>
          <p:nvPr>
            <p:ph type="title"/>
          </p:nvPr>
        </p:nvSpPr>
        <p:spPr>
          <a:xfrm>
            <a:off x="1198251" y="163825"/>
            <a:ext cx="7784700" cy="602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Sequential Circuits</a:t>
            </a:r>
            <a:endParaRPr/>
          </a:p>
        </p:txBody>
      </p:sp>
      <p:sp>
        <p:nvSpPr>
          <p:cNvPr id="173" name="Google Shape;173;g25f44d0f56a_0_126"/>
          <p:cNvSpPr txBox="1">
            <a:spLocks noGrp="1"/>
          </p:cNvSpPr>
          <p:nvPr>
            <p:ph type="body" idx="1"/>
          </p:nvPr>
        </p:nvSpPr>
        <p:spPr>
          <a:xfrm>
            <a:off x="705103" y="1062043"/>
            <a:ext cx="7733700" cy="5402100"/>
          </a:xfrm>
          <a:prstGeom prst="rect">
            <a:avLst/>
          </a:prstGeom>
        </p:spPr>
        <p:txBody>
          <a:bodyPr spcFirstLastPara="1" wrap="square" lIns="0" tIns="0" rIns="0" bIns="0" anchor="t" anchorCtr="0">
            <a:spAutoFit/>
          </a:bodyPr>
          <a:lstStyle/>
          <a:p>
            <a:pPr marL="304800" lvl="0" indent="-280035" algn="l" rtl="0">
              <a:spcBef>
                <a:spcPts val="500"/>
              </a:spcBef>
              <a:spcAft>
                <a:spcPts val="0"/>
              </a:spcAft>
              <a:buClr>
                <a:srgbClr val="EBEAAC"/>
              </a:buClr>
              <a:buSzPts val="1400"/>
              <a:buFont typeface="Noto Sans Symbols"/>
              <a:buChar char="■"/>
            </a:pPr>
            <a:endParaRPr sz="2200"/>
          </a:p>
          <a:p>
            <a:pPr marL="641985" marR="248920" lvl="1" indent="-264160" algn="l" rtl="0">
              <a:spcBef>
                <a:spcPts val="600"/>
              </a:spcBef>
              <a:spcAft>
                <a:spcPts val="0"/>
              </a:spcAft>
              <a:buClr>
                <a:srgbClr val="91AEBE"/>
              </a:buClr>
              <a:buSzPts val="1600"/>
              <a:buFont typeface="Noto Sans Symbols"/>
              <a:buChar char="■"/>
            </a:pPr>
            <a:r>
              <a:rPr lang="en-US" sz="2800">
                <a:solidFill>
                  <a:schemeClr val="dk1"/>
                </a:solidFill>
                <a:latin typeface="Arial"/>
                <a:ea typeface="Arial"/>
                <a:cs typeface="Arial"/>
                <a:sym typeface="Arial"/>
              </a:rPr>
              <a:t>Output depends on the current inputs and state of  the circuit (or past sequence of inputs)</a:t>
            </a:r>
            <a:endParaRPr sz="2800">
              <a:solidFill>
                <a:schemeClr val="dk1"/>
              </a:solidFill>
              <a:latin typeface="Arial"/>
              <a:ea typeface="Arial"/>
              <a:cs typeface="Arial"/>
              <a:sym typeface="Arial"/>
            </a:endParaRPr>
          </a:p>
          <a:p>
            <a:pPr marL="914400" marR="248920" lvl="0" indent="0" algn="l" rtl="0">
              <a:spcBef>
                <a:spcPts val="600"/>
              </a:spcBef>
              <a:spcAft>
                <a:spcPts val="0"/>
              </a:spcAft>
              <a:buNone/>
            </a:pPr>
            <a:endParaRPr sz="2800">
              <a:solidFill>
                <a:schemeClr val="dk1"/>
              </a:solidFill>
              <a:latin typeface="Arial"/>
              <a:ea typeface="Arial"/>
              <a:cs typeface="Arial"/>
              <a:sym typeface="Arial"/>
            </a:endParaRPr>
          </a:p>
          <a:p>
            <a:pPr marL="641985" marR="332740" lvl="1" indent="-264160" algn="l" rtl="0">
              <a:lnSpc>
                <a:spcPct val="101000"/>
              </a:lnSpc>
              <a:spcBef>
                <a:spcPts val="220"/>
              </a:spcBef>
              <a:spcAft>
                <a:spcPts val="0"/>
              </a:spcAft>
              <a:buClr>
                <a:srgbClr val="91AEBE"/>
              </a:buClr>
              <a:buSzPts val="1600"/>
              <a:buFont typeface="Noto Sans Symbols"/>
              <a:buChar char="■"/>
            </a:pPr>
            <a:r>
              <a:rPr lang="en-US" sz="2800">
                <a:solidFill>
                  <a:schemeClr val="dk1"/>
                </a:solidFill>
                <a:latin typeface="Arial"/>
                <a:ea typeface="Arial"/>
                <a:cs typeface="Arial"/>
                <a:sym typeface="Arial"/>
              </a:rPr>
              <a:t>Memory elements such as flip-flops and </a:t>
            </a:r>
            <a:endParaRPr sz="2800">
              <a:solidFill>
                <a:schemeClr val="dk1"/>
              </a:solidFill>
              <a:latin typeface="Arial"/>
              <a:ea typeface="Arial"/>
              <a:cs typeface="Arial"/>
              <a:sym typeface="Arial"/>
            </a:endParaRPr>
          </a:p>
          <a:p>
            <a:pPr marL="914400" marR="332740" lvl="0" indent="0" algn="l" rtl="0">
              <a:lnSpc>
                <a:spcPct val="101000"/>
              </a:lnSpc>
              <a:spcBef>
                <a:spcPts val="220"/>
              </a:spcBef>
              <a:spcAft>
                <a:spcPts val="0"/>
              </a:spcAft>
              <a:buNone/>
            </a:pPr>
            <a:endParaRPr sz="2800">
              <a:solidFill>
                <a:schemeClr val="dk1"/>
              </a:solidFill>
              <a:latin typeface="Arial"/>
              <a:ea typeface="Arial"/>
              <a:cs typeface="Arial"/>
              <a:sym typeface="Arial"/>
            </a:endParaRPr>
          </a:p>
          <a:p>
            <a:pPr marL="641985" marR="332740" lvl="1" indent="-264160" algn="l" rtl="0">
              <a:lnSpc>
                <a:spcPct val="101000"/>
              </a:lnSpc>
              <a:spcBef>
                <a:spcPts val="220"/>
              </a:spcBef>
              <a:spcAft>
                <a:spcPts val="0"/>
              </a:spcAft>
              <a:buClr>
                <a:srgbClr val="91AEBE"/>
              </a:buClr>
              <a:buSzPts val="1600"/>
              <a:buFont typeface="Noto Sans Symbols"/>
              <a:buChar char="■"/>
            </a:pPr>
            <a:r>
              <a:rPr lang="en-US" sz="2800">
                <a:solidFill>
                  <a:schemeClr val="dk1"/>
                </a:solidFill>
                <a:latin typeface="Arial"/>
                <a:ea typeface="Arial"/>
                <a:cs typeface="Arial"/>
                <a:sym typeface="Arial"/>
              </a:rPr>
              <a:t>registers  are required to store the “state”</a:t>
            </a:r>
            <a:endParaRPr sz="2800">
              <a:solidFill>
                <a:schemeClr val="dk1"/>
              </a:solidFill>
              <a:latin typeface="Arial"/>
              <a:ea typeface="Arial"/>
              <a:cs typeface="Arial"/>
              <a:sym typeface="Arial"/>
            </a:endParaRPr>
          </a:p>
          <a:p>
            <a:pPr marL="914400" marR="332740" lvl="0" indent="0" algn="l" rtl="0">
              <a:lnSpc>
                <a:spcPct val="101000"/>
              </a:lnSpc>
              <a:spcBef>
                <a:spcPts val="220"/>
              </a:spcBef>
              <a:spcAft>
                <a:spcPts val="0"/>
              </a:spcAft>
              <a:buNone/>
            </a:pPr>
            <a:endParaRPr sz="2800">
              <a:solidFill>
                <a:schemeClr val="dk1"/>
              </a:solidFill>
              <a:latin typeface="Arial"/>
              <a:ea typeface="Arial"/>
              <a:cs typeface="Arial"/>
              <a:sym typeface="Arial"/>
            </a:endParaRPr>
          </a:p>
          <a:p>
            <a:pPr marL="641985" marR="100965" lvl="1" indent="-264160" algn="l" rtl="0">
              <a:lnSpc>
                <a:spcPct val="101000"/>
              </a:lnSpc>
              <a:spcBef>
                <a:spcPts val="400"/>
              </a:spcBef>
              <a:spcAft>
                <a:spcPts val="0"/>
              </a:spcAft>
              <a:buClr>
                <a:srgbClr val="91AEBE"/>
              </a:buClr>
              <a:buSzPts val="1600"/>
              <a:buFont typeface="Noto Sans Symbols"/>
              <a:buChar char="■"/>
            </a:pPr>
            <a:r>
              <a:rPr lang="en-US" sz="2800">
                <a:solidFill>
                  <a:schemeClr val="dk1"/>
                </a:solidFill>
                <a:latin typeface="Arial"/>
                <a:ea typeface="Arial"/>
                <a:cs typeface="Arial"/>
                <a:sym typeface="Arial"/>
              </a:rPr>
              <a:t>Same set of input can produce completely different  outputs</a:t>
            </a:r>
            <a:endParaRPr sz="2800">
              <a:solidFill>
                <a:schemeClr val="dk1"/>
              </a:solidFill>
              <a:latin typeface="Arial"/>
              <a:ea typeface="Arial"/>
              <a:cs typeface="Arial"/>
              <a:sym typeface="Arial"/>
            </a:endParaRPr>
          </a:p>
          <a:p>
            <a:pPr marL="0" lvl="0" indent="0" algn="l" rtl="0">
              <a:spcBef>
                <a:spcPts val="1000"/>
              </a:spcBef>
              <a:spcAft>
                <a:spcPts val="20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7"/>
          <p:cNvSpPr txBox="1">
            <a:spLocks noGrp="1"/>
          </p:cNvSpPr>
          <p:nvPr>
            <p:ph type="title"/>
          </p:nvPr>
        </p:nvSpPr>
        <p:spPr>
          <a:xfrm>
            <a:off x="794013" y="469100"/>
            <a:ext cx="7724700" cy="678000"/>
          </a:xfrm>
          <a:prstGeom prst="rect">
            <a:avLst/>
          </a:prstGeom>
          <a:noFill/>
          <a:ln>
            <a:noFill/>
          </a:ln>
        </p:spPr>
        <p:txBody>
          <a:bodyPr spcFirstLastPara="1" wrap="square" lIns="91425" tIns="45700" rIns="91425" bIns="45700" anchor="t" anchorCtr="0">
            <a:noAutofit/>
          </a:bodyPr>
          <a:lstStyle/>
          <a:p>
            <a:pPr marL="0" lvl="0" indent="0" algn="l" rtl="0">
              <a:lnSpc>
                <a:spcPct val="89000"/>
              </a:lnSpc>
              <a:spcBef>
                <a:spcPts val="0"/>
              </a:spcBef>
              <a:spcAft>
                <a:spcPts val="0"/>
              </a:spcAft>
              <a:buClr>
                <a:schemeClr val="dk2"/>
              </a:buClr>
              <a:buSzPts val="3960"/>
              <a:buFont typeface="Libre Franklin"/>
              <a:buNone/>
            </a:pPr>
            <a:r>
              <a:rPr lang="en-US" sz="3559"/>
              <a:t>Sequential Circuit: State Machines</a:t>
            </a:r>
            <a:endParaRPr sz="3559"/>
          </a:p>
        </p:txBody>
      </p:sp>
      <p:sp>
        <p:nvSpPr>
          <p:cNvPr id="179" name="Google Shape;179;p7"/>
          <p:cNvSpPr txBox="1">
            <a:spLocks noGrp="1"/>
          </p:cNvSpPr>
          <p:nvPr>
            <p:ph type="body" idx="1"/>
          </p:nvPr>
        </p:nvSpPr>
        <p:spPr>
          <a:xfrm>
            <a:off x="1028700" y="1524001"/>
            <a:ext cx="7255329" cy="5083628"/>
          </a:xfrm>
          <a:prstGeom prst="rect">
            <a:avLst/>
          </a:prstGeom>
          <a:noFill/>
          <a:ln>
            <a:noFill/>
          </a:ln>
        </p:spPr>
        <p:txBody>
          <a:bodyPr spcFirstLastPara="1" wrap="square" lIns="91425" tIns="45700" rIns="91425" bIns="45700" anchor="t" anchorCtr="0">
            <a:normAutofit/>
          </a:bodyPr>
          <a:lstStyle/>
          <a:p>
            <a:pPr marL="384048" lvl="0" indent="-257048" algn="l" rtl="0">
              <a:lnSpc>
                <a:spcPct val="94000"/>
              </a:lnSpc>
              <a:spcBef>
                <a:spcPts val="0"/>
              </a:spcBef>
              <a:spcAft>
                <a:spcPts val="0"/>
              </a:spcAft>
              <a:buClr>
                <a:schemeClr val="dk2"/>
              </a:buClr>
              <a:buSzPts val="2000"/>
              <a:buNone/>
            </a:pPr>
            <a:endParaRPr/>
          </a:p>
        </p:txBody>
      </p:sp>
      <p:pic>
        <p:nvPicPr>
          <p:cNvPr id="180" name="Google Shape;180;p7" descr="Image result for state machine"/>
          <p:cNvPicPr preferRelativeResize="0"/>
          <p:nvPr/>
        </p:nvPicPr>
        <p:blipFill rotWithShape="1">
          <a:blip r:embed="rId3">
            <a:alphaModFix/>
          </a:blip>
          <a:srcRect/>
          <a:stretch/>
        </p:blipFill>
        <p:spPr>
          <a:xfrm>
            <a:off x="2145564" y="1860901"/>
            <a:ext cx="4852871" cy="440982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g25f3a1087f3_0_114"/>
          <p:cNvSpPr txBox="1">
            <a:spLocks noGrp="1"/>
          </p:cNvSpPr>
          <p:nvPr>
            <p:ph type="title"/>
          </p:nvPr>
        </p:nvSpPr>
        <p:spPr>
          <a:xfrm>
            <a:off x="1028700" y="685800"/>
            <a:ext cx="7200900" cy="1485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Mealy and Moore Machine</a:t>
            </a:r>
            <a:endParaRPr/>
          </a:p>
        </p:txBody>
      </p:sp>
      <p:sp>
        <p:nvSpPr>
          <p:cNvPr id="186" name="Google Shape;186;g25f3a1087f3_0_114"/>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a:bodyPr>
          <a:lstStyle/>
          <a:p>
            <a:pPr marL="0" lvl="0" indent="0" algn="l" rtl="0">
              <a:spcBef>
                <a:spcPts val="1000"/>
              </a:spcBef>
              <a:spcAft>
                <a:spcPts val="200"/>
              </a:spcAft>
              <a:buNone/>
            </a:pPr>
            <a:endParaRPr/>
          </a:p>
        </p:txBody>
      </p:sp>
      <p:pic>
        <p:nvPicPr>
          <p:cNvPr id="187" name="Google Shape;187;g25f3a1087f3_0_114"/>
          <p:cNvPicPr preferRelativeResize="0"/>
          <p:nvPr/>
        </p:nvPicPr>
        <p:blipFill>
          <a:blip r:embed="rId3">
            <a:alphaModFix/>
          </a:blip>
          <a:stretch>
            <a:fillRect/>
          </a:stretch>
        </p:blipFill>
        <p:spPr>
          <a:xfrm>
            <a:off x="943300" y="1819375"/>
            <a:ext cx="7648749" cy="43024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26924c8c1a5_0_0"/>
          <p:cNvSpPr txBox="1">
            <a:spLocks noGrp="1"/>
          </p:cNvSpPr>
          <p:nvPr>
            <p:ph type="title"/>
          </p:nvPr>
        </p:nvSpPr>
        <p:spPr>
          <a:xfrm>
            <a:off x="1028700" y="685800"/>
            <a:ext cx="7200900" cy="878400"/>
          </a:xfrm>
          <a:prstGeom prst="rect">
            <a:avLst/>
          </a:prstGeom>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1100"/>
              <a:buFont typeface="Arial"/>
              <a:buNone/>
            </a:pPr>
            <a:r>
              <a:rPr lang="en-US" b="1">
                <a:solidFill>
                  <a:srgbClr val="0039A6"/>
                </a:solidFill>
                <a:latin typeface="Arial"/>
                <a:ea typeface="Arial"/>
                <a:cs typeface="Arial"/>
                <a:sym typeface="Arial"/>
              </a:rPr>
              <a:t>Mealy vs Moore Machine</a:t>
            </a:r>
            <a:endParaRPr/>
          </a:p>
        </p:txBody>
      </p:sp>
      <p:sp>
        <p:nvSpPr>
          <p:cNvPr id="193" name="Google Shape;193;g26924c8c1a5_0_0"/>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a:bodyPr>
          <a:lstStyle/>
          <a:p>
            <a:pPr marL="0" lvl="0" indent="0" algn="l" rtl="0">
              <a:spcBef>
                <a:spcPts val="1000"/>
              </a:spcBef>
              <a:spcAft>
                <a:spcPts val="200"/>
              </a:spcAft>
              <a:buNone/>
            </a:pPr>
            <a:endParaRPr/>
          </a:p>
        </p:txBody>
      </p:sp>
      <p:pic>
        <p:nvPicPr>
          <p:cNvPr id="194" name="Google Shape;194;g26924c8c1a5_0_0"/>
          <p:cNvPicPr preferRelativeResize="0"/>
          <p:nvPr/>
        </p:nvPicPr>
        <p:blipFill>
          <a:blip r:embed="rId3">
            <a:alphaModFix/>
          </a:blip>
          <a:stretch>
            <a:fillRect/>
          </a:stretch>
        </p:blipFill>
        <p:spPr>
          <a:xfrm>
            <a:off x="699000" y="2171700"/>
            <a:ext cx="7818174" cy="383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sp>
        <p:nvSpPr>
          <p:cNvPr id="199" name="Google Shape;199;g2d84b1a7ff2_0_0"/>
          <p:cNvSpPr/>
          <p:nvPr/>
        </p:nvSpPr>
        <p:spPr>
          <a:xfrm>
            <a:off x="250697" y="260604"/>
            <a:ext cx="8569500" cy="3816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00" name="Google Shape;200;g2d84b1a7ff2_0_0"/>
          <p:cNvSpPr/>
          <p:nvPr/>
        </p:nvSpPr>
        <p:spPr>
          <a:xfrm>
            <a:off x="0" y="6270497"/>
            <a:ext cx="1619100" cy="5874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01" name="Google Shape;201;g2d84b1a7ff2_0_0"/>
          <p:cNvSpPr txBox="1">
            <a:spLocks noGrp="1"/>
          </p:cNvSpPr>
          <p:nvPr>
            <p:ph type="title"/>
          </p:nvPr>
        </p:nvSpPr>
        <p:spPr>
          <a:xfrm>
            <a:off x="681481" y="304799"/>
            <a:ext cx="6058500" cy="5913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3750"/>
              <a:t>Clock and Change of State</a:t>
            </a:r>
            <a:endParaRPr sz="3750"/>
          </a:p>
        </p:txBody>
      </p:sp>
      <p:sp>
        <p:nvSpPr>
          <p:cNvPr id="202" name="Google Shape;202;g2d84b1a7ff2_0_0"/>
          <p:cNvSpPr txBox="1"/>
          <p:nvPr/>
        </p:nvSpPr>
        <p:spPr>
          <a:xfrm>
            <a:off x="825500" y="1232154"/>
            <a:ext cx="6889800" cy="1896600"/>
          </a:xfrm>
          <a:prstGeom prst="rect">
            <a:avLst/>
          </a:prstGeom>
          <a:noFill/>
          <a:ln>
            <a:noFill/>
          </a:ln>
        </p:spPr>
        <p:txBody>
          <a:bodyPr spcFirstLastPara="1" wrap="square" lIns="0" tIns="34925" rIns="0" bIns="0" anchor="t" anchorCtr="0">
            <a:spAutoFit/>
          </a:bodyPr>
          <a:lstStyle/>
          <a:p>
            <a:pPr marL="306070" marR="5080" lvl="0" indent="-294004" algn="l" rtl="0">
              <a:lnSpc>
                <a:spcPct val="118518"/>
              </a:lnSpc>
              <a:spcBef>
                <a:spcPts val="0"/>
              </a:spcBef>
              <a:spcAft>
                <a:spcPts val="0"/>
              </a:spcAft>
              <a:buClr>
                <a:srgbClr val="EBEAAC"/>
              </a:buClr>
              <a:buSzPts val="1600"/>
              <a:buFont typeface="Noto Sans Symbols"/>
              <a:buChar char="■"/>
            </a:pPr>
            <a:r>
              <a:rPr lang="en-US" sz="2700">
                <a:latin typeface="Arial"/>
                <a:ea typeface="Arial"/>
                <a:cs typeface="Arial"/>
                <a:sym typeface="Arial"/>
              </a:rPr>
              <a:t>Clock controls when the state of a memory  element changes</a:t>
            </a:r>
            <a:endParaRPr sz="2700">
              <a:latin typeface="Arial"/>
              <a:ea typeface="Arial"/>
              <a:cs typeface="Arial"/>
              <a:sym typeface="Arial"/>
            </a:endParaRPr>
          </a:p>
          <a:p>
            <a:pPr marL="306070" marR="1198245" lvl="0" indent="-294004" algn="l" rtl="0">
              <a:lnSpc>
                <a:spcPct val="101899"/>
              </a:lnSpc>
              <a:spcBef>
                <a:spcPts val="290"/>
              </a:spcBef>
              <a:spcAft>
                <a:spcPts val="0"/>
              </a:spcAft>
              <a:buClr>
                <a:srgbClr val="EBEAAC"/>
              </a:buClr>
              <a:buSzPts val="1600"/>
              <a:buFont typeface="Noto Sans Symbols"/>
              <a:buChar char="■"/>
            </a:pPr>
            <a:r>
              <a:rPr lang="en-US" sz="2700" b="1" i="1">
                <a:latin typeface="Arial"/>
                <a:ea typeface="Arial"/>
                <a:cs typeface="Arial"/>
                <a:sym typeface="Arial"/>
              </a:rPr>
              <a:t>Edge-triggered clocking</a:t>
            </a:r>
            <a:r>
              <a:rPr lang="en-US" sz="2700">
                <a:latin typeface="Arial"/>
                <a:ea typeface="Arial"/>
                <a:cs typeface="Arial"/>
                <a:sym typeface="Arial"/>
              </a:rPr>
              <a:t>: all state  changes occur on a clock edge</a:t>
            </a:r>
            <a:r>
              <a:rPr lang="en-US" sz="2050">
                <a:latin typeface="Arial"/>
                <a:ea typeface="Arial"/>
                <a:cs typeface="Arial"/>
                <a:sym typeface="Arial"/>
              </a:rPr>
              <a:t>.</a:t>
            </a:r>
            <a:endParaRPr sz="2050">
              <a:latin typeface="Arial"/>
              <a:ea typeface="Arial"/>
              <a:cs typeface="Arial"/>
              <a:sym typeface="Arial"/>
            </a:endParaRPr>
          </a:p>
        </p:txBody>
      </p:sp>
      <p:sp>
        <p:nvSpPr>
          <p:cNvPr id="203" name="Google Shape;203;g2d84b1a7ff2_0_0"/>
          <p:cNvSpPr/>
          <p:nvPr/>
        </p:nvSpPr>
        <p:spPr>
          <a:xfrm>
            <a:off x="1249020" y="3679090"/>
            <a:ext cx="6753900" cy="18834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04" name="Google Shape;204;g2d84b1a7ff2_0_0"/>
          <p:cNvSpPr txBox="1">
            <a:spLocks noGrp="1"/>
          </p:cNvSpPr>
          <p:nvPr>
            <p:ph type="sldNum" idx="12"/>
          </p:nvPr>
        </p:nvSpPr>
        <p:spPr>
          <a:xfrm>
            <a:off x="5148579" y="6481626"/>
            <a:ext cx="3762300" cy="215400"/>
          </a:xfrm>
          <a:prstGeom prst="rect">
            <a:avLst/>
          </a:prstGeom>
          <a:noFill/>
          <a:ln>
            <a:noFill/>
          </a:ln>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US"/>
              <a:t>Chapter 3 — Arithmetic for Computers — </a:t>
            </a:r>
            <a:fld id="{00000000-1234-1234-1234-123412341234}" type="slidenum">
              <a:rPr lang="en-US"/>
              <a:t>15</a:t>
            </a:fld>
            <a:endParaRPr sz="1000" b="0">
              <a:solidFill>
                <a:schemeClr val="dk2"/>
              </a:solidFill>
              <a:latin typeface="Libre Franklin"/>
              <a:ea typeface="Libre Franklin"/>
              <a:cs typeface="Libre Franklin"/>
              <a:sym typeface="Libre Franklin"/>
            </a:endParaRPr>
          </a:p>
        </p:txBody>
      </p:sp>
      <p:sp>
        <p:nvSpPr>
          <p:cNvPr id="205" name="Google Shape;205;g2d84b1a7ff2_0_0"/>
          <p:cNvSpPr txBox="1"/>
          <p:nvPr/>
        </p:nvSpPr>
        <p:spPr>
          <a:xfrm>
            <a:off x="3392550" y="5573900"/>
            <a:ext cx="4926600" cy="491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800">
                <a:solidFill>
                  <a:schemeClr val="dk1"/>
                </a:solidFill>
              </a:rPr>
              <a:t>Register Transfer Level (RTL)</a:t>
            </a:r>
            <a:endParaRPr sz="2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8"/>
          <p:cNvSpPr txBox="1">
            <a:spLocks noGrp="1"/>
          </p:cNvSpPr>
          <p:nvPr>
            <p:ph type="title"/>
          </p:nvPr>
        </p:nvSpPr>
        <p:spPr>
          <a:xfrm>
            <a:off x="1100666" y="571813"/>
            <a:ext cx="7209367" cy="870677"/>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b="1"/>
              <a:t>Memory</a:t>
            </a:r>
            <a:endParaRPr/>
          </a:p>
        </p:txBody>
      </p:sp>
      <p:sp>
        <p:nvSpPr>
          <p:cNvPr id="211" name="Google Shape;211;p8"/>
          <p:cNvSpPr/>
          <p:nvPr/>
        </p:nvSpPr>
        <p:spPr>
          <a:xfrm>
            <a:off x="1100675" y="1300225"/>
            <a:ext cx="7209300" cy="4421100"/>
          </a:xfrm>
          <a:prstGeom prst="rect">
            <a:avLst/>
          </a:prstGeom>
          <a:noFill/>
          <a:ln>
            <a:noFill/>
          </a:ln>
        </p:spPr>
        <p:txBody>
          <a:bodyPr spcFirstLastPara="1" wrap="square" lIns="91425" tIns="45700" rIns="91425" bIns="45700" anchor="t" anchorCtr="0">
            <a:spAutoFit/>
          </a:bodyPr>
          <a:lstStyle/>
          <a:p>
            <a:pPr marL="214313" marR="0" lvl="0" indent="-214313" algn="l" rtl="0">
              <a:spcBef>
                <a:spcPts val="0"/>
              </a:spcBef>
              <a:spcAft>
                <a:spcPts val="0"/>
              </a:spcAft>
              <a:buClr>
                <a:schemeClr val="dk1"/>
              </a:buClr>
              <a:buSzPts val="2400"/>
              <a:buFont typeface="Arial"/>
              <a:buChar char="•"/>
            </a:pPr>
            <a:r>
              <a:rPr lang="en-US" sz="2400" b="0" i="0" u="none" strike="noStrike" cap="none">
                <a:solidFill>
                  <a:schemeClr val="dk1"/>
                </a:solidFill>
                <a:latin typeface="Libre Franklin"/>
                <a:ea typeface="Libre Franklin"/>
                <a:cs typeface="Libre Franklin"/>
                <a:sym typeface="Libre Franklin"/>
              </a:rPr>
              <a:t>Another common subsystem in microprocessors is MEMORY, with multiple address lines and multiple data lines: </a:t>
            </a:r>
            <a:endParaRPr/>
          </a:p>
          <a:p>
            <a:pPr marL="214313" marR="0" lvl="0" indent="-61913" algn="l" rtl="0">
              <a:spcBef>
                <a:spcPts val="0"/>
              </a:spcBef>
              <a:spcAft>
                <a:spcPts val="0"/>
              </a:spcAft>
              <a:buClr>
                <a:schemeClr val="dk1"/>
              </a:buClr>
              <a:buSzPts val="2400"/>
              <a:buFont typeface="Arial"/>
              <a:buNone/>
            </a:pPr>
            <a:endParaRPr sz="2400" b="0" i="0" u="none" strike="noStrike" cap="none">
              <a:solidFill>
                <a:schemeClr val="dk1"/>
              </a:solidFill>
              <a:latin typeface="Libre Franklin"/>
              <a:ea typeface="Libre Franklin"/>
              <a:cs typeface="Libre Franklin"/>
              <a:sym typeface="Libre Franklin"/>
            </a:endParaRPr>
          </a:p>
          <a:p>
            <a:pPr marL="214313" marR="0" lvl="0" indent="-61913" algn="l" rtl="0">
              <a:spcBef>
                <a:spcPts val="0"/>
              </a:spcBef>
              <a:spcAft>
                <a:spcPts val="0"/>
              </a:spcAft>
              <a:buClr>
                <a:schemeClr val="dk1"/>
              </a:buClr>
              <a:buSzPts val="2400"/>
              <a:buFont typeface="Arial"/>
              <a:buNone/>
            </a:pPr>
            <a:endParaRPr sz="2400" b="0" i="0" u="none" strike="noStrike" cap="none">
              <a:solidFill>
                <a:schemeClr val="dk1"/>
              </a:solidFill>
              <a:latin typeface="Libre Franklin"/>
              <a:ea typeface="Libre Franklin"/>
              <a:cs typeface="Libre Franklin"/>
              <a:sym typeface="Libre Franklin"/>
            </a:endParaRPr>
          </a:p>
          <a:p>
            <a:pPr marL="214313" marR="0" lvl="0" indent="-61913" algn="l" rtl="0">
              <a:spcBef>
                <a:spcPts val="0"/>
              </a:spcBef>
              <a:spcAft>
                <a:spcPts val="0"/>
              </a:spcAft>
              <a:buClr>
                <a:schemeClr val="dk1"/>
              </a:buClr>
              <a:buSzPts val="2400"/>
              <a:buFont typeface="Arial"/>
              <a:buNone/>
            </a:pPr>
            <a:endParaRPr sz="2400" b="0" i="0" u="none" strike="noStrike" cap="none">
              <a:solidFill>
                <a:schemeClr val="dk1"/>
              </a:solidFill>
              <a:latin typeface="Libre Franklin"/>
              <a:ea typeface="Libre Franklin"/>
              <a:cs typeface="Libre Franklin"/>
              <a:sym typeface="Libre Franklin"/>
            </a:endParaRPr>
          </a:p>
          <a:p>
            <a:pPr marL="214313" marR="0" lvl="0" indent="-61913" algn="l" rtl="0">
              <a:spcBef>
                <a:spcPts val="0"/>
              </a:spcBef>
              <a:spcAft>
                <a:spcPts val="0"/>
              </a:spcAft>
              <a:buClr>
                <a:schemeClr val="dk1"/>
              </a:buClr>
              <a:buSzPts val="2400"/>
              <a:buFont typeface="Arial"/>
              <a:buNone/>
            </a:pPr>
            <a:endParaRPr sz="2400" b="0" i="0" u="none" strike="noStrike" cap="none">
              <a:solidFill>
                <a:schemeClr val="dk1"/>
              </a:solidFill>
              <a:latin typeface="Libre Franklin"/>
              <a:ea typeface="Libre Franklin"/>
              <a:cs typeface="Libre Franklin"/>
              <a:sym typeface="Libre Franklin"/>
            </a:endParaRPr>
          </a:p>
          <a:p>
            <a:pPr marL="214313" marR="0" lvl="0" indent="-61913" algn="l" rtl="0">
              <a:spcBef>
                <a:spcPts val="0"/>
              </a:spcBef>
              <a:spcAft>
                <a:spcPts val="0"/>
              </a:spcAft>
              <a:buClr>
                <a:schemeClr val="dk1"/>
              </a:buClr>
              <a:buSzPts val="2400"/>
              <a:buFont typeface="Arial"/>
              <a:buNone/>
            </a:pPr>
            <a:endParaRPr sz="2400" b="0" i="0" u="none" strike="noStrike" cap="none">
              <a:solidFill>
                <a:schemeClr val="dk1"/>
              </a:solidFill>
              <a:latin typeface="Libre Franklin"/>
              <a:ea typeface="Libre Franklin"/>
              <a:cs typeface="Libre Franklin"/>
              <a:sym typeface="Libre Franklin"/>
            </a:endParaRPr>
          </a:p>
          <a:p>
            <a:pPr marL="214312" marR="0" lvl="0" indent="-61912" algn="l" rtl="0">
              <a:spcBef>
                <a:spcPts val="0"/>
              </a:spcBef>
              <a:spcAft>
                <a:spcPts val="0"/>
              </a:spcAft>
              <a:buClr>
                <a:schemeClr val="dk1"/>
              </a:buClr>
              <a:buSzPts val="2400"/>
              <a:buFont typeface="Arial"/>
              <a:buNone/>
            </a:pPr>
            <a:endParaRPr sz="2400">
              <a:solidFill>
                <a:schemeClr val="dk1"/>
              </a:solidFill>
              <a:latin typeface="Libre Franklin"/>
              <a:ea typeface="Libre Franklin"/>
              <a:cs typeface="Libre Franklin"/>
              <a:sym typeface="Libre Franklin"/>
            </a:endParaRPr>
          </a:p>
          <a:p>
            <a:pPr marL="214313" marR="0" lvl="0" indent="-61913" algn="l" rtl="0">
              <a:spcBef>
                <a:spcPts val="0"/>
              </a:spcBef>
              <a:spcAft>
                <a:spcPts val="0"/>
              </a:spcAft>
              <a:buClr>
                <a:schemeClr val="dk1"/>
              </a:buClr>
              <a:buSzPts val="2400"/>
              <a:buFont typeface="Arial"/>
              <a:buNone/>
            </a:pPr>
            <a:endParaRPr sz="2400">
              <a:solidFill>
                <a:schemeClr val="dk1"/>
              </a:solidFill>
              <a:latin typeface="Libre Franklin"/>
              <a:ea typeface="Libre Franklin"/>
              <a:cs typeface="Libre Franklin"/>
              <a:sym typeface="Libre Franklin"/>
            </a:endParaRPr>
          </a:p>
          <a:p>
            <a:pPr marL="214313" marR="0" lvl="0" indent="-214313" algn="l" rtl="0">
              <a:spcBef>
                <a:spcPts val="0"/>
              </a:spcBef>
              <a:spcAft>
                <a:spcPts val="0"/>
              </a:spcAft>
              <a:buClr>
                <a:schemeClr val="dk1"/>
              </a:buClr>
              <a:buSzPts val="2400"/>
              <a:buFont typeface="Arial"/>
              <a:buChar char="•"/>
            </a:pPr>
            <a:r>
              <a:rPr lang="en-US" sz="2400" b="0" i="0" u="none" strike="noStrike" cap="none">
                <a:solidFill>
                  <a:schemeClr val="dk1"/>
                </a:solidFill>
                <a:latin typeface="Libre Franklin"/>
                <a:ea typeface="Libre Franklin"/>
                <a:cs typeface="Libre Franklin"/>
                <a:sym typeface="Libre Franklin"/>
              </a:rPr>
              <a:t>The above has N address lines and M data lines. The capacity of this memory system is ???</a:t>
            </a:r>
            <a:endParaRPr sz="1600" b="0" i="0" u="none" strike="noStrike" cap="none">
              <a:solidFill>
                <a:schemeClr val="dk1"/>
              </a:solidFill>
              <a:latin typeface="Libre Franklin"/>
              <a:ea typeface="Libre Franklin"/>
              <a:cs typeface="Libre Franklin"/>
              <a:sym typeface="Libre Franklin"/>
            </a:endParaRPr>
          </a:p>
        </p:txBody>
      </p:sp>
      <p:pic>
        <p:nvPicPr>
          <p:cNvPr id="212" name="Google Shape;212;p8"/>
          <p:cNvPicPr preferRelativeResize="0"/>
          <p:nvPr/>
        </p:nvPicPr>
        <p:blipFill rotWithShape="1">
          <a:blip r:embed="rId3">
            <a:alphaModFix/>
          </a:blip>
          <a:srcRect/>
          <a:stretch/>
        </p:blipFill>
        <p:spPr>
          <a:xfrm>
            <a:off x="2933444" y="2643352"/>
            <a:ext cx="3510387" cy="223146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g25f44d0f56a_0_173"/>
          <p:cNvSpPr txBox="1">
            <a:spLocks noGrp="1"/>
          </p:cNvSpPr>
          <p:nvPr>
            <p:ph type="title"/>
          </p:nvPr>
        </p:nvSpPr>
        <p:spPr>
          <a:xfrm>
            <a:off x="1114425" y="543575"/>
            <a:ext cx="7677600" cy="15090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sz="3500" b="1"/>
              <a:t>Flipflops- unit of memory</a:t>
            </a:r>
            <a:endParaRPr sz="3500"/>
          </a:p>
        </p:txBody>
      </p:sp>
      <p:sp>
        <p:nvSpPr>
          <p:cNvPr id="218" name="Google Shape;218;g25f44d0f56a_0_173"/>
          <p:cNvSpPr/>
          <p:nvPr/>
        </p:nvSpPr>
        <p:spPr>
          <a:xfrm>
            <a:off x="1100675" y="1555149"/>
            <a:ext cx="7677600" cy="4680600"/>
          </a:xfrm>
          <a:prstGeom prst="rect">
            <a:avLst/>
          </a:prstGeom>
          <a:noFill/>
          <a:ln>
            <a:noFill/>
          </a:ln>
        </p:spPr>
        <p:txBody>
          <a:bodyPr spcFirstLastPara="1" wrap="square" lIns="91425" tIns="45700" rIns="91425" bIns="45700" anchor="t" anchorCtr="0">
            <a:noAutofit/>
          </a:bodyPr>
          <a:lstStyle/>
          <a:p>
            <a:pPr marL="214312" marR="0" lvl="0" indent="-214312" algn="l" rtl="0">
              <a:spcBef>
                <a:spcPts val="0"/>
              </a:spcBef>
              <a:spcAft>
                <a:spcPts val="0"/>
              </a:spcAft>
              <a:buClr>
                <a:schemeClr val="dk1"/>
              </a:buClr>
              <a:buSzPts val="2000"/>
              <a:buFont typeface="Arial"/>
              <a:buChar char="•"/>
            </a:pPr>
            <a:r>
              <a:rPr lang="en-US" sz="2000" b="0" i="0" u="none" strike="noStrike" cap="none">
                <a:solidFill>
                  <a:schemeClr val="dk1"/>
                </a:solidFill>
                <a:latin typeface="Libre Franklin"/>
                <a:ea typeface="Libre Franklin"/>
                <a:cs typeface="Libre Franklin"/>
                <a:sym typeface="Libre Franklin"/>
              </a:rPr>
              <a:t>A key memory device in microprocessors is the flip-flop. </a:t>
            </a:r>
            <a:endParaRPr/>
          </a:p>
          <a:p>
            <a:pPr marL="214312" marR="0" lvl="0" indent="-214312" algn="l" rtl="0">
              <a:spcBef>
                <a:spcPts val="0"/>
              </a:spcBef>
              <a:spcAft>
                <a:spcPts val="0"/>
              </a:spcAft>
              <a:buClr>
                <a:schemeClr val="dk1"/>
              </a:buClr>
              <a:buSzPts val="2000"/>
              <a:buFont typeface="Arial"/>
              <a:buChar char="•"/>
            </a:pPr>
            <a:r>
              <a:rPr lang="en-US" sz="2000" b="0" i="0" u="none" strike="noStrike" cap="none">
                <a:solidFill>
                  <a:schemeClr val="dk1"/>
                </a:solidFill>
                <a:latin typeface="Libre Franklin"/>
                <a:ea typeface="Libre Franklin"/>
                <a:cs typeface="Libre Franklin"/>
                <a:sym typeface="Libre Franklin"/>
              </a:rPr>
              <a:t>Remember: Flip-flops are clocked. Latches are not. </a:t>
            </a:r>
            <a:endParaRPr/>
          </a:p>
          <a:p>
            <a:pPr marL="214312" marR="0" lvl="0" indent="-214312" algn="l" rtl="0">
              <a:spcBef>
                <a:spcPts val="0"/>
              </a:spcBef>
              <a:spcAft>
                <a:spcPts val="0"/>
              </a:spcAft>
              <a:buClr>
                <a:schemeClr val="dk1"/>
              </a:buClr>
              <a:buSzPts val="2000"/>
              <a:buFont typeface="Arial"/>
              <a:buChar char="•"/>
            </a:pPr>
            <a:r>
              <a:rPr lang="en-US" sz="2000" b="0" i="0" u="none" strike="noStrike" cap="none">
                <a:solidFill>
                  <a:schemeClr val="dk1"/>
                </a:solidFill>
                <a:latin typeface="Libre Franklin"/>
                <a:ea typeface="Libre Franklin"/>
                <a:cs typeface="Libre Franklin"/>
                <a:sym typeface="Libre Franklin"/>
              </a:rPr>
              <a:t>Computers use clocked circuits =&gt; flip-flops. </a:t>
            </a:r>
            <a:endParaRPr/>
          </a:p>
          <a:p>
            <a:pPr marL="214312" marR="0" lvl="0" indent="-214312" algn="l" rtl="0">
              <a:spcBef>
                <a:spcPts val="0"/>
              </a:spcBef>
              <a:spcAft>
                <a:spcPts val="0"/>
              </a:spcAft>
              <a:buClr>
                <a:schemeClr val="dk1"/>
              </a:buClr>
              <a:buSzPts val="2000"/>
              <a:buFont typeface="Arial"/>
              <a:buChar char="•"/>
            </a:pPr>
            <a:r>
              <a:rPr lang="en-US" sz="2000" b="0" i="0" u="none" strike="noStrike" cap="none">
                <a:solidFill>
                  <a:schemeClr val="dk1"/>
                </a:solidFill>
                <a:latin typeface="Libre Franklin"/>
                <a:ea typeface="Libre Franklin"/>
                <a:cs typeface="Libre Franklin"/>
                <a:sym typeface="Libre Franklin"/>
              </a:rPr>
              <a:t>For example, a J-K flip-flop is shown as:</a:t>
            </a:r>
            <a:endParaRPr/>
          </a:p>
          <a:p>
            <a:pPr marL="214312" marR="0" lvl="0" indent="-87312" algn="l" rtl="0">
              <a:spcBef>
                <a:spcPts val="0"/>
              </a:spcBef>
              <a:spcAft>
                <a:spcPts val="0"/>
              </a:spcAft>
              <a:buClr>
                <a:schemeClr val="dk1"/>
              </a:buClr>
              <a:buSzPts val="2000"/>
              <a:buFont typeface="Arial"/>
              <a:buNone/>
            </a:pPr>
            <a:endParaRPr sz="2000" b="0" i="0" u="none" strike="noStrike" cap="none">
              <a:solidFill>
                <a:schemeClr val="dk1"/>
              </a:solidFill>
              <a:latin typeface="Libre Franklin"/>
              <a:ea typeface="Libre Franklin"/>
              <a:cs typeface="Libre Franklin"/>
              <a:sym typeface="Libre Franklin"/>
            </a:endParaRPr>
          </a:p>
          <a:p>
            <a:pPr marL="214312" marR="0" lvl="0" indent="-87312" algn="l" rtl="0">
              <a:spcBef>
                <a:spcPts val="0"/>
              </a:spcBef>
              <a:spcAft>
                <a:spcPts val="0"/>
              </a:spcAft>
              <a:buClr>
                <a:schemeClr val="dk1"/>
              </a:buClr>
              <a:buSzPts val="2000"/>
              <a:buFont typeface="Arial"/>
              <a:buNone/>
            </a:pPr>
            <a:endParaRPr sz="2000" b="0" i="0" u="none" strike="noStrike" cap="none">
              <a:solidFill>
                <a:schemeClr val="dk1"/>
              </a:solidFill>
              <a:latin typeface="Libre Franklin"/>
              <a:ea typeface="Libre Franklin"/>
              <a:cs typeface="Libre Franklin"/>
              <a:sym typeface="Libre Franklin"/>
            </a:endParaRPr>
          </a:p>
          <a:p>
            <a:pPr marL="214312" marR="0" lvl="0" indent="-87312" algn="l" rtl="0">
              <a:spcBef>
                <a:spcPts val="0"/>
              </a:spcBef>
              <a:spcAft>
                <a:spcPts val="0"/>
              </a:spcAft>
              <a:buClr>
                <a:schemeClr val="dk1"/>
              </a:buClr>
              <a:buSzPts val="2000"/>
              <a:buFont typeface="Arial"/>
              <a:buNone/>
            </a:pPr>
            <a:endParaRPr sz="2000" b="0" i="0" u="none" strike="noStrike" cap="none">
              <a:solidFill>
                <a:schemeClr val="dk1"/>
              </a:solidFill>
              <a:latin typeface="Libre Franklin"/>
              <a:ea typeface="Libre Franklin"/>
              <a:cs typeface="Libre Franklin"/>
              <a:sym typeface="Libre Franklin"/>
            </a:endParaRPr>
          </a:p>
          <a:p>
            <a:pPr marL="214312" marR="0" lvl="0" indent="-87312" algn="l" rtl="0">
              <a:spcBef>
                <a:spcPts val="0"/>
              </a:spcBef>
              <a:spcAft>
                <a:spcPts val="0"/>
              </a:spcAft>
              <a:buClr>
                <a:schemeClr val="dk1"/>
              </a:buClr>
              <a:buSzPts val="2000"/>
              <a:buFont typeface="Arial"/>
              <a:buNone/>
            </a:pPr>
            <a:endParaRPr sz="2000" b="0" i="0" u="none" strike="noStrike" cap="none">
              <a:solidFill>
                <a:schemeClr val="dk1"/>
              </a:solidFill>
              <a:latin typeface="Libre Franklin"/>
              <a:ea typeface="Libre Franklin"/>
              <a:cs typeface="Libre Franklin"/>
              <a:sym typeface="Libre Franklin"/>
            </a:endParaRPr>
          </a:p>
          <a:p>
            <a:pPr marL="214312" marR="0" lvl="0" indent="-87312" algn="l" rtl="0">
              <a:spcBef>
                <a:spcPts val="0"/>
              </a:spcBef>
              <a:spcAft>
                <a:spcPts val="0"/>
              </a:spcAft>
              <a:buClr>
                <a:schemeClr val="dk1"/>
              </a:buClr>
              <a:buSzPts val="2000"/>
              <a:buFont typeface="Arial"/>
              <a:buNone/>
            </a:pPr>
            <a:endParaRPr sz="2000" b="0" i="0" u="none" strike="noStrike" cap="none">
              <a:solidFill>
                <a:schemeClr val="dk1"/>
              </a:solidFill>
              <a:latin typeface="Libre Franklin"/>
              <a:ea typeface="Libre Franklin"/>
              <a:cs typeface="Libre Franklin"/>
              <a:sym typeface="Libre Franklin"/>
            </a:endParaRPr>
          </a:p>
          <a:p>
            <a:pPr marL="214312" marR="0" lvl="0" indent="-87312" algn="l" rtl="0">
              <a:spcBef>
                <a:spcPts val="0"/>
              </a:spcBef>
              <a:spcAft>
                <a:spcPts val="0"/>
              </a:spcAft>
              <a:buClr>
                <a:schemeClr val="dk1"/>
              </a:buClr>
              <a:buSzPts val="2000"/>
              <a:buFont typeface="Arial"/>
              <a:buNone/>
            </a:pPr>
            <a:endParaRPr sz="2000" b="0" i="0" u="none" strike="noStrike" cap="none">
              <a:solidFill>
                <a:schemeClr val="dk1"/>
              </a:solidFill>
              <a:latin typeface="Libre Franklin"/>
              <a:ea typeface="Libre Franklin"/>
              <a:cs typeface="Libre Franklin"/>
              <a:sym typeface="Libre Franklin"/>
            </a:endParaRPr>
          </a:p>
          <a:p>
            <a:pPr marL="214312" marR="0" lvl="0" indent="-214312" algn="l" rtl="0">
              <a:spcBef>
                <a:spcPts val="0"/>
              </a:spcBef>
              <a:spcAft>
                <a:spcPts val="0"/>
              </a:spcAft>
              <a:buClr>
                <a:schemeClr val="dk1"/>
              </a:buClr>
              <a:buSzPts val="2000"/>
              <a:buFont typeface="Arial"/>
              <a:buChar char="•"/>
            </a:pPr>
            <a:r>
              <a:rPr lang="en-US" sz="2000" b="0" i="0" u="none" strike="noStrike" cap="none">
                <a:solidFill>
                  <a:schemeClr val="dk1"/>
                </a:solidFill>
                <a:latin typeface="Libre Franklin"/>
                <a:ea typeface="Libre Franklin"/>
                <a:cs typeface="Libre Franklin"/>
                <a:sym typeface="Libre Franklin"/>
              </a:rPr>
              <a:t>In microprocessors, flip-flops are typically grouped together with common control signals into registers.</a:t>
            </a:r>
            <a:endParaRPr/>
          </a:p>
          <a:p>
            <a:pPr marL="214312" marR="0" lvl="0" indent="-128587" algn="l" rtl="0">
              <a:spcBef>
                <a:spcPts val="0"/>
              </a:spcBef>
              <a:spcAft>
                <a:spcPts val="0"/>
              </a:spcAft>
              <a:buClr>
                <a:schemeClr val="dk1"/>
              </a:buClr>
              <a:buSzPts val="1350"/>
              <a:buFont typeface="Arial"/>
              <a:buNone/>
            </a:pPr>
            <a:endParaRPr sz="1350" b="0" i="0" u="none" strike="noStrike" cap="none">
              <a:solidFill>
                <a:schemeClr val="dk1"/>
              </a:solidFill>
              <a:latin typeface="Libre Franklin"/>
              <a:ea typeface="Libre Franklin"/>
              <a:cs typeface="Libre Franklin"/>
              <a:sym typeface="Libre Franklin"/>
            </a:endParaRPr>
          </a:p>
        </p:txBody>
      </p:sp>
      <p:pic>
        <p:nvPicPr>
          <p:cNvPr id="219" name="Google Shape;219;g25f44d0f56a_0_173"/>
          <p:cNvPicPr preferRelativeResize="0"/>
          <p:nvPr/>
        </p:nvPicPr>
        <p:blipFill rotWithShape="1">
          <a:blip r:embed="rId3">
            <a:alphaModFix/>
          </a:blip>
          <a:srcRect/>
          <a:stretch/>
        </p:blipFill>
        <p:spPr>
          <a:xfrm>
            <a:off x="3256107" y="2921538"/>
            <a:ext cx="2296463" cy="153267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23"/>
        <p:cNvGrpSpPr/>
        <p:nvPr/>
      </p:nvGrpSpPr>
      <p:grpSpPr>
        <a:xfrm>
          <a:off x="0" y="0"/>
          <a:ext cx="0" cy="0"/>
          <a:chOff x="0" y="0"/>
          <a:chExt cx="0" cy="0"/>
        </a:xfrm>
      </p:grpSpPr>
      <p:sp>
        <p:nvSpPr>
          <p:cNvPr id="224" name="Google Shape;224;g3274f29ea69_0_0"/>
          <p:cNvSpPr/>
          <p:nvPr/>
        </p:nvSpPr>
        <p:spPr>
          <a:xfrm>
            <a:off x="250697" y="260604"/>
            <a:ext cx="8569500" cy="3816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25" name="Google Shape;225;g3274f29ea69_0_0"/>
          <p:cNvSpPr/>
          <p:nvPr/>
        </p:nvSpPr>
        <p:spPr>
          <a:xfrm>
            <a:off x="0" y="6270497"/>
            <a:ext cx="1619100" cy="5874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26" name="Google Shape;226;g3274f29ea69_0_0"/>
          <p:cNvSpPr txBox="1">
            <a:spLocks noGrp="1"/>
          </p:cNvSpPr>
          <p:nvPr>
            <p:ph type="title"/>
          </p:nvPr>
        </p:nvSpPr>
        <p:spPr>
          <a:xfrm>
            <a:off x="653795" y="353314"/>
            <a:ext cx="6204600" cy="5913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3750"/>
              <a:t>Bit Storage Using SR Latch</a:t>
            </a:r>
            <a:endParaRPr sz="3750"/>
          </a:p>
        </p:txBody>
      </p:sp>
      <p:sp>
        <p:nvSpPr>
          <p:cNvPr id="227" name="Google Shape;227;g3274f29ea69_0_0"/>
          <p:cNvSpPr txBox="1"/>
          <p:nvPr/>
        </p:nvSpPr>
        <p:spPr>
          <a:xfrm>
            <a:off x="789431" y="1176781"/>
            <a:ext cx="6912600" cy="2808900"/>
          </a:xfrm>
          <a:prstGeom prst="rect">
            <a:avLst/>
          </a:prstGeom>
          <a:noFill/>
          <a:ln>
            <a:noFill/>
          </a:ln>
        </p:spPr>
        <p:txBody>
          <a:bodyPr spcFirstLastPara="1" wrap="square" lIns="0" tIns="34925" rIns="0" bIns="0" anchor="t" anchorCtr="0">
            <a:spAutoFit/>
          </a:bodyPr>
          <a:lstStyle/>
          <a:p>
            <a:pPr marL="306070" marR="184785" lvl="0" indent="-293369" algn="l" rtl="0">
              <a:lnSpc>
                <a:spcPct val="118518"/>
              </a:lnSpc>
              <a:spcBef>
                <a:spcPts val="0"/>
              </a:spcBef>
              <a:spcAft>
                <a:spcPts val="0"/>
              </a:spcAft>
              <a:buClr>
                <a:srgbClr val="EBEAAC"/>
              </a:buClr>
              <a:buSzPts val="1600"/>
              <a:buFont typeface="Noto Sans Symbols"/>
              <a:buChar char="■"/>
            </a:pPr>
            <a:r>
              <a:rPr lang="en-US" sz="2700">
                <a:latin typeface="Arial"/>
                <a:ea typeface="Arial"/>
                <a:cs typeface="Arial"/>
                <a:sym typeface="Arial"/>
              </a:rPr>
              <a:t>Simplest memory elements are Latch and  Flip-Flops</a:t>
            </a:r>
            <a:endParaRPr sz="2700">
              <a:latin typeface="Arial"/>
              <a:ea typeface="Arial"/>
              <a:cs typeface="Arial"/>
              <a:sym typeface="Arial"/>
            </a:endParaRPr>
          </a:p>
          <a:p>
            <a:pPr marL="304800" marR="0" lvl="0" indent="-292734" algn="l" rtl="0">
              <a:lnSpc>
                <a:spcPct val="100000"/>
              </a:lnSpc>
              <a:spcBef>
                <a:spcPts val="434"/>
              </a:spcBef>
              <a:spcAft>
                <a:spcPts val="0"/>
              </a:spcAft>
              <a:buClr>
                <a:srgbClr val="EBEAAC"/>
              </a:buClr>
              <a:buSzPts val="1600"/>
              <a:buFont typeface="Noto Sans Symbols"/>
              <a:buChar char="■"/>
            </a:pPr>
            <a:r>
              <a:rPr lang="en-US" sz="2700">
                <a:latin typeface="Arial"/>
                <a:ea typeface="Arial"/>
                <a:cs typeface="Arial"/>
                <a:sym typeface="Arial"/>
              </a:rPr>
              <a:t>SR (set-reset) latch is an </a:t>
            </a:r>
            <a:r>
              <a:rPr lang="en-US" sz="2700" b="1" i="1">
                <a:latin typeface="Arial"/>
                <a:ea typeface="Arial"/>
                <a:cs typeface="Arial"/>
                <a:sym typeface="Arial"/>
              </a:rPr>
              <a:t>un-clocked </a:t>
            </a:r>
            <a:r>
              <a:rPr lang="en-US" sz="2700">
                <a:latin typeface="Arial"/>
                <a:ea typeface="Arial"/>
                <a:cs typeface="Arial"/>
                <a:sym typeface="Arial"/>
              </a:rPr>
              <a:t>latch</a:t>
            </a:r>
            <a:endParaRPr sz="2700">
              <a:latin typeface="Arial"/>
              <a:ea typeface="Arial"/>
              <a:cs typeface="Arial"/>
              <a:sym typeface="Arial"/>
            </a:endParaRPr>
          </a:p>
          <a:p>
            <a:pPr marL="647700" marR="0" lvl="1" indent="-244475" algn="l" rtl="0">
              <a:lnSpc>
                <a:spcPct val="100000"/>
              </a:lnSpc>
              <a:spcBef>
                <a:spcPts val="615"/>
              </a:spcBef>
              <a:spcAft>
                <a:spcPts val="0"/>
              </a:spcAft>
              <a:buClr>
                <a:srgbClr val="91AEBE"/>
              </a:buClr>
              <a:buSzPts val="1300"/>
              <a:buFont typeface="Noto Sans Symbols"/>
              <a:buChar char="■"/>
            </a:pPr>
            <a:r>
              <a:rPr lang="en-US" sz="2400" b="0" i="0" u="none" strike="noStrike" cap="none">
                <a:latin typeface="Arial"/>
                <a:ea typeface="Arial"/>
                <a:cs typeface="Arial"/>
                <a:sym typeface="Arial"/>
              </a:rPr>
              <a:t>Output Q=1 when S=1, R=0 (set condition)</a:t>
            </a:r>
            <a:endParaRPr sz="2400" b="0" i="0" u="none" strike="noStrike" cap="none">
              <a:latin typeface="Arial"/>
              <a:ea typeface="Arial"/>
              <a:cs typeface="Arial"/>
              <a:sym typeface="Arial"/>
            </a:endParaRPr>
          </a:p>
          <a:p>
            <a:pPr marL="647700" marR="0" lvl="1" indent="-244475" algn="l" rtl="0">
              <a:lnSpc>
                <a:spcPct val="100000"/>
              </a:lnSpc>
              <a:spcBef>
                <a:spcPts val="595"/>
              </a:spcBef>
              <a:spcAft>
                <a:spcPts val="0"/>
              </a:spcAft>
              <a:buClr>
                <a:srgbClr val="91AEBE"/>
              </a:buClr>
              <a:buSzPts val="1300"/>
              <a:buFont typeface="Noto Sans Symbols"/>
              <a:buChar char="■"/>
            </a:pPr>
            <a:r>
              <a:rPr lang="en-US" sz="2400" b="0" i="0" u="none" strike="noStrike" cap="none">
                <a:latin typeface="Arial"/>
                <a:ea typeface="Arial"/>
                <a:cs typeface="Arial"/>
                <a:sym typeface="Arial"/>
              </a:rPr>
              <a:t>Output Q=0 when S=0, R=1 (reset condition)</a:t>
            </a:r>
            <a:endParaRPr sz="2400" b="0" i="0" u="none" strike="noStrike" cap="none">
              <a:latin typeface="Arial"/>
              <a:ea typeface="Arial"/>
              <a:cs typeface="Arial"/>
              <a:sym typeface="Arial"/>
            </a:endParaRPr>
          </a:p>
          <a:p>
            <a:pPr marL="647700" marR="0" lvl="1" indent="-244475" algn="l" rtl="0">
              <a:lnSpc>
                <a:spcPct val="100000"/>
              </a:lnSpc>
              <a:spcBef>
                <a:spcPts val="420"/>
              </a:spcBef>
              <a:spcAft>
                <a:spcPts val="0"/>
              </a:spcAft>
              <a:buClr>
                <a:srgbClr val="91AEBE"/>
              </a:buClr>
              <a:buSzPts val="1300"/>
              <a:buFont typeface="Noto Sans Symbols"/>
              <a:buChar char="■"/>
            </a:pPr>
            <a:r>
              <a:rPr lang="en-US" sz="2400" b="0" i="0" u="none" strike="noStrike" cap="none">
                <a:latin typeface="Arial"/>
                <a:ea typeface="Arial"/>
                <a:cs typeface="Arial"/>
                <a:sym typeface="Arial"/>
              </a:rPr>
              <a:t>Problem	- Q is undefined if S=1 and R=1</a:t>
            </a:r>
            <a:endParaRPr sz="2400" b="0" i="0" u="none" strike="noStrike" cap="none">
              <a:latin typeface="Arial"/>
              <a:ea typeface="Arial"/>
              <a:cs typeface="Arial"/>
              <a:sym typeface="Arial"/>
            </a:endParaRPr>
          </a:p>
        </p:txBody>
      </p:sp>
      <p:grpSp>
        <p:nvGrpSpPr>
          <p:cNvPr id="228" name="Google Shape;228;g3274f29ea69_0_0"/>
          <p:cNvGrpSpPr/>
          <p:nvPr/>
        </p:nvGrpSpPr>
        <p:grpSpPr>
          <a:xfrm>
            <a:off x="2328671" y="4475606"/>
            <a:ext cx="1998726" cy="1577339"/>
            <a:chOff x="2328671" y="4475606"/>
            <a:chExt cx="1998726" cy="1577339"/>
          </a:xfrm>
        </p:grpSpPr>
        <p:sp>
          <p:nvSpPr>
            <p:cNvPr id="229" name="Google Shape;229;g3274f29ea69_0_0"/>
            <p:cNvSpPr/>
            <p:nvPr/>
          </p:nvSpPr>
          <p:spPr>
            <a:xfrm>
              <a:off x="2627756" y="4475606"/>
              <a:ext cx="1385570" cy="1577339"/>
            </a:xfrm>
            <a:custGeom>
              <a:avLst/>
              <a:gdLst/>
              <a:ahLst/>
              <a:cxnLst/>
              <a:rect l="l" t="t" r="r" b="b"/>
              <a:pathLst>
                <a:path w="1385570" h="1577339" extrusionOk="0">
                  <a:moveTo>
                    <a:pt x="0" y="1577340"/>
                  </a:moveTo>
                  <a:lnTo>
                    <a:pt x="1385316" y="1577340"/>
                  </a:lnTo>
                  <a:lnTo>
                    <a:pt x="1385316" y="0"/>
                  </a:lnTo>
                  <a:lnTo>
                    <a:pt x="0" y="0"/>
                  </a:lnTo>
                  <a:lnTo>
                    <a:pt x="0" y="1577340"/>
                  </a:lnTo>
                  <a:close/>
                </a:path>
              </a:pathLst>
            </a:custGeom>
            <a:noFill/>
            <a:ln w="11425" cap="flat" cmpd="sng">
              <a:solidFill>
                <a:srgbClr val="008B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0" name="Google Shape;230;g3274f29ea69_0_0"/>
            <p:cNvSpPr/>
            <p:nvPr/>
          </p:nvSpPr>
          <p:spPr>
            <a:xfrm>
              <a:off x="2328671" y="4702301"/>
              <a:ext cx="824230" cy="0"/>
            </a:xfrm>
            <a:custGeom>
              <a:avLst/>
              <a:gdLst/>
              <a:ahLst/>
              <a:cxnLst/>
              <a:rect l="l" t="t" r="r" b="b"/>
              <a:pathLst>
                <a:path w="824230" h="120000" extrusionOk="0">
                  <a:moveTo>
                    <a:pt x="0" y="0"/>
                  </a:moveTo>
                  <a:lnTo>
                    <a:pt x="823721" y="0"/>
                  </a:lnTo>
                </a:path>
              </a:pathLst>
            </a:custGeom>
            <a:noFill/>
            <a:ln w="16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1" name="Google Shape;231;g3274f29ea69_0_0"/>
            <p:cNvSpPr/>
            <p:nvPr/>
          </p:nvSpPr>
          <p:spPr>
            <a:xfrm>
              <a:off x="3597783" y="4815458"/>
              <a:ext cx="304800" cy="1904"/>
            </a:xfrm>
            <a:custGeom>
              <a:avLst/>
              <a:gdLst/>
              <a:ahLst/>
              <a:cxnLst/>
              <a:rect l="l" t="t" r="r" b="b"/>
              <a:pathLst>
                <a:path w="304800" h="1904" extrusionOk="0">
                  <a:moveTo>
                    <a:pt x="0" y="0"/>
                  </a:moveTo>
                  <a:lnTo>
                    <a:pt x="304800" y="1524"/>
                  </a:lnTo>
                </a:path>
              </a:pathLst>
            </a:custGeom>
            <a:noFill/>
            <a:ln w="144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2" name="Google Shape;232;g3274f29ea69_0_0"/>
            <p:cNvSpPr/>
            <p:nvPr/>
          </p:nvSpPr>
          <p:spPr>
            <a:xfrm>
              <a:off x="3768851" y="4776977"/>
              <a:ext cx="67800" cy="747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3" name="Google Shape;233;g3274f29ea69_0_0"/>
            <p:cNvSpPr/>
            <p:nvPr/>
          </p:nvSpPr>
          <p:spPr>
            <a:xfrm>
              <a:off x="3768851" y="5657087"/>
              <a:ext cx="67200" cy="663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4" name="Google Shape;234;g3274f29ea69_0_0"/>
            <p:cNvSpPr/>
            <p:nvPr/>
          </p:nvSpPr>
          <p:spPr>
            <a:xfrm>
              <a:off x="3528059" y="4777739"/>
              <a:ext cx="69300" cy="7380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5" name="Google Shape;235;g3274f29ea69_0_0"/>
            <p:cNvSpPr/>
            <p:nvPr/>
          </p:nvSpPr>
          <p:spPr>
            <a:xfrm>
              <a:off x="3088385" y="4592573"/>
              <a:ext cx="440054" cy="444500"/>
            </a:xfrm>
            <a:custGeom>
              <a:avLst/>
              <a:gdLst/>
              <a:ahLst/>
              <a:cxnLst/>
              <a:rect l="l" t="t" r="r" b="b"/>
              <a:pathLst>
                <a:path w="440054" h="444500" extrusionOk="0">
                  <a:moveTo>
                    <a:pt x="0" y="0"/>
                  </a:moveTo>
                  <a:lnTo>
                    <a:pt x="27686" y="26796"/>
                  </a:lnTo>
                  <a:lnTo>
                    <a:pt x="54990" y="100837"/>
                  </a:lnTo>
                  <a:lnTo>
                    <a:pt x="61213" y="140588"/>
                  </a:lnTo>
                  <a:lnTo>
                    <a:pt x="64643" y="189737"/>
                  </a:lnTo>
                  <a:lnTo>
                    <a:pt x="65024" y="282320"/>
                  </a:lnTo>
                  <a:lnTo>
                    <a:pt x="64896" y="302387"/>
                  </a:lnTo>
                  <a:lnTo>
                    <a:pt x="64134" y="340487"/>
                  </a:lnTo>
                  <a:lnTo>
                    <a:pt x="60959" y="382143"/>
                  </a:lnTo>
                  <a:lnTo>
                    <a:pt x="25145" y="435482"/>
                  </a:lnTo>
                  <a:lnTo>
                    <a:pt x="0" y="444245"/>
                  </a:lnTo>
                  <a:lnTo>
                    <a:pt x="90550" y="443992"/>
                  </a:lnTo>
                  <a:lnTo>
                    <a:pt x="129158" y="443483"/>
                  </a:lnTo>
                  <a:lnTo>
                    <a:pt x="222123" y="438276"/>
                  </a:lnTo>
                  <a:lnTo>
                    <a:pt x="268477" y="430021"/>
                  </a:lnTo>
                  <a:lnTo>
                    <a:pt x="305308" y="416432"/>
                  </a:lnTo>
                  <a:lnTo>
                    <a:pt x="361061" y="368045"/>
                  </a:lnTo>
                  <a:lnTo>
                    <a:pt x="385317" y="330581"/>
                  </a:lnTo>
                  <a:lnTo>
                    <a:pt x="410717" y="282320"/>
                  </a:lnTo>
                  <a:lnTo>
                    <a:pt x="439674" y="222123"/>
                  </a:lnTo>
                  <a:lnTo>
                    <a:pt x="438912" y="220471"/>
                  </a:lnTo>
                  <a:lnTo>
                    <a:pt x="417956" y="187451"/>
                  </a:lnTo>
                  <a:lnTo>
                    <a:pt x="364236" y="127634"/>
                  </a:lnTo>
                  <a:lnTo>
                    <a:pt x="323341" y="94487"/>
                  </a:lnTo>
                  <a:lnTo>
                    <a:pt x="272034" y="62611"/>
                  </a:lnTo>
                  <a:lnTo>
                    <a:pt x="209550" y="34670"/>
                  </a:lnTo>
                  <a:lnTo>
                    <a:pt x="135255" y="13462"/>
                  </a:lnTo>
                  <a:lnTo>
                    <a:pt x="93471" y="6223"/>
                  </a:lnTo>
                  <a:lnTo>
                    <a:pt x="48387" y="1650"/>
                  </a:lnTo>
                  <a:lnTo>
                    <a:pt x="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6" name="Google Shape;236;g3274f29ea69_0_0"/>
            <p:cNvSpPr/>
            <p:nvPr/>
          </p:nvSpPr>
          <p:spPr>
            <a:xfrm>
              <a:off x="3088766" y="4592954"/>
              <a:ext cx="440054" cy="444500"/>
            </a:xfrm>
            <a:custGeom>
              <a:avLst/>
              <a:gdLst/>
              <a:ahLst/>
              <a:cxnLst/>
              <a:rect l="l" t="t" r="r" b="b"/>
              <a:pathLst>
                <a:path w="440054" h="444500" extrusionOk="0">
                  <a:moveTo>
                    <a:pt x="439673" y="222123"/>
                  </a:moveTo>
                  <a:lnTo>
                    <a:pt x="397763" y="307848"/>
                  </a:lnTo>
                  <a:lnTo>
                    <a:pt x="373253" y="350520"/>
                  </a:lnTo>
                  <a:lnTo>
                    <a:pt x="348615" y="383286"/>
                  </a:lnTo>
                  <a:lnTo>
                    <a:pt x="287908" y="424053"/>
                  </a:lnTo>
                  <a:lnTo>
                    <a:pt x="246633" y="434721"/>
                  </a:lnTo>
                  <a:lnTo>
                    <a:pt x="194691" y="440817"/>
                  </a:lnTo>
                  <a:lnTo>
                    <a:pt x="129158" y="443484"/>
                  </a:lnTo>
                  <a:lnTo>
                    <a:pt x="90550" y="443992"/>
                  </a:lnTo>
                  <a:lnTo>
                    <a:pt x="47625" y="444246"/>
                  </a:lnTo>
                  <a:lnTo>
                    <a:pt x="0" y="444246"/>
                  </a:lnTo>
                  <a:lnTo>
                    <a:pt x="9270" y="441198"/>
                  </a:lnTo>
                  <a:lnTo>
                    <a:pt x="17652" y="438404"/>
                  </a:lnTo>
                  <a:lnTo>
                    <a:pt x="60959" y="382143"/>
                  </a:lnTo>
                  <a:lnTo>
                    <a:pt x="64134" y="340487"/>
                  </a:lnTo>
                  <a:lnTo>
                    <a:pt x="64896" y="302387"/>
                  </a:lnTo>
                  <a:lnTo>
                    <a:pt x="65150" y="254381"/>
                  </a:lnTo>
                  <a:lnTo>
                    <a:pt x="65150" y="226314"/>
                  </a:lnTo>
                  <a:lnTo>
                    <a:pt x="65150" y="217932"/>
                  </a:lnTo>
                  <a:lnTo>
                    <a:pt x="63372" y="163957"/>
                  </a:lnTo>
                  <a:lnTo>
                    <a:pt x="58419" y="119634"/>
                  </a:lnTo>
                  <a:lnTo>
                    <a:pt x="37464" y="44831"/>
                  </a:lnTo>
                  <a:lnTo>
                    <a:pt x="0" y="0"/>
                  </a:lnTo>
                  <a:lnTo>
                    <a:pt x="48387" y="1651"/>
                  </a:lnTo>
                  <a:lnTo>
                    <a:pt x="93471" y="6223"/>
                  </a:lnTo>
                  <a:lnTo>
                    <a:pt x="135255" y="13462"/>
                  </a:lnTo>
                  <a:lnTo>
                    <a:pt x="173862" y="23114"/>
                  </a:lnTo>
                  <a:lnTo>
                    <a:pt x="242188" y="48006"/>
                  </a:lnTo>
                  <a:lnTo>
                    <a:pt x="323342" y="94488"/>
                  </a:lnTo>
                  <a:lnTo>
                    <a:pt x="364235" y="127635"/>
                  </a:lnTo>
                  <a:lnTo>
                    <a:pt x="395478" y="159512"/>
                  </a:lnTo>
                  <a:lnTo>
                    <a:pt x="436371" y="215900"/>
                  </a:lnTo>
                  <a:lnTo>
                    <a:pt x="438911" y="220472"/>
                  </a:lnTo>
                  <a:lnTo>
                    <a:pt x="439673" y="222123"/>
                  </a:lnTo>
                  <a:close/>
                </a:path>
              </a:pathLst>
            </a:custGeom>
            <a:noFill/>
            <a:ln w="11425" cap="flat" cmpd="sng">
              <a:solidFill>
                <a:srgbClr val="008B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7" name="Google Shape;237;g3274f29ea69_0_0"/>
            <p:cNvSpPr/>
            <p:nvPr/>
          </p:nvSpPr>
          <p:spPr>
            <a:xfrm>
              <a:off x="2328671" y="5801867"/>
              <a:ext cx="824230" cy="0"/>
            </a:xfrm>
            <a:custGeom>
              <a:avLst/>
              <a:gdLst/>
              <a:ahLst/>
              <a:cxnLst/>
              <a:rect l="l" t="t" r="r" b="b"/>
              <a:pathLst>
                <a:path w="824230" h="120000" extrusionOk="0">
                  <a:moveTo>
                    <a:pt x="0" y="0"/>
                  </a:moveTo>
                  <a:lnTo>
                    <a:pt x="823721" y="0"/>
                  </a:lnTo>
                </a:path>
              </a:pathLst>
            </a:custGeom>
            <a:noFill/>
            <a:ln w="16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8" name="Google Shape;238;g3274f29ea69_0_0"/>
            <p:cNvSpPr/>
            <p:nvPr/>
          </p:nvSpPr>
          <p:spPr>
            <a:xfrm>
              <a:off x="3597783" y="5692520"/>
              <a:ext cx="729614" cy="2539"/>
            </a:xfrm>
            <a:custGeom>
              <a:avLst/>
              <a:gdLst/>
              <a:ahLst/>
              <a:cxnLst/>
              <a:rect l="l" t="t" r="r" b="b"/>
              <a:pathLst>
                <a:path w="729614" h="2539" extrusionOk="0">
                  <a:moveTo>
                    <a:pt x="0" y="0"/>
                  </a:moveTo>
                  <a:lnTo>
                    <a:pt x="729233" y="2285"/>
                  </a:lnTo>
                </a:path>
              </a:pathLst>
            </a:custGeom>
            <a:noFill/>
            <a:ln w="144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39" name="Google Shape;239;g3274f29ea69_0_0"/>
            <p:cNvSpPr/>
            <p:nvPr/>
          </p:nvSpPr>
          <p:spPr>
            <a:xfrm>
              <a:off x="3528059" y="5654801"/>
              <a:ext cx="69300" cy="69300"/>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40" name="Google Shape;240;g3274f29ea69_0_0"/>
            <p:cNvSpPr/>
            <p:nvPr/>
          </p:nvSpPr>
          <p:spPr>
            <a:xfrm>
              <a:off x="3088385" y="5465063"/>
              <a:ext cx="440054" cy="449579"/>
            </a:xfrm>
            <a:custGeom>
              <a:avLst/>
              <a:gdLst/>
              <a:ahLst/>
              <a:cxnLst/>
              <a:rect l="l" t="t" r="r" b="b"/>
              <a:pathLst>
                <a:path w="440054" h="449579" extrusionOk="0">
                  <a:moveTo>
                    <a:pt x="0" y="0"/>
                  </a:moveTo>
                  <a:lnTo>
                    <a:pt x="54356" y="38989"/>
                  </a:lnTo>
                  <a:lnTo>
                    <a:pt x="62356" y="78359"/>
                  </a:lnTo>
                  <a:lnTo>
                    <a:pt x="64643" y="126111"/>
                  </a:lnTo>
                  <a:lnTo>
                    <a:pt x="65150" y="229044"/>
                  </a:lnTo>
                  <a:lnTo>
                    <a:pt x="64643" y="255244"/>
                  </a:lnTo>
                  <a:lnTo>
                    <a:pt x="61213" y="304622"/>
                  </a:lnTo>
                  <a:lnTo>
                    <a:pt x="54990" y="344995"/>
                  </a:lnTo>
                  <a:lnTo>
                    <a:pt x="32512" y="412292"/>
                  </a:lnTo>
                  <a:lnTo>
                    <a:pt x="0" y="449580"/>
                  </a:lnTo>
                  <a:lnTo>
                    <a:pt x="48387" y="447929"/>
                  </a:lnTo>
                  <a:lnTo>
                    <a:pt x="93471" y="443230"/>
                  </a:lnTo>
                  <a:lnTo>
                    <a:pt x="135255" y="435800"/>
                  </a:lnTo>
                  <a:lnTo>
                    <a:pt x="173862" y="425983"/>
                  </a:lnTo>
                  <a:lnTo>
                    <a:pt x="242188" y="400570"/>
                  </a:lnTo>
                  <a:lnTo>
                    <a:pt x="323341" y="353098"/>
                  </a:lnTo>
                  <a:lnTo>
                    <a:pt x="364236" y="319176"/>
                  </a:lnTo>
                  <a:lnTo>
                    <a:pt x="395477" y="286613"/>
                  </a:lnTo>
                  <a:lnTo>
                    <a:pt x="436372" y="229044"/>
                  </a:lnTo>
                  <a:lnTo>
                    <a:pt x="439674" y="222681"/>
                  </a:lnTo>
                  <a:lnTo>
                    <a:pt x="424561" y="190931"/>
                  </a:lnTo>
                  <a:lnTo>
                    <a:pt x="397763" y="136753"/>
                  </a:lnTo>
                  <a:lnTo>
                    <a:pt x="373252" y="93980"/>
                  </a:lnTo>
                  <a:lnTo>
                    <a:pt x="348614" y="61214"/>
                  </a:lnTo>
                  <a:lnTo>
                    <a:pt x="287909" y="20320"/>
                  </a:lnTo>
                  <a:lnTo>
                    <a:pt x="246634" y="9525"/>
                  </a:lnTo>
                  <a:lnTo>
                    <a:pt x="194690" y="3429"/>
                  </a:lnTo>
                  <a:lnTo>
                    <a:pt x="129158" y="762"/>
                  </a:lnTo>
                  <a:lnTo>
                    <a:pt x="0" y="0"/>
                  </a:lnTo>
                  <a:close/>
                </a:path>
              </a:pathLst>
            </a:custGeom>
            <a:solidFill>
              <a:srgbClr val="FFFFF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41" name="Google Shape;241;g3274f29ea69_0_0"/>
            <p:cNvSpPr/>
            <p:nvPr/>
          </p:nvSpPr>
          <p:spPr>
            <a:xfrm>
              <a:off x="3088766" y="5465444"/>
              <a:ext cx="440054" cy="449579"/>
            </a:xfrm>
            <a:custGeom>
              <a:avLst/>
              <a:gdLst/>
              <a:ahLst/>
              <a:cxnLst/>
              <a:rect l="l" t="t" r="r" b="b"/>
              <a:pathLst>
                <a:path w="440054" h="449579" extrusionOk="0">
                  <a:moveTo>
                    <a:pt x="439673" y="222681"/>
                  </a:moveTo>
                  <a:lnTo>
                    <a:pt x="397763" y="136753"/>
                  </a:lnTo>
                  <a:lnTo>
                    <a:pt x="373253" y="93979"/>
                  </a:lnTo>
                  <a:lnTo>
                    <a:pt x="348615" y="61213"/>
                  </a:lnTo>
                  <a:lnTo>
                    <a:pt x="287908" y="20319"/>
                  </a:lnTo>
                  <a:lnTo>
                    <a:pt x="246633" y="9524"/>
                  </a:lnTo>
                  <a:lnTo>
                    <a:pt x="194691" y="3428"/>
                  </a:lnTo>
                  <a:lnTo>
                    <a:pt x="129158" y="761"/>
                  </a:lnTo>
                  <a:lnTo>
                    <a:pt x="90550" y="253"/>
                  </a:lnTo>
                  <a:lnTo>
                    <a:pt x="47625" y="0"/>
                  </a:lnTo>
                  <a:lnTo>
                    <a:pt x="0" y="0"/>
                  </a:lnTo>
                  <a:lnTo>
                    <a:pt x="9270" y="3555"/>
                  </a:lnTo>
                  <a:lnTo>
                    <a:pt x="17652" y="6984"/>
                  </a:lnTo>
                  <a:lnTo>
                    <a:pt x="60959" y="66293"/>
                  </a:lnTo>
                  <a:lnTo>
                    <a:pt x="64134" y="108076"/>
                  </a:lnTo>
                  <a:lnTo>
                    <a:pt x="64896" y="146392"/>
                  </a:lnTo>
                  <a:lnTo>
                    <a:pt x="65150" y="194513"/>
                  </a:lnTo>
                  <a:lnTo>
                    <a:pt x="65150" y="222681"/>
                  </a:lnTo>
                  <a:lnTo>
                    <a:pt x="65150" y="226885"/>
                  </a:lnTo>
                  <a:lnTo>
                    <a:pt x="63372" y="281114"/>
                  </a:lnTo>
                  <a:lnTo>
                    <a:pt x="58419" y="325881"/>
                  </a:lnTo>
                  <a:lnTo>
                    <a:pt x="37464" y="402234"/>
                  </a:lnTo>
                  <a:lnTo>
                    <a:pt x="0" y="449579"/>
                  </a:lnTo>
                  <a:lnTo>
                    <a:pt x="48387" y="447928"/>
                  </a:lnTo>
                  <a:lnTo>
                    <a:pt x="93471" y="443229"/>
                  </a:lnTo>
                  <a:lnTo>
                    <a:pt x="135255" y="435800"/>
                  </a:lnTo>
                  <a:lnTo>
                    <a:pt x="173862" y="425983"/>
                  </a:lnTo>
                  <a:lnTo>
                    <a:pt x="242188" y="400570"/>
                  </a:lnTo>
                  <a:lnTo>
                    <a:pt x="323342" y="353098"/>
                  </a:lnTo>
                  <a:lnTo>
                    <a:pt x="364235" y="319176"/>
                  </a:lnTo>
                  <a:lnTo>
                    <a:pt x="395478" y="286613"/>
                  </a:lnTo>
                  <a:lnTo>
                    <a:pt x="436371" y="229044"/>
                  </a:lnTo>
                  <a:lnTo>
                    <a:pt x="438911" y="224332"/>
                  </a:lnTo>
                  <a:lnTo>
                    <a:pt x="439673" y="222681"/>
                  </a:lnTo>
                  <a:close/>
                </a:path>
              </a:pathLst>
            </a:custGeom>
            <a:noFill/>
            <a:ln w="11425" cap="flat" cmpd="sng">
              <a:solidFill>
                <a:srgbClr val="008B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42" name="Google Shape;242;g3274f29ea69_0_0"/>
            <p:cNvSpPr/>
            <p:nvPr/>
          </p:nvSpPr>
          <p:spPr>
            <a:xfrm>
              <a:off x="2798444" y="4818506"/>
              <a:ext cx="1008379" cy="866139"/>
            </a:xfrm>
            <a:custGeom>
              <a:avLst/>
              <a:gdLst/>
              <a:ahLst/>
              <a:cxnLst/>
              <a:rect l="l" t="t" r="r" b="b"/>
              <a:pathLst>
                <a:path w="1008379" h="866139" extrusionOk="0">
                  <a:moveTo>
                    <a:pt x="1008126" y="0"/>
                  </a:moveTo>
                  <a:lnTo>
                    <a:pt x="1008126" y="289560"/>
                  </a:lnTo>
                  <a:lnTo>
                    <a:pt x="0" y="581025"/>
                  </a:lnTo>
                  <a:lnTo>
                    <a:pt x="0" y="760476"/>
                  </a:lnTo>
                  <a:lnTo>
                    <a:pt x="346963" y="760476"/>
                  </a:lnTo>
                </a:path>
                <a:path w="1008379" h="866139" extrusionOk="0">
                  <a:moveTo>
                    <a:pt x="346963" y="106680"/>
                  </a:moveTo>
                  <a:lnTo>
                    <a:pt x="0" y="106680"/>
                  </a:lnTo>
                  <a:lnTo>
                    <a:pt x="0" y="289814"/>
                  </a:lnTo>
                  <a:lnTo>
                    <a:pt x="1008126" y="575945"/>
                  </a:lnTo>
                  <a:lnTo>
                    <a:pt x="1008126" y="865632"/>
                  </a:lnTo>
                </a:path>
              </a:pathLst>
            </a:custGeom>
            <a:noFill/>
            <a:ln w="144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243" name="Google Shape;243;g3274f29ea69_0_0"/>
          <p:cNvSpPr txBox="1"/>
          <p:nvPr/>
        </p:nvSpPr>
        <p:spPr>
          <a:xfrm>
            <a:off x="2675127" y="5800597"/>
            <a:ext cx="120000" cy="1701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None/>
            </a:pPr>
            <a:r>
              <a:rPr lang="en-US" sz="1000">
                <a:latin typeface="Arial"/>
                <a:ea typeface="Arial"/>
                <a:cs typeface="Arial"/>
                <a:sym typeface="Arial"/>
              </a:rPr>
              <a:t>R</a:t>
            </a:r>
            <a:endParaRPr sz="1000">
              <a:latin typeface="Arial"/>
              <a:ea typeface="Arial"/>
              <a:cs typeface="Arial"/>
              <a:sym typeface="Arial"/>
            </a:endParaRPr>
          </a:p>
        </p:txBody>
      </p:sp>
      <p:sp>
        <p:nvSpPr>
          <p:cNvPr id="244" name="Google Shape;244;g3274f29ea69_0_0"/>
          <p:cNvSpPr txBox="1"/>
          <p:nvPr/>
        </p:nvSpPr>
        <p:spPr>
          <a:xfrm>
            <a:off x="2675127" y="4536694"/>
            <a:ext cx="98400" cy="1443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850">
                <a:latin typeface="Arial"/>
                <a:ea typeface="Arial"/>
                <a:cs typeface="Arial"/>
                <a:sym typeface="Arial"/>
              </a:rPr>
              <a:t>S</a:t>
            </a:r>
            <a:endParaRPr sz="850">
              <a:latin typeface="Arial"/>
              <a:ea typeface="Arial"/>
              <a:cs typeface="Arial"/>
              <a:sym typeface="Arial"/>
            </a:endParaRPr>
          </a:p>
        </p:txBody>
      </p:sp>
      <p:sp>
        <p:nvSpPr>
          <p:cNvPr id="245" name="Google Shape;245;g3274f29ea69_0_0"/>
          <p:cNvSpPr txBox="1"/>
          <p:nvPr/>
        </p:nvSpPr>
        <p:spPr>
          <a:xfrm>
            <a:off x="3824223" y="5498591"/>
            <a:ext cx="126900" cy="1701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None/>
            </a:pPr>
            <a:r>
              <a:rPr lang="en-US" sz="1000">
                <a:latin typeface="Arial"/>
                <a:ea typeface="Arial"/>
                <a:cs typeface="Arial"/>
                <a:sym typeface="Arial"/>
              </a:rPr>
              <a:t>Q</a:t>
            </a:r>
            <a:endParaRPr sz="1000">
              <a:latin typeface="Arial"/>
              <a:ea typeface="Arial"/>
              <a:cs typeface="Arial"/>
              <a:sym typeface="Arial"/>
            </a:endParaRPr>
          </a:p>
        </p:txBody>
      </p:sp>
      <p:grpSp>
        <p:nvGrpSpPr>
          <p:cNvPr id="246" name="Google Shape;246;g3274f29ea69_0_0"/>
          <p:cNvGrpSpPr/>
          <p:nvPr/>
        </p:nvGrpSpPr>
        <p:grpSpPr>
          <a:xfrm>
            <a:off x="2057019" y="4549902"/>
            <a:ext cx="2632836" cy="1336675"/>
            <a:chOff x="2057019" y="4549902"/>
            <a:chExt cx="2632836" cy="1336675"/>
          </a:xfrm>
        </p:grpSpPr>
        <p:sp>
          <p:nvSpPr>
            <p:cNvPr id="247" name="Google Shape;247;g3274f29ea69_0_0"/>
            <p:cNvSpPr/>
            <p:nvPr/>
          </p:nvSpPr>
          <p:spPr>
            <a:xfrm>
              <a:off x="4332351" y="5504307"/>
              <a:ext cx="357504" cy="382270"/>
            </a:xfrm>
            <a:custGeom>
              <a:avLst/>
              <a:gdLst/>
              <a:ahLst/>
              <a:cxnLst/>
              <a:rect l="l" t="t" r="r" b="b"/>
              <a:pathLst>
                <a:path w="357504" h="382270" extrusionOk="0">
                  <a:moveTo>
                    <a:pt x="0" y="381762"/>
                  </a:moveTo>
                  <a:lnTo>
                    <a:pt x="357377" y="381762"/>
                  </a:lnTo>
                  <a:lnTo>
                    <a:pt x="357377" y="0"/>
                  </a:lnTo>
                  <a:lnTo>
                    <a:pt x="0" y="0"/>
                  </a:lnTo>
                  <a:lnTo>
                    <a:pt x="0" y="381762"/>
                  </a:lnTo>
                  <a:close/>
                </a:path>
              </a:pathLst>
            </a:custGeom>
            <a:noFill/>
            <a:ln w="11425" cap="flat" cmpd="sng">
              <a:solidFill>
                <a:srgbClr val="008B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48" name="Google Shape;248;g3274f29ea69_0_0"/>
            <p:cNvSpPr/>
            <p:nvPr/>
          </p:nvSpPr>
          <p:spPr>
            <a:xfrm>
              <a:off x="4395977" y="5579364"/>
              <a:ext cx="228600" cy="230100"/>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49" name="Google Shape;249;g3274f29ea69_0_0"/>
            <p:cNvSpPr/>
            <p:nvPr/>
          </p:nvSpPr>
          <p:spPr>
            <a:xfrm>
              <a:off x="2057019" y="4630293"/>
              <a:ext cx="272414" cy="147954"/>
            </a:xfrm>
            <a:custGeom>
              <a:avLst/>
              <a:gdLst/>
              <a:ahLst/>
              <a:cxnLst/>
              <a:rect l="l" t="t" r="r" b="b"/>
              <a:pathLst>
                <a:path w="272414" h="147954" extrusionOk="0">
                  <a:moveTo>
                    <a:pt x="0" y="147828"/>
                  </a:moveTo>
                  <a:lnTo>
                    <a:pt x="272033" y="147828"/>
                  </a:lnTo>
                  <a:lnTo>
                    <a:pt x="272033" y="0"/>
                  </a:lnTo>
                  <a:lnTo>
                    <a:pt x="0" y="0"/>
                  </a:lnTo>
                  <a:lnTo>
                    <a:pt x="0" y="147828"/>
                  </a:lnTo>
                  <a:close/>
                </a:path>
              </a:pathLst>
            </a:custGeom>
            <a:noFill/>
            <a:ln w="11425" cap="flat" cmpd="sng">
              <a:solidFill>
                <a:srgbClr val="008B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50" name="Google Shape;250;g3274f29ea69_0_0"/>
            <p:cNvSpPr/>
            <p:nvPr/>
          </p:nvSpPr>
          <p:spPr>
            <a:xfrm>
              <a:off x="2118360" y="4549902"/>
              <a:ext cx="147319" cy="80010"/>
            </a:xfrm>
            <a:custGeom>
              <a:avLst/>
              <a:gdLst/>
              <a:ahLst/>
              <a:cxnLst/>
              <a:rect l="l" t="t" r="r" b="b"/>
              <a:pathLst>
                <a:path w="147319" h="80010" extrusionOk="0">
                  <a:moveTo>
                    <a:pt x="147066" y="0"/>
                  </a:moveTo>
                  <a:lnTo>
                    <a:pt x="0" y="0"/>
                  </a:lnTo>
                  <a:lnTo>
                    <a:pt x="0" y="80010"/>
                  </a:lnTo>
                  <a:lnTo>
                    <a:pt x="147066" y="80010"/>
                  </a:lnTo>
                  <a:lnTo>
                    <a:pt x="147066" y="0"/>
                  </a:lnTo>
                  <a:close/>
                </a:path>
              </a:pathLst>
            </a:custGeom>
            <a:solidFill>
              <a:srgbClr val="008BC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51" name="Google Shape;251;g3274f29ea69_0_0"/>
            <p:cNvSpPr/>
            <p:nvPr/>
          </p:nvSpPr>
          <p:spPr>
            <a:xfrm>
              <a:off x="2057019" y="5729859"/>
              <a:ext cx="272414" cy="151129"/>
            </a:xfrm>
            <a:custGeom>
              <a:avLst/>
              <a:gdLst/>
              <a:ahLst/>
              <a:cxnLst/>
              <a:rect l="l" t="t" r="r" b="b"/>
              <a:pathLst>
                <a:path w="272414" h="151129" extrusionOk="0">
                  <a:moveTo>
                    <a:pt x="0" y="150875"/>
                  </a:moveTo>
                  <a:lnTo>
                    <a:pt x="272033" y="150875"/>
                  </a:lnTo>
                  <a:lnTo>
                    <a:pt x="272033" y="0"/>
                  </a:lnTo>
                  <a:lnTo>
                    <a:pt x="0" y="0"/>
                  </a:lnTo>
                  <a:lnTo>
                    <a:pt x="0" y="150875"/>
                  </a:lnTo>
                  <a:close/>
                </a:path>
              </a:pathLst>
            </a:custGeom>
            <a:noFill/>
            <a:ln w="11425" cap="flat" cmpd="sng">
              <a:solidFill>
                <a:srgbClr val="008BCD"/>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52" name="Google Shape;252;g3274f29ea69_0_0"/>
            <p:cNvSpPr/>
            <p:nvPr/>
          </p:nvSpPr>
          <p:spPr>
            <a:xfrm>
              <a:off x="2118360" y="5654802"/>
              <a:ext cx="147319" cy="74929"/>
            </a:xfrm>
            <a:custGeom>
              <a:avLst/>
              <a:gdLst/>
              <a:ahLst/>
              <a:cxnLst/>
              <a:rect l="l" t="t" r="r" b="b"/>
              <a:pathLst>
                <a:path w="147319" h="74929" extrusionOk="0">
                  <a:moveTo>
                    <a:pt x="147066" y="0"/>
                  </a:moveTo>
                  <a:lnTo>
                    <a:pt x="0" y="0"/>
                  </a:lnTo>
                  <a:lnTo>
                    <a:pt x="0" y="74676"/>
                  </a:lnTo>
                  <a:lnTo>
                    <a:pt x="147066" y="74676"/>
                  </a:lnTo>
                  <a:lnTo>
                    <a:pt x="147066" y="0"/>
                  </a:lnTo>
                  <a:close/>
                </a:path>
              </a:pathLst>
            </a:custGeom>
            <a:solidFill>
              <a:srgbClr val="008BC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grpSp>
      <p:sp>
        <p:nvSpPr>
          <p:cNvPr id="253" name="Google Shape;253;g3274f29ea69_0_0"/>
          <p:cNvSpPr txBox="1"/>
          <p:nvPr/>
        </p:nvSpPr>
        <p:spPr>
          <a:xfrm>
            <a:off x="1569478" y="4456125"/>
            <a:ext cx="532800" cy="306300"/>
          </a:xfrm>
          <a:prstGeom prst="rect">
            <a:avLst/>
          </a:prstGeom>
          <a:noFill/>
          <a:ln>
            <a:noFill/>
          </a:ln>
        </p:spPr>
        <p:txBody>
          <a:bodyPr spcFirstLastPara="1" wrap="square" lIns="0" tIns="12050" rIns="0" bIns="0" anchor="t" anchorCtr="0">
            <a:spAutoFit/>
          </a:bodyPr>
          <a:lstStyle/>
          <a:p>
            <a:pPr marL="12700" marR="5080" lvl="0" indent="175895" algn="l" rtl="0">
              <a:lnSpc>
                <a:spcPct val="124700"/>
              </a:lnSpc>
              <a:spcBef>
                <a:spcPts val="0"/>
              </a:spcBef>
              <a:spcAft>
                <a:spcPts val="0"/>
              </a:spcAft>
              <a:buNone/>
            </a:pPr>
            <a:r>
              <a:rPr lang="en-US" sz="850">
                <a:latin typeface="Arial"/>
                <a:ea typeface="Arial"/>
                <a:cs typeface="Arial"/>
                <a:sym typeface="Arial"/>
              </a:rPr>
              <a:t>Call  but ton</a:t>
            </a:r>
            <a:endParaRPr sz="850">
              <a:latin typeface="Arial"/>
              <a:ea typeface="Arial"/>
              <a:cs typeface="Arial"/>
              <a:sym typeface="Arial"/>
            </a:endParaRPr>
          </a:p>
        </p:txBody>
      </p:sp>
      <p:sp>
        <p:nvSpPr>
          <p:cNvPr id="254" name="Google Shape;254;g3274f29ea69_0_0"/>
          <p:cNvSpPr txBox="1">
            <a:spLocks noGrp="1"/>
          </p:cNvSpPr>
          <p:nvPr>
            <p:ph type="sldNum" idx="12"/>
          </p:nvPr>
        </p:nvSpPr>
        <p:spPr>
          <a:xfrm>
            <a:off x="5148579" y="6481626"/>
            <a:ext cx="3762300" cy="215400"/>
          </a:xfrm>
          <a:prstGeom prst="rect">
            <a:avLst/>
          </a:prstGeom>
          <a:noFill/>
          <a:ln>
            <a:noFill/>
          </a:ln>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US"/>
              <a:t>Chapter 3 — Arithmetic for Computers — </a:t>
            </a:r>
            <a:fld id="{00000000-1234-1234-1234-123412341234}" type="slidenum">
              <a:rPr lang="en-US"/>
              <a:t>18</a:t>
            </a:fld>
            <a:endParaRPr sz="1000" b="0">
              <a:solidFill>
                <a:schemeClr val="dk2"/>
              </a:solidFill>
              <a:latin typeface="Libre Franklin"/>
              <a:ea typeface="Libre Franklin"/>
              <a:cs typeface="Libre Franklin"/>
              <a:sym typeface="Libre Franklin"/>
            </a:endParaRPr>
          </a:p>
        </p:txBody>
      </p:sp>
      <p:sp>
        <p:nvSpPr>
          <p:cNvPr id="255" name="Google Shape;255;g3274f29ea69_0_0"/>
          <p:cNvSpPr txBox="1"/>
          <p:nvPr/>
        </p:nvSpPr>
        <p:spPr>
          <a:xfrm>
            <a:off x="4240021" y="5305044"/>
            <a:ext cx="532800" cy="170100"/>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None/>
            </a:pPr>
            <a:r>
              <a:rPr lang="en-US" sz="1000">
                <a:latin typeface="Arial"/>
                <a:ea typeface="Arial"/>
                <a:cs typeface="Arial"/>
                <a:sym typeface="Arial"/>
              </a:rPr>
              <a:t>Blue light</a:t>
            </a:r>
            <a:endParaRPr sz="1000">
              <a:latin typeface="Arial"/>
              <a:ea typeface="Arial"/>
              <a:cs typeface="Arial"/>
              <a:sym typeface="Arial"/>
            </a:endParaRPr>
          </a:p>
        </p:txBody>
      </p:sp>
      <p:sp>
        <p:nvSpPr>
          <p:cNvPr id="256" name="Google Shape;256;g3274f29ea69_0_0"/>
          <p:cNvSpPr txBox="1"/>
          <p:nvPr/>
        </p:nvSpPr>
        <p:spPr>
          <a:xfrm>
            <a:off x="1603499" y="5582850"/>
            <a:ext cx="532800" cy="330900"/>
          </a:xfrm>
          <a:prstGeom prst="rect">
            <a:avLst/>
          </a:prstGeom>
          <a:noFill/>
          <a:ln>
            <a:noFill/>
          </a:ln>
        </p:spPr>
        <p:txBody>
          <a:bodyPr spcFirstLastPara="1" wrap="square" lIns="0" tIns="31100" rIns="0" bIns="0" anchor="t" anchorCtr="0">
            <a:spAutoFit/>
          </a:bodyPr>
          <a:lstStyle/>
          <a:p>
            <a:pPr marL="22860" marR="0" lvl="0" indent="0" algn="l" rtl="0">
              <a:lnSpc>
                <a:spcPct val="100000"/>
              </a:lnSpc>
              <a:spcBef>
                <a:spcPts val="0"/>
              </a:spcBef>
              <a:spcAft>
                <a:spcPts val="0"/>
              </a:spcAft>
              <a:buNone/>
            </a:pPr>
            <a:r>
              <a:rPr lang="en-US" sz="1000">
                <a:latin typeface="Arial"/>
                <a:ea typeface="Arial"/>
                <a:cs typeface="Arial"/>
                <a:sym typeface="Arial"/>
              </a:rPr>
              <a:t>Cancel</a:t>
            </a:r>
            <a:endParaRPr sz="1000">
              <a:latin typeface="Arial"/>
              <a:ea typeface="Arial"/>
              <a:cs typeface="Arial"/>
              <a:sym typeface="Arial"/>
            </a:endParaRPr>
          </a:p>
          <a:p>
            <a:pPr marL="12700" marR="0" lvl="0" indent="0" algn="l" rtl="0">
              <a:lnSpc>
                <a:spcPct val="100000"/>
              </a:lnSpc>
              <a:spcBef>
                <a:spcPts val="114"/>
              </a:spcBef>
              <a:spcAft>
                <a:spcPts val="0"/>
              </a:spcAft>
              <a:buNone/>
            </a:pPr>
            <a:r>
              <a:rPr lang="en-US" sz="850">
                <a:latin typeface="Arial"/>
                <a:ea typeface="Arial"/>
                <a:cs typeface="Arial"/>
                <a:sym typeface="Arial"/>
              </a:rPr>
              <a:t>but ton</a:t>
            </a:r>
            <a:endParaRPr sz="85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274f29ea69_0_36"/>
          <p:cNvSpPr txBox="1">
            <a:spLocks noGrp="1"/>
          </p:cNvSpPr>
          <p:nvPr>
            <p:ph type="title"/>
          </p:nvPr>
        </p:nvSpPr>
        <p:spPr>
          <a:xfrm>
            <a:off x="831776" y="163825"/>
            <a:ext cx="8151300" cy="602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SR Flip-flop or simply Flip-flop</a:t>
            </a:r>
            <a:endParaRPr/>
          </a:p>
        </p:txBody>
      </p:sp>
      <p:sp>
        <p:nvSpPr>
          <p:cNvPr id="262" name="Google Shape;262;g3274f29ea69_0_36"/>
          <p:cNvSpPr txBox="1">
            <a:spLocks noGrp="1"/>
          </p:cNvSpPr>
          <p:nvPr>
            <p:ph type="body" idx="1"/>
          </p:nvPr>
        </p:nvSpPr>
        <p:spPr>
          <a:xfrm>
            <a:off x="705103" y="1062043"/>
            <a:ext cx="7733700" cy="405000"/>
          </a:xfrm>
          <a:prstGeom prst="rect">
            <a:avLst/>
          </a:prstGeom>
        </p:spPr>
        <p:txBody>
          <a:bodyPr spcFirstLastPara="1" wrap="square" lIns="0" tIns="0" rIns="0" bIns="0" anchor="t" anchorCtr="0">
            <a:spAutoFit/>
          </a:bodyPr>
          <a:lstStyle/>
          <a:p>
            <a:pPr marL="0" lvl="0" indent="0" algn="l" rtl="0">
              <a:spcBef>
                <a:spcPts val="1000"/>
              </a:spcBef>
              <a:spcAft>
                <a:spcPts val="200"/>
              </a:spcAft>
              <a:buNone/>
            </a:pPr>
            <a:endParaRPr/>
          </a:p>
        </p:txBody>
      </p:sp>
      <p:pic>
        <p:nvPicPr>
          <p:cNvPr id="263" name="Google Shape;263;g3274f29ea69_0_36"/>
          <p:cNvPicPr preferRelativeResize="0"/>
          <p:nvPr/>
        </p:nvPicPr>
        <p:blipFill>
          <a:blip r:embed="rId3">
            <a:alphaModFix/>
          </a:blip>
          <a:stretch>
            <a:fillRect/>
          </a:stretch>
        </p:blipFill>
        <p:spPr>
          <a:xfrm>
            <a:off x="1840525" y="1713968"/>
            <a:ext cx="4762500" cy="2562225"/>
          </a:xfrm>
          <a:prstGeom prst="rect">
            <a:avLst/>
          </a:prstGeom>
          <a:noFill/>
          <a:ln>
            <a:noFill/>
          </a:ln>
        </p:spPr>
      </p:pic>
      <p:pic>
        <p:nvPicPr>
          <p:cNvPr id="264" name="Google Shape;264;g3274f29ea69_0_36"/>
          <p:cNvPicPr preferRelativeResize="0"/>
          <p:nvPr/>
        </p:nvPicPr>
        <p:blipFill>
          <a:blip r:embed="rId4">
            <a:alphaModFix/>
          </a:blip>
          <a:stretch>
            <a:fillRect/>
          </a:stretch>
        </p:blipFill>
        <p:spPr>
          <a:xfrm>
            <a:off x="3093425" y="4497018"/>
            <a:ext cx="2552700" cy="1790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g3274f29ea69_0_43"/>
          <p:cNvSpPr txBox="1">
            <a:spLocks noGrp="1"/>
          </p:cNvSpPr>
          <p:nvPr>
            <p:ph type="title"/>
          </p:nvPr>
        </p:nvSpPr>
        <p:spPr>
          <a:xfrm>
            <a:off x="877751" y="163825"/>
            <a:ext cx="8105400" cy="602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D Flip-flop</a:t>
            </a:r>
            <a:endParaRPr/>
          </a:p>
        </p:txBody>
      </p:sp>
      <p:sp>
        <p:nvSpPr>
          <p:cNvPr id="270" name="Google Shape;270;g3274f29ea69_0_43"/>
          <p:cNvSpPr txBox="1">
            <a:spLocks noGrp="1"/>
          </p:cNvSpPr>
          <p:nvPr>
            <p:ph type="body" idx="1"/>
          </p:nvPr>
        </p:nvSpPr>
        <p:spPr>
          <a:xfrm>
            <a:off x="705103" y="1062043"/>
            <a:ext cx="7733700" cy="405000"/>
          </a:xfrm>
          <a:prstGeom prst="rect">
            <a:avLst/>
          </a:prstGeom>
        </p:spPr>
        <p:txBody>
          <a:bodyPr spcFirstLastPara="1" wrap="square" lIns="0" tIns="0" rIns="0" bIns="0" anchor="t" anchorCtr="0">
            <a:spAutoFit/>
          </a:bodyPr>
          <a:lstStyle/>
          <a:p>
            <a:pPr marL="0" lvl="0" indent="0" algn="l" rtl="0">
              <a:spcBef>
                <a:spcPts val="1000"/>
              </a:spcBef>
              <a:spcAft>
                <a:spcPts val="200"/>
              </a:spcAft>
              <a:buNone/>
            </a:pPr>
            <a:endParaRPr/>
          </a:p>
        </p:txBody>
      </p:sp>
      <p:pic>
        <p:nvPicPr>
          <p:cNvPr id="271" name="Google Shape;271;g3274f29ea69_0_43"/>
          <p:cNvPicPr preferRelativeResize="0"/>
          <p:nvPr/>
        </p:nvPicPr>
        <p:blipFill>
          <a:blip r:embed="rId3">
            <a:alphaModFix/>
          </a:blip>
          <a:stretch>
            <a:fillRect/>
          </a:stretch>
        </p:blipFill>
        <p:spPr>
          <a:xfrm>
            <a:off x="877750" y="1381793"/>
            <a:ext cx="6976181" cy="506005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g3274f29ea69_0_49"/>
          <p:cNvSpPr txBox="1">
            <a:spLocks noGrp="1"/>
          </p:cNvSpPr>
          <p:nvPr>
            <p:ph type="title"/>
          </p:nvPr>
        </p:nvSpPr>
        <p:spPr>
          <a:xfrm>
            <a:off x="1028701" y="163825"/>
            <a:ext cx="7954200" cy="602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JK Flipflop</a:t>
            </a:r>
            <a:endParaRPr/>
          </a:p>
        </p:txBody>
      </p:sp>
      <p:sp>
        <p:nvSpPr>
          <p:cNvPr id="277" name="Google Shape;277;g3274f29ea69_0_49"/>
          <p:cNvSpPr txBox="1">
            <a:spLocks noGrp="1"/>
          </p:cNvSpPr>
          <p:nvPr>
            <p:ph type="body" idx="1"/>
          </p:nvPr>
        </p:nvSpPr>
        <p:spPr>
          <a:xfrm>
            <a:off x="705103" y="1062043"/>
            <a:ext cx="7733700" cy="405000"/>
          </a:xfrm>
          <a:prstGeom prst="rect">
            <a:avLst/>
          </a:prstGeom>
        </p:spPr>
        <p:txBody>
          <a:bodyPr spcFirstLastPara="1" wrap="square" lIns="0" tIns="0" rIns="0" bIns="0" anchor="t" anchorCtr="0">
            <a:spAutoFit/>
          </a:bodyPr>
          <a:lstStyle/>
          <a:p>
            <a:pPr marL="0" lvl="0" indent="0" algn="l" rtl="0">
              <a:spcBef>
                <a:spcPts val="1000"/>
              </a:spcBef>
              <a:spcAft>
                <a:spcPts val="200"/>
              </a:spcAft>
              <a:buNone/>
            </a:pPr>
            <a:endParaRPr/>
          </a:p>
        </p:txBody>
      </p:sp>
      <p:pic>
        <p:nvPicPr>
          <p:cNvPr id="278" name="Google Shape;278;g3274f29ea69_0_49"/>
          <p:cNvPicPr preferRelativeResize="0"/>
          <p:nvPr/>
        </p:nvPicPr>
        <p:blipFill>
          <a:blip r:embed="rId3">
            <a:alphaModFix/>
          </a:blip>
          <a:stretch>
            <a:fillRect/>
          </a:stretch>
        </p:blipFill>
        <p:spPr>
          <a:xfrm>
            <a:off x="785425" y="2436843"/>
            <a:ext cx="7067550" cy="26955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g32ec32d56be_0_0"/>
          <p:cNvSpPr/>
          <p:nvPr/>
        </p:nvSpPr>
        <p:spPr>
          <a:xfrm>
            <a:off x="250697" y="260604"/>
            <a:ext cx="8569500" cy="3816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84" name="Google Shape;284;g32ec32d56be_0_0"/>
          <p:cNvSpPr/>
          <p:nvPr/>
        </p:nvSpPr>
        <p:spPr>
          <a:xfrm>
            <a:off x="0" y="6270497"/>
            <a:ext cx="1619100" cy="5874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85" name="Google Shape;285;g32ec32d56be_0_0"/>
          <p:cNvSpPr txBox="1">
            <a:spLocks noGrp="1"/>
          </p:cNvSpPr>
          <p:nvPr>
            <p:ph type="title"/>
          </p:nvPr>
        </p:nvSpPr>
        <p:spPr>
          <a:xfrm>
            <a:off x="682999" y="353575"/>
            <a:ext cx="7156800" cy="4860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3050"/>
              <a:t>Clock Edge Triggered Bit	Storage</a:t>
            </a:r>
            <a:endParaRPr sz="3050"/>
          </a:p>
        </p:txBody>
      </p:sp>
      <p:sp>
        <p:nvSpPr>
          <p:cNvPr id="286" name="Google Shape;286;g32ec32d56be_0_0"/>
          <p:cNvSpPr txBox="1"/>
          <p:nvPr/>
        </p:nvSpPr>
        <p:spPr>
          <a:xfrm>
            <a:off x="740155" y="1151838"/>
            <a:ext cx="6727800" cy="1895100"/>
          </a:xfrm>
          <a:prstGeom prst="rect">
            <a:avLst/>
          </a:prstGeom>
          <a:noFill/>
          <a:ln>
            <a:noFill/>
          </a:ln>
        </p:spPr>
        <p:txBody>
          <a:bodyPr spcFirstLastPara="1" wrap="square" lIns="0" tIns="37450" rIns="0" bIns="0" anchor="t" anchorCtr="0">
            <a:spAutoFit/>
          </a:bodyPr>
          <a:lstStyle/>
          <a:p>
            <a:pPr marL="305435" marR="0" lvl="0" indent="-293369" algn="l" rtl="0">
              <a:lnSpc>
                <a:spcPct val="100000"/>
              </a:lnSpc>
              <a:spcBef>
                <a:spcPts val="0"/>
              </a:spcBef>
              <a:spcAft>
                <a:spcPts val="0"/>
              </a:spcAft>
              <a:buClr>
                <a:srgbClr val="EBEAAC"/>
              </a:buClr>
              <a:buSzPts val="1100"/>
              <a:buFont typeface="Noto Sans Symbols"/>
              <a:buChar char="■"/>
            </a:pPr>
            <a:r>
              <a:rPr lang="en-US" sz="2000" b="1" i="1">
                <a:latin typeface="Arial"/>
                <a:ea typeface="Arial"/>
                <a:cs typeface="Arial"/>
                <a:sym typeface="Arial"/>
              </a:rPr>
              <a:t>Flip-flop </a:t>
            </a:r>
            <a:r>
              <a:rPr lang="en-US" sz="2000">
                <a:latin typeface="Arial"/>
                <a:ea typeface="Arial"/>
                <a:cs typeface="Arial"/>
                <a:sym typeface="Arial"/>
              </a:rPr>
              <a:t>- Bit storage that stores on clock edge, not level</a:t>
            </a:r>
            <a:endParaRPr sz="2000">
              <a:latin typeface="Arial"/>
              <a:ea typeface="Arial"/>
              <a:cs typeface="Arial"/>
              <a:sym typeface="Arial"/>
            </a:endParaRPr>
          </a:p>
          <a:p>
            <a:pPr marL="305435" marR="0" lvl="0" indent="-293369" algn="l" rtl="0">
              <a:lnSpc>
                <a:spcPct val="100000"/>
              </a:lnSpc>
              <a:spcBef>
                <a:spcPts val="200"/>
              </a:spcBef>
              <a:spcAft>
                <a:spcPts val="0"/>
              </a:spcAft>
              <a:buClr>
                <a:srgbClr val="EBEAAC"/>
              </a:buClr>
              <a:buSzPts val="1100"/>
              <a:buFont typeface="Noto Sans Symbols"/>
              <a:buChar char="■"/>
            </a:pPr>
            <a:r>
              <a:rPr lang="en-US" sz="2000"/>
              <a:t>Edge triggered </a:t>
            </a:r>
            <a:r>
              <a:rPr lang="en-US" sz="2000">
                <a:latin typeface="Arial"/>
                <a:ea typeface="Arial"/>
                <a:cs typeface="Arial"/>
                <a:sym typeface="Arial"/>
              </a:rPr>
              <a:t>D Flip-flop</a:t>
            </a:r>
            <a:endParaRPr sz="2000">
              <a:latin typeface="Arial"/>
              <a:ea typeface="Arial"/>
              <a:cs typeface="Arial"/>
              <a:sym typeface="Arial"/>
            </a:endParaRPr>
          </a:p>
          <a:p>
            <a:pPr marL="648335" marR="0" lvl="1" indent="-244474" algn="l" rtl="0">
              <a:lnSpc>
                <a:spcPct val="115555"/>
              </a:lnSpc>
              <a:spcBef>
                <a:spcPts val="204"/>
              </a:spcBef>
              <a:spcAft>
                <a:spcPts val="0"/>
              </a:spcAft>
              <a:buClr>
                <a:srgbClr val="91AEBE"/>
              </a:buClr>
              <a:buSzPts val="1000"/>
              <a:buFont typeface="Noto Sans Symbols"/>
              <a:buChar char="■"/>
            </a:pPr>
            <a:r>
              <a:rPr lang="en-US" sz="1800" b="0" i="0" u="none" strike="noStrike" cap="none">
                <a:latin typeface="Arial"/>
                <a:ea typeface="Arial"/>
                <a:cs typeface="Arial"/>
                <a:sym typeface="Arial"/>
              </a:rPr>
              <a:t>Two latches, master and slave latches.</a:t>
            </a:r>
            <a:endParaRPr sz="1800" b="0" i="0" u="none" strike="noStrike" cap="none">
              <a:latin typeface="Arial"/>
              <a:ea typeface="Arial"/>
              <a:cs typeface="Arial"/>
              <a:sym typeface="Arial"/>
            </a:endParaRPr>
          </a:p>
          <a:p>
            <a:pPr marL="648335" marR="0" lvl="1" indent="-245744" algn="l" rtl="0">
              <a:lnSpc>
                <a:spcPct val="102777"/>
              </a:lnSpc>
              <a:spcBef>
                <a:spcPts val="0"/>
              </a:spcBef>
              <a:spcAft>
                <a:spcPts val="0"/>
              </a:spcAft>
              <a:buClr>
                <a:srgbClr val="91AEBE"/>
              </a:buClr>
              <a:buSzPts val="1000"/>
              <a:buFont typeface="Noto Sans Symbols"/>
              <a:buChar char="■"/>
            </a:pPr>
            <a:r>
              <a:rPr lang="en-US" sz="1800" b="0" i="0" u="none" strike="noStrike" cap="none">
                <a:latin typeface="Arial"/>
                <a:ea typeface="Arial"/>
                <a:cs typeface="Arial"/>
                <a:sym typeface="Arial"/>
              </a:rPr>
              <a:t>Output of the first goes to input of second, slave latch has</a:t>
            </a:r>
            <a:endParaRPr sz="1800" b="0" i="0" u="none" strike="noStrike" cap="none">
              <a:latin typeface="Arial"/>
              <a:ea typeface="Arial"/>
              <a:cs typeface="Arial"/>
              <a:sym typeface="Arial"/>
            </a:endParaRPr>
          </a:p>
          <a:p>
            <a:pPr marL="641985" marR="0" lvl="0" indent="0" algn="l" rtl="0">
              <a:lnSpc>
                <a:spcPct val="107222"/>
              </a:lnSpc>
              <a:spcBef>
                <a:spcPts val="0"/>
              </a:spcBef>
              <a:spcAft>
                <a:spcPts val="0"/>
              </a:spcAft>
              <a:buNone/>
            </a:pPr>
            <a:r>
              <a:rPr lang="en-US" sz="1800">
                <a:latin typeface="Arial"/>
                <a:ea typeface="Arial"/>
                <a:cs typeface="Arial"/>
                <a:sym typeface="Arial"/>
              </a:rPr>
              <a:t>inverted clock signal (falling-edge trigger)</a:t>
            </a:r>
            <a:endParaRPr sz="1800">
              <a:latin typeface="Arial"/>
              <a:ea typeface="Arial"/>
              <a:cs typeface="Arial"/>
              <a:sym typeface="Arial"/>
            </a:endParaRPr>
          </a:p>
        </p:txBody>
      </p:sp>
      <p:sp>
        <p:nvSpPr>
          <p:cNvPr id="287" name="Google Shape;287;g32ec32d56be_0_0"/>
          <p:cNvSpPr/>
          <p:nvPr/>
        </p:nvSpPr>
        <p:spPr>
          <a:xfrm>
            <a:off x="2029220" y="3174269"/>
            <a:ext cx="4293300" cy="16104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88" name="Google Shape;288;g32ec32d56be_0_0"/>
          <p:cNvSpPr/>
          <p:nvPr/>
        </p:nvSpPr>
        <p:spPr>
          <a:xfrm>
            <a:off x="2029231" y="4881275"/>
            <a:ext cx="4754100" cy="13221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289" name="Google Shape;289;g32ec32d56be_0_0"/>
          <p:cNvSpPr txBox="1">
            <a:spLocks noGrp="1"/>
          </p:cNvSpPr>
          <p:nvPr>
            <p:ph type="sldNum" idx="12"/>
          </p:nvPr>
        </p:nvSpPr>
        <p:spPr>
          <a:xfrm>
            <a:off x="5148579" y="6481626"/>
            <a:ext cx="3762300" cy="215400"/>
          </a:xfrm>
          <a:prstGeom prst="rect">
            <a:avLst/>
          </a:prstGeom>
          <a:noFill/>
          <a:ln>
            <a:noFill/>
          </a:ln>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US"/>
              <a:t>Chapter 3 — Arithmetic for Computers — </a:t>
            </a:r>
            <a:fld id="{00000000-1234-1234-1234-123412341234}" type="slidenum">
              <a:rPr lang="en-US"/>
              <a:t>22</a:t>
            </a:fld>
            <a:endParaRPr sz="1000" b="0">
              <a:solidFill>
                <a:schemeClr val="dk2"/>
              </a:solidFill>
              <a:latin typeface="Libre Franklin"/>
              <a:ea typeface="Libre Franklin"/>
              <a:cs typeface="Libre Franklin"/>
              <a:sym typeface="Libre Franklin"/>
            </a:endParaRPr>
          </a:p>
        </p:txBody>
      </p:sp>
      <p:cxnSp>
        <p:nvCxnSpPr>
          <p:cNvPr id="290" name="Google Shape;290;g32ec32d56be_0_0"/>
          <p:cNvCxnSpPr/>
          <p:nvPr/>
        </p:nvCxnSpPr>
        <p:spPr>
          <a:xfrm>
            <a:off x="1944000" y="5346000"/>
            <a:ext cx="729000" cy="13500"/>
          </a:xfrm>
          <a:prstGeom prst="straightConnector1">
            <a:avLst/>
          </a:prstGeom>
          <a:noFill/>
          <a:ln w="9525" cap="flat" cmpd="sng">
            <a:solidFill>
              <a:schemeClr val="dk2"/>
            </a:solidFill>
            <a:prstDash val="solid"/>
            <a:round/>
            <a:headEnd type="none" w="med" len="med"/>
            <a:tailEnd type="none" w="med" len="med"/>
          </a:ln>
        </p:spPr>
      </p:cxnSp>
      <p:cxnSp>
        <p:nvCxnSpPr>
          <p:cNvPr id="291" name="Google Shape;291;g32ec32d56be_0_0"/>
          <p:cNvCxnSpPr/>
          <p:nvPr/>
        </p:nvCxnSpPr>
        <p:spPr>
          <a:xfrm rot="10800000" flipH="1">
            <a:off x="2686500" y="5319000"/>
            <a:ext cx="472500" cy="54000"/>
          </a:xfrm>
          <a:prstGeom prst="straightConnector1">
            <a:avLst/>
          </a:prstGeom>
          <a:noFill/>
          <a:ln w="9525" cap="flat" cmpd="sng">
            <a:solidFill>
              <a:schemeClr val="dk2"/>
            </a:solidFill>
            <a:prstDash val="solid"/>
            <a:round/>
            <a:headEnd type="none" w="med" len="med"/>
            <a:tailEnd type="none" w="med" len="med"/>
          </a:ln>
        </p:spPr>
      </p:cxnSp>
      <p:cxnSp>
        <p:nvCxnSpPr>
          <p:cNvPr id="292" name="Google Shape;292;g32ec32d56be_0_0"/>
          <p:cNvCxnSpPr/>
          <p:nvPr/>
        </p:nvCxnSpPr>
        <p:spPr>
          <a:xfrm rot="10800000" flipH="1">
            <a:off x="3145500" y="5089500"/>
            <a:ext cx="27000" cy="243000"/>
          </a:xfrm>
          <a:prstGeom prst="straightConnector1">
            <a:avLst/>
          </a:prstGeom>
          <a:noFill/>
          <a:ln w="9525" cap="flat" cmpd="sng">
            <a:solidFill>
              <a:schemeClr val="dk2"/>
            </a:solidFill>
            <a:prstDash val="solid"/>
            <a:round/>
            <a:headEnd type="none" w="med" len="med"/>
            <a:tailEnd type="none" w="med" len="med"/>
          </a:ln>
        </p:spPr>
      </p:cxnSp>
      <p:cxnSp>
        <p:nvCxnSpPr>
          <p:cNvPr id="293" name="Google Shape;293;g32ec32d56be_0_0"/>
          <p:cNvCxnSpPr/>
          <p:nvPr/>
        </p:nvCxnSpPr>
        <p:spPr>
          <a:xfrm>
            <a:off x="3199500" y="5103000"/>
            <a:ext cx="810000" cy="40500"/>
          </a:xfrm>
          <a:prstGeom prst="straightConnector1">
            <a:avLst/>
          </a:prstGeom>
          <a:noFill/>
          <a:ln w="9525" cap="flat" cmpd="sng">
            <a:solidFill>
              <a:schemeClr val="dk2"/>
            </a:solidFill>
            <a:prstDash val="solid"/>
            <a:round/>
            <a:headEnd type="none" w="med" len="med"/>
            <a:tailEnd type="none" w="med" len="med"/>
          </a:ln>
        </p:spPr>
      </p:cxnSp>
      <p:cxnSp>
        <p:nvCxnSpPr>
          <p:cNvPr id="294" name="Google Shape;294;g32ec32d56be_0_0"/>
          <p:cNvCxnSpPr/>
          <p:nvPr/>
        </p:nvCxnSpPr>
        <p:spPr>
          <a:xfrm>
            <a:off x="3996000" y="5130000"/>
            <a:ext cx="1377000" cy="135000"/>
          </a:xfrm>
          <a:prstGeom prst="straightConnector1">
            <a:avLst/>
          </a:prstGeom>
          <a:noFill/>
          <a:ln w="9525" cap="flat" cmpd="sng">
            <a:solidFill>
              <a:schemeClr val="dk2"/>
            </a:solidFill>
            <a:prstDash val="solid"/>
            <a:round/>
            <a:headEnd type="none" w="med" len="med"/>
            <a:tailEnd type="none" w="med" len="med"/>
          </a:ln>
        </p:spPr>
      </p:cxnSp>
      <p:cxnSp>
        <p:nvCxnSpPr>
          <p:cNvPr id="295" name="Google Shape;295;g32ec32d56be_0_0"/>
          <p:cNvCxnSpPr/>
          <p:nvPr/>
        </p:nvCxnSpPr>
        <p:spPr>
          <a:xfrm flipH="1">
            <a:off x="5386500" y="5251500"/>
            <a:ext cx="13500" cy="135000"/>
          </a:xfrm>
          <a:prstGeom prst="straightConnector1">
            <a:avLst/>
          </a:prstGeom>
          <a:noFill/>
          <a:ln w="9525" cap="flat" cmpd="sng">
            <a:solidFill>
              <a:schemeClr val="dk2"/>
            </a:solidFill>
            <a:prstDash val="solid"/>
            <a:round/>
            <a:headEnd type="none" w="med" len="med"/>
            <a:tailEnd type="none" w="med" len="med"/>
          </a:ln>
        </p:spPr>
      </p:cxnSp>
      <p:cxnSp>
        <p:nvCxnSpPr>
          <p:cNvPr id="296" name="Google Shape;296;g32ec32d56be_0_0"/>
          <p:cNvCxnSpPr/>
          <p:nvPr/>
        </p:nvCxnSpPr>
        <p:spPr>
          <a:xfrm rot="10800000" flipH="1">
            <a:off x="5413500" y="5332500"/>
            <a:ext cx="1930500" cy="27000"/>
          </a:xfrm>
          <a:prstGeom prst="straightConnector1">
            <a:avLst/>
          </a:prstGeom>
          <a:noFill/>
          <a:ln w="9525" cap="flat" cmpd="sng">
            <a:solidFill>
              <a:schemeClr val="dk2"/>
            </a:solidFill>
            <a:prstDash val="solid"/>
            <a:round/>
            <a:headEnd type="none" w="med" len="med"/>
            <a:tailEnd type="none" w="med" len="med"/>
          </a:ln>
        </p:spPr>
      </p:cxnSp>
      <p:cxnSp>
        <p:nvCxnSpPr>
          <p:cNvPr id="297" name="Google Shape;297;g32ec32d56be_0_0"/>
          <p:cNvCxnSpPr/>
          <p:nvPr/>
        </p:nvCxnSpPr>
        <p:spPr>
          <a:xfrm>
            <a:off x="4077000" y="3577500"/>
            <a:ext cx="27000" cy="2430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301"/>
        <p:cNvGrpSpPr/>
        <p:nvPr/>
      </p:nvGrpSpPr>
      <p:grpSpPr>
        <a:xfrm>
          <a:off x="0" y="0"/>
          <a:ext cx="0" cy="0"/>
          <a:chOff x="0" y="0"/>
          <a:chExt cx="0" cy="0"/>
        </a:xfrm>
      </p:grpSpPr>
      <p:sp>
        <p:nvSpPr>
          <p:cNvPr id="302" name="Google Shape;302;g32ec32d56be_0_18"/>
          <p:cNvSpPr/>
          <p:nvPr/>
        </p:nvSpPr>
        <p:spPr>
          <a:xfrm>
            <a:off x="250697" y="260604"/>
            <a:ext cx="8569500" cy="3816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03" name="Google Shape;303;g32ec32d56be_0_18"/>
          <p:cNvSpPr/>
          <p:nvPr/>
        </p:nvSpPr>
        <p:spPr>
          <a:xfrm>
            <a:off x="0" y="6270497"/>
            <a:ext cx="1619100" cy="587400"/>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04" name="Google Shape;304;g32ec32d56be_0_18"/>
          <p:cNvSpPr txBox="1">
            <a:spLocks noGrp="1"/>
          </p:cNvSpPr>
          <p:nvPr>
            <p:ph type="title"/>
          </p:nvPr>
        </p:nvSpPr>
        <p:spPr>
          <a:xfrm>
            <a:off x="753618" y="264160"/>
            <a:ext cx="3211200" cy="591300"/>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3750" i="1">
                <a:latin typeface="Arial"/>
                <a:ea typeface="Arial"/>
                <a:cs typeface="Arial"/>
                <a:sym typeface="Arial"/>
              </a:rPr>
              <a:t>N</a:t>
            </a:r>
            <a:r>
              <a:rPr lang="en-US" sz="3750"/>
              <a:t>-Bit Register</a:t>
            </a:r>
            <a:endParaRPr sz="3750">
              <a:latin typeface="Arial"/>
              <a:ea typeface="Arial"/>
              <a:cs typeface="Arial"/>
              <a:sym typeface="Arial"/>
            </a:endParaRPr>
          </a:p>
        </p:txBody>
      </p:sp>
      <p:sp>
        <p:nvSpPr>
          <p:cNvPr id="305" name="Google Shape;305;g32ec32d56be_0_18"/>
          <p:cNvSpPr txBox="1"/>
          <p:nvPr/>
        </p:nvSpPr>
        <p:spPr>
          <a:xfrm>
            <a:off x="630427" y="1246377"/>
            <a:ext cx="6911400" cy="1911000"/>
          </a:xfrm>
          <a:prstGeom prst="rect">
            <a:avLst/>
          </a:prstGeom>
          <a:noFill/>
          <a:ln>
            <a:noFill/>
          </a:ln>
        </p:spPr>
        <p:txBody>
          <a:bodyPr spcFirstLastPara="1" wrap="square" lIns="0" tIns="17125" rIns="0" bIns="0" anchor="t" anchorCtr="0">
            <a:spAutoFit/>
          </a:bodyPr>
          <a:lstStyle/>
          <a:p>
            <a:pPr marL="304800" marR="0" lvl="0" indent="-292734" algn="l" rtl="0">
              <a:lnSpc>
                <a:spcPct val="119259"/>
              </a:lnSpc>
              <a:spcBef>
                <a:spcPts val="0"/>
              </a:spcBef>
              <a:spcAft>
                <a:spcPts val="0"/>
              </a:spcAft>
              <a:buClr>
                <a:srgbClr val="EBEAAC"/>
              </a:buClr>
              <a:buSzPts val="1600"/>
              <a:buFont typeface="Noto Sans Symbols"/>
              <a:buChar char="■"/>
            </a:pPr>
            <a:r>
              <a:rPr lang="en-US" sz="2700">
                <a:latin typeface="Arial"/>
                <a:ea typeface="Arial"/>
                <a:cs typeface="Arial"/>
                <a:sym typeface="Arial"/>
              </a:rPr>
              <a:t>Cascade </a:t>
            </a:r>
            <a:r>
              <a:rPr lang="en-US" sz="2700" i="1">
                <a:latin typeface="Arial"/>
                <a:ea typeface="Arial"/>
                <a:cs typeface="Arial"/>
                <a:sym typeface="Arial"/>
              </a:rPr>
              <a:t>N </a:t>
            </a:r>
            <a:r>
              <a:rPr lang="en-US" sz="2700">
                <a:latin typeface="Arial"/>
                <a:ea typeface="Arial"/>
                <a:cs typeface="Arial"/>
                <a:sym typeface="Arial"/>
              </a:rPr>
              <a:t>number of D flip-flops to form a</a:t>
            </a:r>
            <a:endParaRPr sz="2700">
              <a:latin typeface="Arial"/>
              <a:ea typeface="Arial"/>
              <a:cs typeface="Arial"/>
              <a:sym typeface="Arial"/>
            </a:endParaRPr>
          </a:p>
          <a:p>
            <a:pPr marL="305435" marR="0" lvl="0" indent="0" algn="l" rtl="0">
              <a:lnSpc>
                <a:spcPct val="119259"/>
              </a:lnSpc>
              <a:spcBef>
                <a:spcPts val="0"/>
              </a:spcBef>
              <a:spcAft>
                <a:spcPts val="0"/>
              </a:spcAft>
              <a:buNone/>
            </a:pPr>
            <a:r>
              <a:rPr lang="en-US" sz="2700" i="1">
                <a:latin typeface="Arial"/>
                <a:ea typeface="Arial"/>
                <a:cs typeface="Arial"/>
                <a:sym typeface="Arial"/>
              </a:rPr>
              <a:t>N</a:t>
            </a:r>
            <a:r>
              <a:rPr lang="en-US" sz="2700">
                <a:latin typeface="Arial"/>
                <a:ea typeface="Arial"/>
                <a:cs typeface="Arial"/>
                <a:sym typeface="Arial"/>
              </a:rPr>
              <a:t>-bit register</a:t>
            </a:r>
            <a:endParaRPr sz="2700">
              <a:latin typeface="Arial"/>
              <a:ea typeface="Arial"/>
              <a:cs typeface="Arial"/>
              <a:sym typeface="Arial"/>
            </a:endParaRPr>
          </a:p>
          <a:p>
            <a:pPr marL="305435" marR="700405" lvl="0" indent="-293369" algn="l" rtl="0">
              <a:lnSpc>
                <a:spcPct val="101899"/>
              </a:lnSpc>
              <a:spcBef>
                <a:spcPts val="495"/>
              </a:spcBef>
              <a:spcAft>
                <a:spcPts val="0"/>
              </a:spcAft>
              <a:buClr>
                <a:srgbClr val="EBEAAC"/>
              </a:buClr>
              <a:buSzPts val="1600"/>
              <a:buFont typeface="Noto Sans Symbols"/>
              <a:buChar char="■"/>
            </a:pPr>
            <a:r>
              <a:rPr lang="en-US" sz="2700">
                <a:latin typeface="Arial"/>
                <a:ea typeface="Arial"/>
                <a:cs typeface="Arial"/>
                <a:sym typeface="Arial"/>
              </a:rPr>
              <a:t>An example of 8-bit register formed by  8 edge-triggered D flip-flops</a:t>
            </a:r>
            <a:endParaRPr sz="2700">
              <a:latin typeface="Arial"/>
              <a:ea typeface="Arial"/>
              <a:cs typeface="Arial"/>
              <a:sym typeface="Arial"/>
            </a:endParaRPr>
          </a:p>
        </p:txBody>
      </p:sp>
      <p:sp>
        <p:nvSpPr>
          <p:cNvPr id="306" name="Google Shape;306;g32ec32d56be_0_18"/>
          <p:cNvSpPr/>
          <p:nvPr/>
        </p:nvSpPr>
        <p:spPr>
          <a:xfrm>
            <a:off x="899922" y="3415284"/>
            <a:ext cx="6991500" cy="186090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07" name="Google Shape;307;g32ec32d56be_0_18"/>
          <p:cNvSpPr txBox="1">
            <a:spLocks noGrp="1"/>
          </p:cNvSpPr>
          <p:nvPr>
            <p:ph type="sldNum" idx="12"/>
          </p:nvPr>
        </p:nvSpPr>
        <p:spPr>
          <a:xfrm>
            <a:off x="5148579" y="6481626"/>
            <a:ext cx="3762300" cy="215400"/>
          </a:xfrm>
          <a:prstGeom prst="rect">
            <a:avLst/>
          </a:prstGeom>
          <a:noFill/>
          <a:ln>
            <a:noFill/>
          </a:ln>
        </p:spPr>
        <p:txBody>
          <a:bodyPr spcFirstLastPara="1" wrap="square" lIns="0" tIns="0" rIns="0" bIns="0" anchor="t" anchorCtr="0">
            <a:spAutoFit/>
          </a:bodyPr>
          <a:lstStyle/>
          <a:p>
            <a:pPr marL="12700" lvl="0" indent="0" algn="l" rtl="0">
              <a:spcBef>
                <a:spcPts val="0"/>
              </a:spcBef>
              <a:spcAft>
                <a:spcPts val="0"/>
              </a:spcAft>
              <a:buClr>
                <a:srgbClr val="000000"/>
              </a:buClr>
              <a:buFont typeface="Arial"/>
              <a:buNone/>
            </a:pPr>
            <a:r>
              <a:rPr lang="en-US"/>
              <a:t>Chapter 3 — Arithmetic for Computers — </a:t>
            </a:r>
            <a:fld id="{00000000-1234-1234-1234-123412341234}" type="slidenum">
              <a:rPr lang="en-US"/>
              <a:t>23</a:t>
            </a:fld>
            <a:endParaRPr sz="1000" b="0">
              <a:solidFill>
                <a:schemeClr val="dk2"/>
              </a:solidFill>
              <a:latin typeface="Libre Franklin"/>
              <a:ea typeface="Libre Franklin"/>
              <a:cs typeface="Libre Franklin"/>
              <a:sym typeface="Libre Frankli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9"/>
          <p:cNvSpPr txBox="1">
            <a:spLocks noGrp="1"/>
          </p:cNvSpPr>
          <p:nvPr>
            <p:ph type="title"/>
          </p:nvPr>
        </p:nvSpPr>
        <p:spPr>
          <a:xfrm>
            <a:off x="1028700" y="685800"/>
            <a:ext cx="7200900" cy="734209"/>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960"/>
              <a:buFont typeface="Libre Franklin"/>
              <a:buNone/>
            </a:pPr>
            <a:r>
              <a:rPr lang="en-US" sz="3859"/>
              <a:t>Memory Types: ROM and RAM</a:t>
            </a:r>
            <a:endParaRPr sz="3859"/>
          </a:p>
        </p:txBody>
      </p:sp>
      <p:sp>
        <p:nvSpPr>
          <p:cNvPr id="313" name="Google Shape;313;p9"/>
          <p:cNvSpPr txBox="1">
            <a:spLocks noGrp="1"/>
          </p:cNvSpPr>
          <p:nvPr>
            <p:ph type="body" idx="1"/>
          </p:nvPr>
        </p:nvSpPr>
        <p:spPr>
          <a:xfrm>
            <a:off x="1028700" y="1667435"/>
            <a:ext cx="7200900" cy="4199965"/>
          </a:xfrm>
          <a:prstGeom prst="rect">
            <a:avLst/>
          </a:prstGeom>
          <a:noFill/>
          <a:ln>
            <a:noFill/>
          </a:ln>
        </p:spPr>
        <p:txBody>
          <a:bodyPr spcFirstLastPara="1" wrap="square" lIns="91425" tIns="45700" rIns="91425" bIns="45700" anchor="t" anchorCtr="0">
            <a:normAutofit/>
          </a:bodyPr>
          <a:lstStyle/>
          <a:p>
            <a:pPr marL="384048" lvl="0" indent="-384048" algn="l" rtl="0">
              <a:lnSpc>
                <a:spcPct val="94000"/>
              </a:lnSpc>
              <a:spcBef>
                <a:spcPts val="0"/>
              </a:spcBef>
              <a:spcAft>
                <a:spcPts val="0"/>
              </a:spcAft>
              <a:buClr>
                <a:schemeClr val="dk2"/>
              </a:buClr>
              <a:buSzPts val="2000"/>
              <a:buChar char="■"/>
            </a:pPr>
            <a:r>
              <a:rPr lang="en-US" b="1"/>
              <a:t>Random Access Memory </a:t>
            </a:r>
            <a:endParaRPr/>
          </a:p>
          <a:p>
            <a:pPr marL="914400" lvl="1" indent="-384048" algn="l" rtl="0">
              <a:lnSpc>
                <a:spcPct val="94000"/>
              </a:lnSpc>
              <a:spcBef>
                <a:spcPts val="700"/>
              </a:spcBef>
              <a:spcAft>
                <a:spcPts val="0"/>
              </a:spcAft>
              <a:buClr>
                <a:schemeClr val="dk2"/>
              </a:buClr>
              <a:buSzPts val="2000"/>
              <a:buFont typeface="Libre Franklin"/>
              <a:buChar char="-"/>
            </a:pPr>
            <a:r>
              <a:rPr lang="en-US" b="1"/>
              <a:t>Dynamic Random Access Memory (DRAM): </a:t>
            </a:r>
            <a:r>
              <a:rPr lang="en-US"/>
              <a:t>periodic refresh is required to maintain the contents of a DRAM chip</a:t>
            </a:r>
            <a:endParaRPr/>
          </a:p>
          <a:p>
            <a:pPr marL="914400" lvl="1" indent="-384048" algn="l" rtl="0">
              <a:lnSpc>
                <a:spcPct val="94000"/>
              </a:lnSpc>
              <a:spcBef>
                <a:spcPts val="700"/>
              </a:spcBef>
              <a:spcAft>
                <a:spcPts val="0"/>
              </a:spcAft>
              <a:buClr>
                <a:schemeClr val="dk2"/>
              </a:buClr>
              <a:buSzPts val="2000"/>
              <a:buFont typeface="Libre Franklin"/>
              <a:buChar char="-"/>
            </a:pPr>
            <a:r>
              <a:rPr lang="en-US" b="1"/>
              <a:t>Static Random Access Memory (SRAM): </a:t>
            </a:r>
            <a:r>
              <a:rPr lang="en-US"/>
              <a:t>no periodic refresh is required. Always more predictable and usually faster than DRAM. </a:t>
            </a:r>
            <a:endParaRPr/>
          </a:p>
          <a:p>
            <a:pPr marL="384048" lvl="0" indent="-384048" algn="l" rtl="0">
              <a:lnSpc>
                <a:spcPct val="94000"/>
              </a:lnSpc>
              <a:spcBef>
                <a:spcPts val="1200"/>
              </a:spcBef>
              <a:spcAft>
                <a:spcPts val="0"/>
              </a:spcAft>
              <a:buClr>
                <a:schemeClr val="dk2"/>
              </a:buClr>
              <a:buSzPts val="2000"/>
              <a:buChar char="■"/>
            </a:pPr>
            <a:r>
              <a:rPr lang="en-US" b="1"/>
              <a:t>Read-Only Memory </a:t>
            </a:r>
            <a:endParaRPr/>
          </a:p>
          <a:p>
            <a:pPr marL="914400" lvl="1" indent="-384048" algn="l" rtl="0">
              <a:lnSpc>
                <a:spcPct val="94000"/>
              </a:lnSpc>
              <a:spcBef>
                <a:spcPts val="700"/>
              </a:spcBef>
              <a:spcAft>
                <a:spcPts val="0"/>
              </a:spcAft>
              <a:buClr>
                <a:schemeClr val="dk2"/>
              </a:buClr>
              <a:buSzPts val="2000"/>
              <a:buChar char="–"/>
            </a:pPr>
            <a:r>
              <a:rPr lang="en-US" b="1"/>
              <a:t>Mask-programmed read-only memory (MROM): </a:t>
            </a:r>
            <a:r>
              <a:rPr lang="en-US"/>
              <a:t>programmed when being manufactured </a:t>
            </a:r>
            <a:endParaRPr/>
          </a:p>
          <a:p>
            <a:pPr marL="914400" lvl="1" indent="-384048" algn="l" rtl="0">
              <a:lnSpc>
                <a:spcPct val="94000"/>
              </a:lnSpc>
              <a:spcBef>
                <a:spcPts val="700"/>
              </a:spcBef>
              <a:spcAft>
                <a:spcPts val="0"/>
              </a:spcAft>
              <a:buClr>
                <a:schemeClr val="dk2"/>
              </a:buClr>
              <a:buSzPts val="2000"/>
              <a:buChar char="–"/>
            </a:pPr>
            <a:r>
              <a:rPr lang="en-US" b="1"/>
              <a:t>Programmable read-only memory (PROM): </a:t>
            </a:r>
            <a:r>
              <a:rPr lang="en-US"/>
              <a:t>the memory chip can be programmed by the end user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g25f44d0f56a_0_54"/>
          <p:cNvSpPr txBox="1">
            <a:spLocks noGrp="1"/>
          </p:cNvSpPr>
          <p:nvPr>
            <p:ph type="title"/>
          </p:nvPr>
        </p:nvSpPr>
        <p:spPr>
          <a:xfrm>
            <a:off x="687958" y="163830"/>
            <a:ext cx="7768200" cy="6774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US"/>
              <a:t>Memory: SRAM and DRAM</a:t>
            </a:r>
            <a:endParaRPr/>
          </a:p>
        </p:txBody>
      </p:sp>
      <p:sp>
        <p:nvSpPr>
          <p:cNvPr id="319" name="Google Shape;319;g25f44d0f56a_0_54"/>
          <p:cNvSpPr txBox="1"/>
          <p:nvPr/>
        </p:nvSpPr>
        <p:spPr>
          <a:xfrm>
            <a:off x="1657150" y="5060650"/>
            <a:ext cx="1516800" cy="3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SRAM single cell</a:t>
            </a:r>
            <a:endParaRPr>
              <a:latin typeface="Calibri"/>
              <a:ea typeface="Calibri"/>
              <a:cs typeface="Calibri"/>
              <a:sym typeface="Calibri"/>
            </a:endParaRPr>
          </a:p>
        </p:txBody>
      </p:sp>
      <p:sp>
        <p:nvSpPr>
          <p:cNvPr id="320" name="Google Shape;320;g25f44d0f56a_0_54"/>
          <p:cNvSpPr txBox="1"/>
          <p:nvPr/>
        </p:nvSpPr>
        <p:spPr>
          <a:xfrm>
            <a:off x="5710200" y="5060650"/>
            <a:ext cx="1516800" cy="33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latin typeface="Calibri"/>
                <a:ea typeface="Calibri"/>
                <a:cs typeface="Calibri"/>
                <a:sym typeface="Calibri"/>
              </a:rPr>
              <a:t>DRAM single cell</a:t>
            </a:r>
            <a:endParaRPr>
              <a:latin typeface="Calibri"/>
              <a:ea typeface="Calibri"/>
              <a:cs typeface="Calibri"/>
              <a:sym typeface="Calibri"/>
            </a:endParaRPr>
          </a:p>
        </p:txBody>
      </p:sp>
      <p:pic>
        <p:nvPicPr>
          <p:cNvPr id="321" name="Google Shape;321;g25f44d0f56a_0_54"/>
          <p:cNvPicPr preferRelativeResize="0"/>
          <p:nvPr/>
        </p:nvPicPr>
        <p:blipFill>
          <a:blip r:embed="rId3">
            <a:alphaModFix/>
          </a:blip>
          <a:stretch>
            <a:fillRect/>
          </a:stretch>
        </p:blipFill>
        <p:spPr>
          <a:xfrm>
            <a:off x="938229" y="2389798"/>
            <a:ext cx="3210750" cy="2404975"/>
          </a:xfrm>
          <a:prstGeom prst="rect">
            <a:avLst/>
          </a:prstGeom>
          <a:noFill/>
          <a:ln>
            <a:noFill/>
          </a:ln>
        </p:spPr>
      </p:pic>
      <p:pic>
        <p:nvPicPr>
          <p:cNvPr id="322" name="Google Shape;322;g25f44d0f56a_0_54"/>
          <p:cNvPicPr preferRelativeResize="0"/>
          <p:nvPr/>
        </p:nvPicPr>
        <p:blipFill>
          <a:blip r:embed="rId4">
            <a:alphaModFix/>
          </a:blip>
          <a:stretch>
            <a:fillRect/>
          </a:stretch>
        </p:blipFill>
        <p:spPr>
          <a:xfrm>
            <a:off x="5002449" y="2595576"/>
            <a:ext cx="3109750" cy="19934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10"/>
          <p:cNvSpPr txBox="1">
            <a:spLocks noGrp="1"/>
          </p:cNvSpPr>
          <p:nvPr>
            <p:ph type="title"/>
          </p:nvPr>
        </p:nvSpPr>
        <p:spPr>
          <a:xfrm>
            <a:off x="1028700" y="685800"/>
            <a:ext cx="7200900" cy="831028"/>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EPROM, EEPROM, FLASH</a:t>
            </a:r>
            <a:endParaRPr/>
          </a:p>
        </p:txBody>
      </p:sp>
      <p:sp>
        <p:nvSpPr>
          <p:cNvPr id="328" name="Google Shape;328;p10"/>
          <p:cNvSpPr txBox="1">
            <a:spLocks noGrp="1"/>
          </p:cNvSpPr>
          <p:nvPr>
            <p:ph type="body" idx="1"/>
          </p:nvPr>
        </p:nvSpPr>
        <p:spPr>
          <a:xfrm>
            <a:off x="1028699" y="1742739"/>
            <a:ext cx="7609692" cy="4593515"/>
          </a:xfrm>
          <a:prstGeom prst="rect">
            <a:avLst/>
          </a:prstGeom>
          <a:noFill/>
          <a:ln>
            <a:noFill/>
          </a:ln>
        </p:spPr>
        <p:txBody>
          <a:bodyPr spcFirstLastPara="1" wrap="square" lIns="91425" tIns="45700" rIns="91425" bIns="45700" anchor="t" anchorCtr="0">
            <a:normAutofit fontScale="92500" lnSpcReduction="20000"/>
          </a:bodyPr>
          <a:lstStyle/>
          <a:p>
            <a:pPr marL="384048" lvl="0" indent="-384079" algn="l" rtl="0">
              <a:lnSpc>
                <a:spcPct val="94000"/>
              </a:lnSpc>
              <a:spcBef>
                <a:spcPts val="0"/>
              </a:spcBef>
              <a:spcAft>
                <a:spcPts val="0"/>
              </a:spcAft>
              <a:buClr>
                <a:schemeClr val="dk2"/>
              </a:buClr>
              <a:buSzPct val="100000"/>
              <a:buChar char="■"/>
            </a:pPr>
            <a:r>
              <a:rPr lang="en-US" sz="2300" b="1"/>
              <a:t>Erasable Programmable ROM (EPROM)</a:t>
            </a:r>
            <a:r>
              <a:rPr lang="en-US" sz="2300"/>
              <a:t> </a:t>
            </a:r>
            <a:endParaRPr/>
          </a:p>
          <a:p>
            <a:pPr marL="530352" lvl="1" indent="0" algn="l" rtl="0">
              <a:lnSpc>
                <a:spcPct val="94000"/>
              </a:lnSpc>
              <a:spcBef>
                <a:spcPts val="700"/>
              </a:spcBef>
              <a:spcAft>
                <a:spcPts val="0"/>
              </a:spcAft>
              <a:buClr>
                <a:schemeClr val="dk2"/>
              </a:buClr>
              <a:buSzPct val="100000"/>
              <a:buNone/>
            </a:pPr>
            <a:r>
              <a:rPr lang="en-US" sz="2300" i="0"/>
              <a:t>1. Electrically programmable many times </a:t>
            </a:r>
            <a:endParaRPr/>
          </a:p>
          <a:p>
            <a:pPr marL="530352" lvl="1" indent="0" algn="l" rtl="0">
              <a:lnSpc>
                <a:spcPct val="94000"/>
              </a:lnSpc>
              <a:spcBef>
                <a:spcPts val="700"/>
              </a:spcBef>
              <a:spcAft>
                <a:spcPts val="0"/>
              </a:spcAft>
              <a:buClr>
                <a:schemeClr val="dk2"/>
              </a:buClr>
              <a:buSzPct val="100000"/>
              <a:buNone/>
            </a:pPr>
            <a:r>
              <a:rPr lang="en-US" sz="2300" i="0"/>
              <a:t>2. Erased by ultraviolet light (through a window) </a:t>
            </a:r>
            <a:endParaRPr/>
          </a:p>
          <a:p>
            <a:pPr marL="530352" lvl="1" indent="0" algn="l" rtl="0">
              <a:lnSpc>
                <a:spcPct val="94000"/>
              </a:lnSpc>
              <a:spcBef>
                <a:spcPts val="700"/>
              </a:spcBef>
              <a:spcAft>
                <a:spcPts val="0"/>
              </a:spcAft>
              <a:buClr>
                <a:schemeClr val="dk2"/>
              </a:buClr>
              <a:buSzPct val="100000"/>
              <a:buNone/>
            </a:pPr>
            <a:r>
              <a:rPr lang="en-US" sz="2300" i="0"/>
              <a:t>3. Erasable in bulk (whole chip in one erasure operation)</a:t>
            </a:r>
            <a:endParaRPr/>
          </a:p>
          <a:p>
            <a:pPr marL="384048" lvl="0" indent="-384079" algn="l" rtl="0">
              <a:lnSpc>
                <a:spcPct val="94000"/>
              </a:lnSpc>
              <a:spcBef>
                <a:spcPts val="1200"/>
              </a:spcBef>
              <a:spcAft>
                <a:spcPts val="0"/>
              </a:spcAft>
              <a:buClr>
                <a:schemeClr val="dk2"/>
              </a:buClr>
              <a:buSzPct val="100000"/>
              <a:buChar char="■"/>
            </a:pPr>
            <a:r>
              <a:rPr lang="en-US" sz="2300" b="1" i="0"/>
              <a:t>Electrically Erasable Programmable ROM (EEPROM)</a:t>
            </a:r>
            <a:r>
              <a:rPr lang="en-US" sz="2300" i="0"/>
              <a:t> </a:t>
            </a:r>
            <a:endParaRPr/>
          </a:p>
          <a:p>
            <a:pPr marL="530352" lvl="1" indent="0" algn="l" rtl="0">
              <a:lnSpc>
                <a:spcPct val="94000"/>
              </a:lnSpc>
              <a:spcBef>
                <a:spcPts val="700"/>
              </a:spcBef>
              <a:spcAft>
                <a:spcPts val="0"/>
              </a:spcAft>
              <a:buClr>
                <a:schemeClr val="dk2"/>
              </a:buClr>
              <a:buSzPct val="100000"/>
              <a:buNone/>
            </a:pPr>
            <a:r>
              <a:rPr lang="en-US" sz="2300" i="0"/>
              <a:t>1. Electrically programmable many times </a:t>
            </a:r>
            <a:endParaRPr/>
          </a:p>
          <a:p>
            <a:pPr marL="530352" lvl="1" indent="0" algn="l" rtl="0">
              <a:lnSpc>
                <a:spcPct val="94000"/>
              </a:lnSpc>
              <a:spcBef>
                <a:spcPts val="700"/>
              </a:spcBef>
              <a:spcAft>
                <a:spcPts val="0"/>
              </a:spcAft>
              <a:buClr>
                <a:schemeClr val="dk2"/>
              </a:buClr>
              <a:buSzPct val="100000"/>
              <a:buNone/>
            </a:pPr>
            <a:r>
              <a:rPr lang="en-US" sz="2300" i="0"/>
              <a:t>2. Electrically erasable many times </a:t>
            </a:r>
            <a:endParaRPr/>
          </a:p>
          <a:p>
            <a:pPr marL="530352" lvl="1" indent="0" algn="l" rtl="0">
              <a:lnSpc>
                <a:spcPct val="94000"/>
              </a:lnSpc>
              <a:spcBef>
                <a:spcPts val="700"/>
              </a:spcBef>
              <a:spcAft>
                <a:spcPts val="0"/>
              </a:spcAft>
              <a:buClr>
                <a:schemeClr val="dk2"/>
              </a:buClr>
              <a:buSzPct val="100000"/>
              <a:buNone/>
            </a:pPr>
            <a:r>
              <a:rPr lang="en-US" sz="2300" i="0"/>
              <a:t>3. Can be erased one location, one row, or whole chip in one operation </a:t>
            </a:r>
            <a:endParaRPr/>
          </a:p>
          <a:p>
            <a:pPr marL="384048" lvl="0" indent="-384079" algn="l" rtl="0">
              <a:lnSpc>
                <a:spcPct val="94000"/>
              </a:lnSpc>
              <a:spcBef>
                <a:spcPts val="1200"/>
              </a:spcBef>
              <a:spcAft>
                <a:spcPts val="0"/>
              </a:spcAft>
              <a:buClr>
                <a:schemeClr val="dk2"/>
              </a:buClr>
              <a:buSzPct val="100000"/>
              <a:buChar char="■"/>
            </a:pPr>
            <a:r>
              <a:rPr lang="en-US" sz="2300" b="1"/>
              <a:t>Flash Memory </a:t>
            </a:r>
            <a:endParaRPr/>
          </a:p>
          <a:p>
            <a:pPr marL="530352" lvl="1" indent="0" algn="l" rtl="0">
              <a:lnSpc>
                <a:spcPct val="94000"/>
              </a:lnSpc>
              <a:spcBef>
                <a:spcPts val="700"/>
              </a:spcBef>
              <a:spcAft>
                <a:spcPts val="0"/>
              </a:spcAft>
              <a:buClr>
                <a:schemeClr val="dk2"/>
              </a:buClr>
              <a:buSzPct val="100000"/>
              <a:buNone/>
            </a:pPr>
            <a:r>
              <a:rPr lang="en-US" sz="2300" i="0"/>
              <a:t>1. Electrically programmable many times </a:t>
            </a:r>
            <a:endParaRPr/>
          </a:p>
          <a:p>
            <a:pPr marL="530352" lvl="1" indent="0" algn="l" rtl="0">
              <a:lnSpc>
                <a:spcPct val="94000"/>
              </a:lnSpc>
              <a:spcBef>
                <a:spcPts val="700"/>
              </a:spcBef>
              <a:spcAft>
                <a:spcPts val="0"/>
              </a:spcAft>
              <a:buClr>
                <a:schemeClr val="dk2"/>
              </a:buClr>
              <a:buSzPct val="100000"/>
              <a:buNone/>
            </a:pPr>
            <a:r>
              <a:rPr lang="en-US" sz="2300" i="0"/>
              <a:t>2. Electrically erasable many times </a:t>
            </a:r>
            <a:endParaRPr/>
          </a:p>
          <a:p>
            <a:pPr marL="530352" lvl="1" indent="0" algn="l" rtl="0">
              <a:lnSpc>
                <a:spcPct val="94000"/>
              </a:lnSpc>
              <a:spcBef>
                <a:spcPts val="700"/>
              </a:spcBef>
              <a:spcAft>
                <a:spcPts val="0"/>
              </a:spcAft>
              <a:buClr>
                <a:schemeClr val="dk2"/>
              </a:buClr>
              <a:buSzPct val="100000"/>
              <a:buNone/>
            </a:pPr>
            <a:r>
              <a:rPr lang="en-US" sz="2300" i="0"/>
              <a:t>3. Can only be erased in bulk</a:t>
            </a:r>
            <a:endParaRPr i="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1"/>
          <p:cNvSpPr txBox="1">
            <a:spLocks noGrp="1"/>
          </p:cNvSpPr>
          <p:nvPr>
            <p:ph type="title"/>
          </p:nvPr>
        </p:nvSpPr>
        <p:spPr>
          <a:xfrm>
            <a:off x="1028700" y="685800"/>
            <a:ext cx="7200900" cy="917089"/>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Memory Addressing</a:t>
            </a:r>
            <a:endParaRPr/>
          </a:p>
        </p:txBody>
      </p:sp>
      <p:sp>
        <p:nvSpPr>
          <p:cNvPr id="334" name="Google Shape;334;p11"/>
          <p:cNvSpPr txBox="1">
            <a:spLocks noGrp="1"/>
          </p:cNvSpPr>
          <p:nvPr>
            <p:ph type="body" idx="1"/>
          </p:nvPr>
        </p:nvSpPr>
        <p:spPr>
          <a:xfrm>
            <a:off x="1028700" y="1871831"/>
            <a:ext cx="7200900" cy="3995569"/>
          </a:xfrm>
          <a:prstGeom prst="rect">
            <a:avLst/>
          </a:prstGeom>
          <a:noFill/>
          <a:ln>
            <a:noFill/>
          </a:ln>
        </p:spPr>
        <p:txBody>
          <a:bodyPr spcFirstLastPara="1" wrap="square" lIns="91425" tIns="45700" rIns="91425" bIns="45700" anchor="t" anchorCtr="0">
            <a:normAutofit/>
          </a:bodyPr>
          <a:lstStyle/>
          <a:p>
            <a:pPr marL="384048" lvl="0" indent="-384048" algn="l" rtl="0">
              <a:lnSpc>
                <a:spcPct val="94000"/>
              </a:lnSpc>
              <a:spcBef>
                <a:spcPts val="0"/>
              </a:spcBef>
              <a:spcAft>
                <a:spcPts val="0"/>
              </a:spcAft>
              <a:buClr>
                <a:schemeClr val="dk2"/>
              </a:buClr>
              <a:buSzPts val="2000"/>
              <a:buChar char="■"/>
            </a:pPr>
            <a:r>
              <a:rPr lang="en-US" b="1"/>
              <a:t>Memory Addressing </a:t>
            </a:r>
            <a:endParaRPr/>
          </a:p>
          <a:p>
            <a:pPr marL="530352" lvl="1" indent="0" algn="l" rtl="0">
              <a:lnSpc>
                <a:spcPct val="94000"/>
              </a:lnSpc>
              <a:spcBef>
                <a:spcPts val="700"/>
              </a:spcBef>
              <a:spcAft>
                <a:spcPts val="0"/>
              </a:spcAft>
              <a:buClr>
                <a:schemeClr val="dk2"/>
              </a:buClr>
              <a:buSzPts val="1800"/>
              <a:buNone/>
            </a:pPr>
            <a:r>
              <a:rPr lang="en-US" sz="1800" b="1" i="0"/>
              <a:t>- </a:t>
            </a:r>
            <a:r>
              <a:rPr lang="en-US" sz="1800" i="0"/>
              <a:t>Memory consists of a sequence of directly addressable locations. </a:t>
            </a:r>
            <a:endParaRPr/>
          </a:p>
          <a:p>
            <a:pPr marL="530352" lvl="1" indent="0" algn="l" rtl="0">
              <a:lnSpc>
                <a:spcPct val="94000"/>
              </a:lnSpc>
              <a:spcBef>
                <a:spcPts val="700"/>
              </a:spcBef>
              <a:spcAft>
                <a:spcPts val="0"/>
              </a:spcAft>
              <a:buClr>
                <a:schemeClr val="dk2"/>
              </a:buClr>
              <a:buSzPts val="1800"/>
              <a:buNone/>
            </a:pPr>
            <a:r>
              <a:rPr lang="en-US" sz="1800" i="0"/>
              <a:t>- A location is referred to as an information unit. </a:t>
            </a:r>
            <a:endParaRPr/>
          </a:p>
          <a:p>
            <a:pPr marL="530352" lvl="1" indent="0" algn="l" rtl="0">
              <a:lnSpc>
                <a:spcPct val="94000"/>
              </a:lnSpc>
              <a:spcBef>
                <a:spcPts val="700"/>
              </a:spcBef>
              <a:spcAft>
                <a:spcPts val="0"/>
              </a:spcAft>
              <a:buClr>
                <a:schemeClr val="dk2"/>
              </a:buClr>
              <a:buSzPts val="1800"/>
              <a:buNone/>
            </a:pPr>
            <a:r>
              <a:rPr lang="en-US" sz="1800" i="0"/>
              <a:t>- A memory location can be used to store data and instructions. </a:t>
            </a:r>
            <a:endParaRPr/>
          </a:p>
          <a:p>
            <a:pPr marL="530352" lvl="1" indent="0" algn="l" rtl="0">
              <a:lnSpc>
                <a:spcPct val="94000"/>
              </a:lnSpc>
              <a:spcBef>
                <a:spcPts val="700"/>
              </a:spcBef>
              <a:spcAft>
                <a:spcPts val="0"/>
              </a:spcAft>
              <a:buClr>
                <a:schemeClr val="dk2"/>
              </a:buClr>
              <a:buSzPts val="1800"/>
              <a:buNone/>
            </a:pPr>
            <a:r>
              <a:rPr lang="en-US" sz="1800" i="0"/>
              <a:t>- A memory location has two components: an address and its contents</a:t>
            </a:r>
            <a:endParaRPr/>
          </a:p>
        </p:txBody>
      </p:sp>
      <p:pic>
        <p:nvPicPr>
          <p:cNvPr id="335" name="Google Shape;335;p11"/>
          <p:cNvPicPr preferRelativeResize="0"/>
          <p:nvPr/>
        </p:nvPicPr>
        <p:blipFill rotWithShape="1">
          <a:blip r:embed="rId3">
            <a:alphaModFix/>
          </a:blip>
          <a:srcRect/>
          <a:stretch/>
        </p:blipFill>
        <p:spPr>
          <a:xfrm>
            <a:off x="1485906" y="4711454"/>
            <a:ext cx="5974531" cy="128172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2"/>
          <p:cNvSpPr txBox="1">
            <a:spLocks noGrp="1"/>
          </p:cNvSpPr>
          <p:nvPr>
            <p:ph type="title"/>
          </p:nvPr>
        </p:nvSpPr>
        <p:spPr>
          <a:xfrm>
            <a:off x="1028700" y="685800"/>
            <a:ext cx="7200900" cy="1121485"/>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Architecture Basics</a:t>
            </a:r>
            <a:endParaRPr/>
          </a:p>
        </p:txBody>
      </p:sp>
      <p:sp>
        <p:nvSpPr>
          <p:cNvPr id="341" name="Google Shape;341;p12"/>
          <p:cNvSpPr txBox="1">
            <a:spLocks noGrp="1"/>
          </p:cNvSpPr>
          <p:nvPr>
            <p:ph type="body" idx="1"/>
          </p:nvPr>
        </p:nvSpPr>
        <p:spPr>
          <a:xfrm>
            <a:off x="1028699" y="1979407"/>
            <a:ext cx="7405295" cy="4539727"/>
          </a:xfrm>
          <a:prstGeom prst="rect">
            <a:avLst/>
          </a:prstGeom>
          <a:noFill/>
          <a:ln>
            <a:noFill/>
          </a:ln>
        </p:spPr>
        <p:txBody>
          <a:bodyPr spcFirstLastPara="1" wrap="square" lIns="91425" tIns="45700" rIns="91425" bIns="45700" anchor="t" anchorCtr="0">
            <a:normAutofit lnSpcReduction="10000"/>
          </a:bodyPr>
          <a:lstStyle/>
          <a:p>
            <a:pPr marL="384048" lvl="0" indent="-384048" algn="l" rtl="0">
              <a:lnSpc>
                <a:spcPct val="94000"/>
              </a:lnSpc>
              <a:spcBef>
                <a:spcPts val="0"/>
              </a:spcBef>
              <a:spcAft>
                <a:spcPts val="0"/>
              </a:spcAft>
              <a:buClr>
                <a:schemeClr val="dk2"/>
              </a:buClr>
              <a:buSzPts val="2000"/>
              <a:buChar char="■"/>
            </a:pPr>
            <a:r>
              <a:rPr lang="en-US" b="1"/>
              <a:t>Computer Programs - </a:t>
            </a:r>
            <a:r>
              <a:rPr lang="en-US"/>
              <a:t>Computer programs (programs) are known as software - A program is a sequence of machine instructions</a:t>
            </a:r>
            <a:endParaRPr/>
          </a:p>
          <a:p>
            <a:pPr marL="384048" lvl="0" indent="-384048" algn="l" rtl="0">
              <a:lnSpc>
                <a:spcPct val="94000"/>
              </a:lnSpc>
              <a:spcBef>
                <a:spcPts val="1200"/>
              </a:spcBef>
              <a:spcAft>
                <a:spcPts val="0"/>
              </a:spcAft>
              <a:buClr>
                <a:schemeClr val="dk2"/>
              </a:buClr>
              <a:buSzPts val="2000"/>
              <a:buChar char="■"/>
            </a:pPr>
            <a:r>
              <a:rPr lang="en-US" b="1"/>
              <a:t>Machine Instruction -</a:t>
            </a:r>
            <a:r>
              <a:rPr lang="en-US"/>
              <a:t> A sequence of binary digits that can be executed by the processor - Hard to understand, program, and debug for human being - E.g. in the ARM Cortex M4, </a:t>
            </a:r>
            <a:endParaRPr/>
          </a:p>
          <a:p>
            <a:pPr marL="914400" lvl="1" indent="-384048" algn="l" rtl="0">
              <a:lnSpc>
                <a:spcPct val="94000"/>
              </a:lnSpc>
              <a:spcBef>
                <a:spcPts val="700"/>
              </a:spcBef>
              <a:spcAft>
                <a:spcPts val="0"/>
              </a:spcAft>
              <a:buClr>
                <a:schemeClr val="dk2"/>
              </a:buClr>
              <a:buSzPts val="2000"/>
              <a:buChar char="–"/>
            </a:pPr>
            <a:r>
              <a:rPr lang="en-US"/>
              <a:t>instruction </a:t>
            </a:r>
            <a:r>
              <a:rPr lang="en-US" b="1">
                <a:solidFill>
                  <a:srgbClr val="0070C0"/>
                </a:solidFill>
              </a:rPr>
              <a:t>0010</a:t>
            </a:r>
            <a:r>
              <a:rPr lang="en-US"/>
              <a:t> </a:t>
            </a:r>
            <a:r>
              <a:rPr lang="en-US">
                <a:solidFill>
                  <a:srgbClr val="325366"/>
                </a:solidFill>
              </a:rPr>
              <a:t>0010</a:t>
            </a:r>
            <a:r>
              <a:rPr lang="en-US"/>
              <a:t> 0110 </a:t>
            </a:r>
            <a:r>
              <a:rPr lang="en-US" b="1">
                <a:solidFill>
                  <a:srgbClr val="FF0000"/>
                </a:solidFill>
              </a:rPr>
              <a:t>0100</a:t>
            </a:r>
            <a:endParaRPr/>
          </a:p>
          <a:p>
            <a:pPr marL="914400" lvl="1" indent="-384048" algn="l" rtl="0">
              <a:lnSpc>
                <a:spcPct val="94000"/>
              </a:lnSpc>
              <a:spcBef>
                <a:spcPts val="700"/>
              </a:spcBef>
              <a:spcAft>
                <a:spcPts val="0"/>
              </a:spcAft>
              <a:buClr>
                <a:schemeClr val="dk2"/>
              </a:buClr>
              <a:buSzPts val="2000"/>
              <a:buChar char="–"/>
            </a:pPr>
            <a:r>
              <a:rPr lang="en-US"/>
              <a:t>How many bytes long is this instruction? Instruction is also 0x2264.</a:t>
            </a:r>
            <a:endParaRPr/>
          </a:p>
          <a:p>
            <a:pPr marL="384048" lvl="0" indent="-384048" algn="l" rtl="0">
              <a:lnSpc>
                <a:spcPct val="94000"/>
              </a:lnSpc>
              <a:spcBef>
                <a:spcPts val="1200"/>
              </a:spcBef>
              <a:spcAft>
                <a:spcPts val="0"/>
              </a:spcAft>
              <a:buClr>
                <a:schemeClr val="dk2"/>
              </a:buClr>
              <a:buSzPts val="2000"/>
              <a:buChar char="■"/>
            </a:pPr>
            <a:r>
              <a:rPr lang="en-US" b="1"/>
              <a:t>Assembly Language -</a:t>
            </a:r>
            <a:r>
              <a:rPr lang="en-US"/>
              <a:t> Defined by machine instructions - An assembly instruction is a mnemonic representation of a machine instruction, </a:t>
            </a:r>
            <a:endParaRPr/>
          </a:p>
          <a:p>
            <a:pPr marL="914400" lvl="1" indent="-384048" algn="l" rtl="0">
              <a:lnSpc>
                <a:spcPct val="94000"/>
              </a:lnSpc>
              <a:spcBef>
                <a:spcPts val="700"/>
              </a:spcBef>
              <a:spcAft>
                <a:spcPts val="0"/>
              </a:spcAft>
              <a:buClr>
                <a:schemeClr val="dk2"/>
              </a:buClr>
              <a:buSzPts val="2000"/>
              <a:buChar char="–"/>
            </a:pPr>
            <a:r>
              <a:rPr lang="en-US"/>
              <a:t>ADD R2 R1 R0 represents 0001100 010 001 000 = 0x1888 (hex format)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13"/>
          <p:cNvSpPr txBox="1">
            <a:spLocks noGrp="1"/>
          </p:cNvSpPr>
          <p:nvPr>
            <p:ph type="title"/>
          </p:nvPr>
        </p:nvSpPr>
        <p:spPr>
          <a:xfrm>
            <a:off x="1192460" y="492163"/>
            <a:ext cx="7200900" cy="968465"/>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CPU stages</a:t>
            </a:r>
            <a:endParaRPr/>
          </a:p>
        </p:txBody>
      </p:sp>
      <p:sp>
        <p:nvSpPr>
          <p:cNvPr id="347" name="Google Shape;347;p13"/>
          <p:cNvSpPr txBox="1">
            <a:spLocks noGrp="1"/>
          </p:cNvSpPr>
          <p:nvPr>
            <p:ph type="ftr" idx="11"/>
          </p:nvPr>
        </p:nvSpPr>
        <p:spPr>
          <a:xfrm>
            <a:off x="2170173" y="6453386"/>
            <a:ext cx="4710623"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pic>
        <p:nvPicPr>
          <p:cNvPr id="348" name="Google Shape;348;p13"/>
          <p:cNvPicPr preferRelativeResize="0"/>
          <p:nvPr/>
        </p:nvPicPr>
        <p:blipFill rotWithShape="1">
          <a:blip r:embed="rId3">
            <a:alphaModFix/>
          </a:blip>
          <a:srcRect/>
          <a:stretch/>
        </p:blipFill>
        <p:spPr>
          <a:xfrm>
            <a:off x="1318848" y="1871832"/>
            <a:ext cx="7074512" cy="41703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4"/>
          <p:cNvSpPr txBox="1">
            <a:spLocks noGrp="1"/>
          </p:cNvSpPr>
          <p:nvPr>
            <p:ph type="title"/>
          </p:nvPr>
        </p:nvSpPr>
        <p:spPr>
          <a:xfrm>
            <a:off x="1028700" y="685800"/>
            <a:ext cx="7524600" cy="917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Libre Franklin"/>
              <a:buNone/>
            </a:pPr>
            <a:r>
              <a:rPr lang="en-US"/>
              <a:t>Architecture and Operations</a:t>
            </a:r>
            <a:endParaRPr/>
          </a:p>
        </p:txBody>
      </p:sp>
      <p:sp>
        <p:nvSpPr>
          <p:cNvPr id="354" name="Google Shape;354;p14"/>
          <p:cNvSpPr txBox="1">
            <a:spLocks noGrp="1"/>
          </p:cNvSpPr>
          <p:nvPr>
            <p:ph type="body" idx="1"/>
          </p:nvPr>
        </p:nvSpPr>
        <p:spPr>
          <a:xfrm>
            <a:off x="1028700" y="1785769"/>
            <a:ext cx="7200900" cy="4615031"/>
          </a:xfrm>
          <a:prstGeom prst="rect">
            <a:avLst/>
          </a:prstGeom>
          <a:noFill/>
          <a:ln>
            <a:noFill/>
          </a:ln>
        </p:spPr>
        <p:txBody>
          <a:bodyPr spcFirstLastPara="1" wrap="square" lIns="91425" tIns="45700" rIns="91425" bIns="45700" anchor="t" anchorCtr="0">
            <a:normAutofit/>
          </a:bodyPr>
          <a:lstStyle/>
          <a:p>
            <a:pPr marL="384048" lvl="0" indent="-384048" algn="l" rtl="0">
              <a:lnSpc>
                <a:spcPct val="94000"/>
              </a:lnSpc>
              <a:spcBef>
                <a:spcPts val="0"/>
              </a:spcBef>
              <a:spcAft>
                <a:spcPts val="0"/>
              </a:spcAft>
              <a:buClr>
                <a:schemeClr val="dk2"/>
              </a:buClr>
              <a:buSzPts val="2800"/>
              <a:buChar char="■"/>
            </a:pPr>
            <a:r>
              <a:rPr lang="en-US" sz="2800" b="1"/>
              <a:t>Program counter:</a:t>
            </a:r>
            <a:r>
              <a:rPr lang="en-US" sz="2800"/>
              <a:t> register PC “points to” (i.e. contains the address of) the memory location containing the next instruction to be executed. </a:t>
            </a:r>
            <a:endParaRPr/>
          </a:p>
          <a:p>
            <a:pPr marL="384048" lvl="0" indent="-384048" algn="l" rtl="0">
              <a:lnSpc>
                <a:spcPct val="94000"/>
              </a:lnSpc>
              <a:spcBef>
                <a:spcPts val="1200"/>
              </a:spcBef>
              <a:spcAft>
                <a:spcPts val="0"/>
              </a:spcAft>
              <a:buClr>
                <a:schemeClr val="dk2"/>
              </a:buClr>
              <a:buSzPts val="2800"/>
              <a:buChar char="■"/>
            </a:pPr>
            <a:r>
              <a:rPr lang="en-US" sz="2800" b="1"/>
              <a:t>Fetch: </a:t>
            </a:r>
            <a:r>
              <a:rPr lang="en-US" sz="2800"/>
              <a:t>Using the current value of PC, read the next instruction to execute from memory. Store this data in the instruction register, IR. </a:t>
            </a:r>
            <a:endParaRPr/>
          </a:p>
          <a:p>
            <a:pPr marL="384048" lvl="0" indent="-384048" algn="l" rtl="0">
              <a:lnSpc>
                <a:spcPct val="94000"/>
              </a:lnSpc>
              <a:spcBef>
                <a:spcPts val="1200"/>
              </a:spcBef>
              <a:spcAft>
                <a:spcPts val="0"/>
              </a:spcAft>
              <a:buClr>
                <a:schemeClr val="dk2"/>
              </a:buClr>
              <a:buSzPts val="2800"/>
              <a:buChar char="■"/>
            </a:pPr>
            <a:r>
              <a:rPr lang="en-US" sz="2800"/>
              <a:t>Note that IR is an internal register, not accessible with computer instructions.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5"/>
          <p:cNvSpPr txBox="1">
            <a:spLocks noGrp="1"/>
          </p:cNvSpPr>
          <p:nvPr>
            <p:ph type="title"/>
          </p:nvPr>
        </p:nvSpPr>
        <p:spPr>
          <a:xfrm>
            <a:off x="1028700" y="685800"/>
            <a:ext cx="7200900" cy="917089"/>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CPU stages (Pipelines)</a:t>
            </a:r>
            <a:endParaRPr/>
          </a:p>
        </p:txBody>
      </p:sp>
      <p:sp>
        <p:nvSpPr>
          <p:cNvPr id="360" name="Google Shape;360;p15"/>
          <p:cNvSpPr txBox="1">
            <a:spLocks noGrp="1"/>
          </p:cNvSpPr>
          <p:nvPr>
            <p:ph type="body" idx="1"/>
          </p:nvPr>
        </p:nvSpPr>
        <p:spPr>
          <a:xfrm>
            <a:off x="1028700" y="1785769"/>
            <a:ext cx="7200900" cy="4615031"/>
          </a:xfrm>
          <a:prstGeom prst="rect">
            <a:avLst/>
          </a:prstGeom>
          <a:noFill/>
          <a:ln>
            <a:noFill/>
          </a:ln>
        </p:spPr>
        <p:txBody>
          <a:bodyPr spcFirstLastPara="1" wrap="square" lIns="91425" tIns="45700" rIns="91425" bIns="45700" anchor="t" anchorCtr="0">
            <a:normAutofit lnSpcReduction="10000"/>
          </a:bodyPr>
          <a:lstStyle/>
          <a:p>
            <a:pPr marL="384048" lvl="0" indent="-384048" algn="l" rtl="0">
              <a:lnSpc>
                <a:spcPct val="94000"/>
              </a:lnSpc>
              <a:spcBef>
                <a:spcPts val="0"/>
              </a:spcBef>
              <a:spcAft>
                <a:spcPts val="0"/>
              </a:spcAft>
              <a:buClr>
                <a:schemeClr val="dk2"/>
              </a:buClr>
              <a:buSzPts val="3200"/>
              <a:buChar char="■"/>
            </a:pPr>
            <a:r>
              <a:rPr lang="en-US" sz="3200" b="1"/>
              <a:t>Decode : </a:t>
            </a:r>
            <a:r>
              <a:rPr lang="en-US" sz="3200"/>
              <a:t>Determine which instruction is to be executed using the contents of the IR. </a:t>
            </a:r>
            <a:endParaRPr/>
          </a:p>
          <a:p>
            <a:pPr marL="384048" lvl="0" indent="-384048" algn="l" rtl="0">
              <a:lnSpc>
                <a:spcPct val="94000"/>
              </a:lnSpc>
              <a:spcBef>
                <a:spcPts val="1200"/>
              </a:spcBef>
              <a:spcAft>
                <a:spcPts val="0"/>
              </a:spcAft>
              <a:buClr>
                <a:schemeClr val="dk2"/>
              </a:buClr>
              <a:buSzPts val="3200"/>
              <a:buChar char="■"/>
            </a:pPr>
            <a:r>
              <a:rPr lang="en-US" sz="3200" b="1"/>
              <a:t>Execute : </a:t>
            </a:r>
            <a:r>
              <a:rPr lang="en-US" sz="3200"/>
              <a:t>Activate appropriate control lines in processor sequentially to perform the action specified by the Instruction at particular clock ticks. </a:t>
            </a:r>
            <a:endParaRPr/>
          </a:p>
          <a:p>
            <a:pPr marL="384048" lvl="0" indent="-384048" algn="l" rtl="0">
              <a:lnSpc>
                <a:spcPct val="94000"/>
              </a:lnSpc>
              <a:spcBef>
                <a:spcPts val="1200"/>
              </a:spcBef>
              <a:spcAft>
                <a:spcPts val="0"/>
              </a:spcAft>
              <a:buClr>
                <a:schemeClr val="dk2"/>
              </a:buClr>
              <a:buSzPts val="3200"/>
              <a:buChar char="■"/>
            </a:pPr>
            <a:r>
              <a:rPr lang="en-US" sz="3200" b="1"/>
              <a:t>Write:</a:t>
            </a:r>
            <a:r>
              <a:rPr lang="en-US" sz="3200"/>
              <a:t> Write the output to the Data Memory</a:t>
            </a:r>
            <a:endParaRPr/>
          </a:p>
          <a:p>
            <a:pPr marL="384048" lvl="0" indent="-257048" algn="l" rtl="0">
              <a:lnSpc>
                <a:spcPct val="94000"/>
              </a:lnSpc>
              <a:spcBef>
                <a:spcPts val="1200"/>
              </a:spcBef>
              <a:spcAft>
                <a:spcPts val="0"/>
              </a:spcAft>
              <a:buClr>
                <a:schemeClr val="dk2"/>
              </a:buClr>
              <a:buSzPts val="20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g25f3a1087f3_0_0"/>
          <p:cNvSpPr txBox="1">
            <a:spLocks noGrp="1"/>
          </p:cNvSpPr>
          <p:nvPr>
            <p:ph type="title"/>
          </p:nvPr>
        </p:nvSpPr>
        <p:spPr>
          <a:xfrm>
            <a:off x="938212" y="382587"/>
            <a:ext cx="7634400" cy="15987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2"/>
              </a:buClr>
              <a:buSzPts val="4000"/>
              <a:buFont typeface="Impact"/>
              <a:buNone/>
            </a:pPr>
            <a:r>
              <a:rPr lang="en-US" sz="4000" b="0" i="0" u="none">
                <a:solidFill>
                  <a:schemeClr val="dk2"/>
                </a:solidFill>
                <a:latin typeface="Impact"/>
                <a:ea typeface="Impact"/>
                <a:cs typeface="Impact"/>
                <a:sym typeface="Impact"/>
              </a:rPr>
              <a:t>A SIMPLE CPU: PC, ALU, ACCUMULATOR, IR, MEMORY, BUSES, CONTROL LOGIC</a:t>
            </a:r>
            <a:endParaRPr/>
          </a:p>
        </p:txBody>
      </p:sp>
      <p:sp>
        <p:nvSpPr>
          <p:cNvPr id="366" name="Google Shape;366;g25f3a1087f3_0_0"/>
          <p:cNvSpPr txBox="1">
            <a:spLocks noGrp="1"/>
          </p:cNvSpPr>
          <p:nvPr>
            <p:ph type="body" idx="1"/>
          </p:nvPr>
        </p:nvSpPr>
        <p:spPr>
          <a:xfrm>
            <a:off x="1028700" y="2286000"/>
            <a:ext cx="7200900" cy="3581400"/>
          </a:xfrm>
          <a:prstGeom prst="rect">
            <a:avLst/>
          </a:prstGeom>
          <a:noFill/>
          <a:ln>
            <a:noFill/>
          </a:ln>
        </p:spPr>
        <p:txBody>
          <a:bodyPr spcFirstLastPara="1" wrap="square" lIns="91425" tIns="45700" rIns="91425" bIns="45700" anchor="t" anchorCtr="0">
            <a:noAutofit/>
          </a:bodyPr>
          <a:lstStyle/>
          <a:p>
            <a:pPr marL="228600" marR="0" lvl="0" indent="-101600" algn="l" rtl="0">
              <a:lnSpc>
                <a:spcPct val="110000"/>
              </a:lnSpc>
              <a:spcBef>
                <a:spcPts val="0"/>
              </a:spcBef>
              <a:spcAft>
                <a:spcPts val="0"/>
              </a:spcAft>
              <a:buClr>
                <a:schemeClr val="dk2"/>
              </a:buClr>
              <a:buSzPts val="2000"/>
              <a:buFont typeface="Arial"/>
              <a:buNone/>
            </a:pPr>
            <a:endParaRPr sz="2000">
              <a:solidFill>
                <a:srgbClr val="595959"/>
              </a:solidFill>
              <a:latin typeface="Gill Sans"/>
              <a:ea typeface="Gill Sans"/>
              <a:cs typeface="Gill Sans"/>
              <a:sym typeface="Gill Sans"/>
            </a:endParaRPr>
          </a:p>
        </p:txBody>
      </p:sp>
      <p:sp>
        <p:nvSpPr>
          <p:cNvPr id="367" name="Google Shape;367;g25f3a1087f3_0_0"/>
          <p:cNvSpPr txBox="1"/>
          <p:nvPr/>
        </p:nvSpPr>
        <p:spPr>
          <a:xfrm>
            <a:off x="3028950" y="6375400"/>
            <a:ext cx="3086100" cy="346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pic>
        <p:nvPicPr>
          <p:cNvPr id="368" name="Google Shape;368;g25f3a1087f3_0_0"/>
          <p:cNvPicPr preferRelativeResize="0"/>
          <p:nvPr/>
        </p:nvPicPr>
        <p:blipFill rotWithShape="1">
          <a:blip r:embed="rId3">
            <a:alphaModFix/>
          </a:blip>
          <a:srcRect/>
          <a:stretch/>
        </p:blipFill>
        <p:spPr>
          <a:xfrm>
            <a:off x="1054100" y="2457450"/>
            <a:ext cx="7035800" cy="3251200"/>
          </a:xfrm>
          <a:prstGeom prst="rect">
            <a:avLst/>
          </a:prstGeom>
          <a:noFill/>
          <a:ln>
            <a:noFill/>
          </a:ln>
        </p:spPr>
      </p:pic>
      <p:sp>
        <p:nvSpPr>
          <p:cNvPr id="369" name="Google Shape;369;g25f3a1087f3_0_0"/>
          <p:cNvSpPr/>
          <p:nvPr/>
        </p:nvSpPr>
        <p:spPr>
          <a:xfrm>
            <a:off x="1828800" y="3276600"/>
            <a:ext cx="152400" cy="381000"/>
          </a:xfrm>
          <a:prstGeom prst="downArrow">
            <a:avLst>
              <a:gd name="adj1" fmla="val 17280"/>
              <a:gd name="adj2" fmla="val 50000"/>
            </a:avLst>
          </a:prstGeom>
          <a:solidFill>
            <a:schemeClr val="accent1"/>
          </a:solidFill>
          <a:ln w="12700" cap="flat" cmpd="sng">
            <a:solidFill>
              <a:srgbClr val="B6831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
        <p:nvSpPr>
          <p:cNvPr id="370" name="Google Shape;370;g25f3a1087f3_0_0"/>
          <p:cNvSpPr txBox="1"/>
          <p:nvPr/>
        </p:nvSpPr>
        <p:spPr>
          <a:xfrm>
            <a:off x="1828800" y="3276600"/>
            <a:ext cx="5105400" cy="45900"/>
          </a:xfrm>
          <a:prstGeom prst="rect">
            <a:avLst/>
          </a:prstGeom>
          <a:solidFill>
            <a:schemeClr val="accent1"/>
          </a:solidFill>
          <a:ln w="12700" cap="flat" cmpd="sng">
            <a:solidFill>
              <a:srgbClr val="B68317"/>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cxnSp>
        <p:nvCxnSpPr>
          <p:cNvPr id="371" name="Google Shape;371;g25f3a1087f3_0_0"/>
          <p:cNvCxnSpPr/>
          <p:nvPr/>
        </p:nvCxnSpPr>
        <p:spPr>
          <a:xfrm flipH="1">
            <a:off x="2133600" y="3200400"/>
            <a:ext cx="152400" cy="228600"/>
          </a:xfrm>
          <a:prstGeom prst="straightConnector1">
            <a:avLst/>
          </a:prstGeom>
          <a:noFill/>
          <a:ln w="9525" cap="flat" cmpd="sng">
            <a:solidFill>
              <a:schemeClr val="accent1"/>
            </a:solidFill>
            <a:prstDash val="solid"/>
            <a:miter lim="800000"/>
            <a:headEnd type="none" w="med" len="med"/>
            <a:tailEnd type="none" w="med" len="med"/>
          </a:ln>
        </p:spPr>
      </p:cxnSp>
      <p:sp>
        <p:nvSpPr>
          <p:cNvPr id="372" name="Google Shape;372;g25f3a1087f3_0_0"/>
          <p:cNvSpPr txBox="1"/>
          <p:nvPr/>
        </p:nvSpPr>
        <p:spPr>
          <a:xfrm>
            <a:off x="2133600" y="3048000"/>
            <a:ext cx="3048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Gill Sans"/>
              <a:buNone/>
            </a:pPr>
            <a:r>
              <a:rPr lang="en-US" sz="1800" b="0" i="0" u="none">
                <a:solidFill>
                  <a:schemeClr val="dk1"/>
                </a:solidFill>
                <a:latin typeface="Gill Sans"/>
                <a:ea typeface="Gill Sans"/>
                <a:cs typeface="Gill Sans"/>
                <a:sym typeface="Gill Sans"/>
              </a:rPr>
              <a:t>4</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25f3a1087f3_0_11"/>
          <p:cNvSpPr txBox="1">
            <a:spLocks noGrp="1"/>
          </p:cNvSpPr>
          <p:nvPr>
            <p:ph type="title"/>
          </p:nvPr>
        </p:nvSpPr>
        <p:spPr>
          <a:xfrm>
            <a:off x="938212" y="382587"/>
            <a:ext cx="8053500" cy="9891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Impact"/>
              <a:buNone/>
            </a:pPr>
            <a:r>
              <a:rPr lang="en-US" sz="4000" b="0" i="0" u="none">
                <a:solidFill>
                  <a:schemeClr val="dk2"/>
                </a:solidFill>
                <a:latin typeface="Impact"/>
                <a:ea typeface="Impact"/>
                <a:cs typeface="Impact"/>
                <a:sym typeface="Impact"/>
              </a:rPr>
              <a:t>INSTRUCTIONS AND PROGRAMMING</a:t>
            </a:r>
            <a:endParaRPr/>
          </a:p>
        </p:txBody>
      </p:sp>
      <p:sp>
        <p:nvSpPr>
          <p:cNvPr id="378" name="Google Shape;378;g25f3a1087f3_0_11"/>
          <p:cNvSpPr txBox="1">
            <a:spLocks noGrp="1"/>
          </p:cNvSpPr>
          <p:nvPr>
            <p:ph type="body" idx="1"/>
          </p:nvPr>
        </p:nvSpPr>
        <p:spPr>
          <a:xfrm>
            <a:off x="938212" y="1408112"/>
            <a:ext cx="7672500" cy="4764000"/>
          </a:xfrm>
          <a:prstGeom prst="rect">
            <a:avLst/>
          </a:prstGeom>
          <a:noFill/>
          <a:ln>
            <a:noFill/>
          </a:ln>
        </p:spPr>
        <p:txBody>
          <a:bodyPr spcFirstLastPara="1" wrap="square" lIns="91425" tIns="45700" rIns="91425" bIns="45700" anchor="t" anchorCtr="0">
            <a:normAutofit/>
          </a:bodyPr>
          <a:lstStyle/>
          <a:p>
            <a:pPr marL="228600" marR="0" lvl="0" indent="-228600" algn="l" rtl="0">
              <a:lnSpc>
                <a:spcPct val="100000"/>
              </a:lnSpc>
              <a:spcBef>
                <a:spcPts val="0"/>
              </a:spcBef>
              <a:spcAft>
                <a:spcPts val="0"/>
              </a:spcAft>
              <a:buClr>
                <a:schemeClr val="dk2"/>
              </a:buClr>
              <a:buSzPts val="2000"/>
              <a:buFont typeface="Arial"/>
              <a:buChar char="•"/>
            </a:pPr>
            <a:r>
              <a:rPr lang="en-US" sz="2000" b="0" i="0" u="none">
                <a:solidFill>
                  <a:srgbClr val="595959"/>
                </a:solidFill>
                <a:latin typeface="Gill Sans"/>
                <a:ea typeface="Gill Sans"/>
                <a:cs typeface="Gill Sans"/>
                <a:sym typeface="Gill Sans"/>
              </a:rPr>
              <a:t>Instructions are the most basic actions the processor can process: </a:t>
            </a:r>
            <a:endParaRPr/>
          </a:p>
          <a:p>
            <a:pPr marL="228600" marR="0" lvl="0" indent="-228600" algn="l" rtl="0">
              <a:lnSpc>
                <a:spcPct val="100000"/>
              </a:lnSpc>
              <a:spcBef>
                <a:spcPts val="700"/>
              </a:spcBef>
              <a:spcAft>
                <a:spcPts val="0"/>
              </a:spcAft>
              <a:buClr>
                <a:schemeClr val="dk2"/>
              </a:buClr>
              <a:buSzPts val="2000"/>
              <a:buFont typeface="Arial"/>
              <a:buNone/>
            </a:pPr>
            <a:r>
              <a:rPr lang="en-US" sz="2000" b="0" i="0" u="none">
                <a:solidFill>
                  <a:srgbClr val="595959"/>
                </a:solidFill>
                <a:latin typeface="Gill Sans"/>
                <a:ea typeface="Gill Sans"/>
                <a:cs typeface="Gill Sans"/>
                <a:sym typeface="Gill Sans"/>
              </a:rPr>
              <a:t>	– ADD AX, BX  # Add value AX to BX and store in AX </a:t>
            </a:r>
            <a:endParaRPr/>
          </a:p>
          <a:p>
            <a:pPr marL="228600" marR="0" lvl="0" indent="-228600" algn="l" rtl="0">
              <a:lnSpc>
                <a:spcPct val="100000"/>
              </a:lnSpc>
              <a:spcBef>
                <a:spcPts val="700"/>
              </a:spcBef>
              <a:spcAft>
                <a:spcPts val="0"/>
              </a:spcAft>
              <a:buClr>
                <a:schemeClr val="dk2"/>
              </a:buClr>
              <a:buSzPts val="2000"/>
              <a:buFont typeface="Arial"/>
              <a:buNone/>
            </a:pPr>
            <a:r>
              <a:rPr lang="en-US" sz="2000" b="0" i="0" u="none">
                <a:solidFill>
                  <a:srgbClr val="595959"/>
                </a:solidFill>
                <a:latin typeface="Gill Sans"/>
                <a:ea typeface="Gill Sans"/>
                <a:cs typeface="Gill Sans"/>
                <a:sym typeface="Gill Sans"/>
              </a:rPr>
              <a:t>	– CMP AX, 5 #Compare value in AX to 5 </a:t>
            </a:r>
            <a:endParaRPr/>
          </a:p>
          <a:p>
            <a:pPr marL="228600" marR="0" lvl="0" indent="-228600" algn="l" rtl="0">
              <a:lnSpc>
                <a:spcPct val="100000"/>
              </a:lnSpc>
              <a:spcBef>
                <a:spcPts val="700"/>
              </a:spcBef>
              <a:spcAft>
                <a:spcPts val="0"/>
              </a:spcAft>
              <a:buClr>
                <a:schemeClr val="dk2"/>
              </a:buClr>
              <a:buSzPts val="2000"/>
              <a:buFont typeface="Arial"/>
              <a:buNone/>
            </a:pPr>
            <a:r>
              <a:rPr lang="en-US" sz="2000" b="0" i="0" u="none">
                <a:solidFill>
                  <a:srgbClr val="595959"/>
                </a:solidFill>
                <a:latin typeface="Gill Sans"/>
                <a:ea typeface="Gill Sans"/>
                <a:cs typeface="Gill Sans"/>
                <a:sym typeface="Gill Sans"/>
              </a:rPr>
              <a:t>	– JE 16 #Jump ahead 16 bytes if comparison was equal </a:t>
            </a:r>
            <a:endParaRPr/>
          </a:p>
          <a:p>
            <a:pPr marL="228600" marR="0" lvl="0" indent="-228600" algn="l" rtl="0">
              <a:lnSpc>
                <a:spcPct val="100000"/>
              </a:lnSpc>
              <a:spcBef>
                <a:spcPts val="700"/>
              </a:spcBef>
              <a:spcAft>
                <a:spcPts val="0"/>
              </a:spcAft>
              <a:buClr>
                <a:schemeClr val="dk2"/>
              </a:buClr>
              <a:buSzPts val="2000"/>
              <a:buFont typeface="Arial"/>
              <a:buChar char="•"/>
            </a:pPr>
            <a:r>
              <a:rPr lang="en-US" sz="2000" b="0" i="0" u="none">
                <a:solidFill>
                  <a:srgbClr val="595959"/>
                </a:solidFill>
                <a:latin typeface="Gill Sans"/>
                <a:ea typeface="Gill Sans"/>
                <a:cs typeface="Gill Sans"/>
                <a:sym typeface="Gill Sans"/>
              </a:rPr>
              <a:t>Instruction Set Architecture (ISA) defines all the instructions of an architecture (e.g. ARM, X86)</a:t>
            </a:r>
            <a:endParaRPr/>
          </a:p>
          <a:p>
            <a:pPr marL="228600" marR="0" lvl="0" indent="-228600" algn="l" rtl="0">
              <a:lnSpc>
                <a:spcPct val="100000"/>
              </a:lnSpc>
              <a:spcBef>
                <a:spcPts val="700"/>
              </a:spcBef>
              <a:spcAft>
                <a:spcPts val="0"/>
              </a:spcAft>
              <a:buClr>
                <a:schemeClr val="dk2"/>
              </a:buClr>
              <a:buSzPts val="2000"/>
              <a:buFont typeface="Arial"/>
              <a:buChar char="•"/>
            </a:pPr>
            <a:r>
              <a:rPr lang="en-US" sz="2000" b="0" i="0" u="none">
                <a:solidFill>
                  <a:srgbClr val="595959"/>
                </a:solidFill>
                <a:latin typeface="Gill Sans"/>
                <a:ea typeface="Gill Sans"/>
                <a:cs typeface="Gill Sans"/>
                <a:sym typeface="Gill Sans"/>
              </a:rPr>
              <a:t>High level programming languages (C, C++, Java) allow many processor instructions to be written simply: </a:t>
            </a:r>
            <a:endParaRPr/>
          </a:p>
          <a:p>
            <a:pPr marL="228600" marR="0" lvl="0" indent="-228600" algn="l" rtl="0">
              <a:lnSpc>
                <a:spcPct val="100000"/>
              </a:lnSpc>
              <a:spcBef>
                <a:spcPts val="700"/>
              </a:spcBef>
              <a:spcAft>
                <a:spcPts val="0"/>
              </a:spcAft>
              <a:buClr>
                <a:schemeClr val="dk2"/>
              </a:buClr>
              <a:buSzPts val="2000"/>
              <a:buFont typeface="Arial"/>
              <a:buChar char="•"/>
            </a:pPr>
            <a:r>
              <a:rPr lang="en-US" sz="2000" b="0" i="0" u="none">
                <a:solidFill>
                  <a:srgbClr val="595959"/>
                </a:solidFill>
                <a:latin typeface="Gill Sans"/>
                <a:ea typeface="Gill Sans"/>
                <a:cs typeface="Gill Sans"/>
                <a:sym typeface="Gill Sans"/>
              </a:rPr>
              <a:t>– if (A + B = 5) </a:t>
            </a:r>
            <a:endParaRPr/>
          </a:p>
          <a:p>
            <a:pPr marL="228600" marR="0" lvl="0" indent="-228600" algn="l" rtl="0">
              <a:lnSpc>
                <a:spcPct val="100000"/>
              </a:lnSpc>
              <a:spcBef>
                <a:spcPts val="700"/>
              </a:spcBef>
              <a:spcAft>
                <a:spcPts val="0"/>
              </a:spcAft>
              <a:buClr>
                <a:schemeClr val="dk2"/>
              </a:buClr>
              <a:buSzPts val="2000"/>
              <a:buFont typeface="Arial"/>
              <a:buNone/>
            </a:pPr>
            <a:r>
              <a:rPr lang="en-US" sz="2000" b="0" i="0" u="none">
                <a:solidFill>
                  <a:srgbClr val="595959"/>
                </a:solidFill>
                <a:latin typeface="Gill Sans"/>
                <a:ea typeface="Gill Sans"/>
                <a:cs typeface="Gill Sans"/>
                <a:sym typeface="Gill Sans"/>
              </a:rPr>
              <a:t>    – then… #Jump if sum of A and B is 5 </a:t>
            </a:r>
            <a:endParaRPr/>
          </a:p>
          <a:p>
            <a:pPr marL="228600" marR="0" lvl="0" indent="-228600" algn="l" rtl="0">
              <a:lnSpc>
                <a:spcPct val="100000"/>
              </a:lnSpc>
              <a:spcBef>
                <a:spcPts val="700"/>
              </a:spcBef>
              <a:spcAft>
                <a:spcPts val="0"/>
              </a:spcAft>
              <a:buClr>
                <a:schemeClr val="dk2"/>
              </a:buClr>
              <a:buSzPts val="2000"/>
              <a:buFont typeface="Arial"/>
              <a:buChar char="•"/>
            </a:pPr>
            <a:r>
              <a:rPr lang="en-US" sz="2000" b="0" i="0" u="none">
                <a:solidFill>
                  <a:srgbClr val="595959"/>
                </a:solidFill>
                <a:latin typeface="Gill Sans"/>
                <a:ea typeface="Gill Sans"/>
                <a:cs typeface="Gill Sans"/>
                <a:sym typeface="Gill Sans"/>
              </a:rPr>
              <a:t>Every program (e.g. C) must be converted to the processor instructions (e.g. binaries) of the computer it will be run on</a:t>
            </a:r>
            <a:endParaRPr/>
          </a:p>
        </p:txBody>
      </p:sp>
      <p:sp>
        <p:nvSpPr>
          <p:cNvPr id="379" name="Google Shape;379;g25f3a1087f3_0_11"/>
          <p:cNvSpPr txBox="1"/>
          <p:nvPr/>
        </p:nvSpPr>
        <p:spPr>
          <a:xfrm>
            <a:off x="3028950" y="6375400"/>
            <a:ext cx="3086100" cy="346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32ff5fedeca_0_0"/>
          <p:cNvSpPr txBox="1">
            <a:spLocks noGrp="1"/>
          </p:cNvSpPr>
          <p:nvPr>
            <p:ph type="title"/>
          </p:nvPr>
        </p:nvSpPr>
        <p:spPr>
          <a:xfrm>
            <a:off x="763016" y="163830"/>
            <a:ext cx="7415400" cy="6894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a:t>Target Addressing Example</a:t>
            </a:r>
            <a:endParaRPr/>
          </a:p>
        </p:txBody>
      </p:sp>
      <p:sp>
        <p:nvSpPr>
          <p:cNvPr id="385" name="Google Shape;385;g32ff5fedeca_0_0"/>
          <p:cNvSpPr txBox="1"/>
          <p:nvPr/>
        </p:nvSpPr>
        <p:spPr>
          <a:xfrm>
            <a:off x="763016" y="1058154"/>
            <a:ext cx="6073200" cy="1106400"/>
          </a:xfrm>
          <a:prstGeom prst="rect">
            <a:avLst/>
          </a:prstGeom>
          <a:noFill/>
          <a:ln>
            <a:noFill/>
          </a:ln>
        </p:spPr>
        <p:txBody>
          <a:bodyPr spcFirstLastPara="1" wrap="square" lIns="0" tIns="102225" rIns="0" bIns="0" anchor="t" anchorCtr="0">
            <a:spAutoFit/>
          </a:bodyPr>
          <a:lstStyle/>
          <a:p>
            <a:pPr marL="355600" marR="0" lvl="0" indent="-342900" algn="l" rtl="0">
              <a:lnSpc>
                <a:spcPct val="100000"/>
              </a:lnSpc>
              <a:spcBef>
                <a:spcPts val="0"/>
              </a:spcBef>
              <a:spcAft>
                <a:spcPts val="0"/>
              </a:spcAft>
              <a:buClr>
                <a:srgbClr val="EBEAAC"/>
              </a:buClr>
              <a:buSzPts val="1900"/>
              <a:buFont typeface="Noto Sans Symbols"/>
              <a:buChar char="■"/>
            </a:pPr>
            <a:r>
              <a:rPr lang="en-US" sz="3200">
                <a:latin typeface="Arial"/>
                <a:ea typeface="Arial"/>
                <a:cs typeface="Arial"/>
                <a:sym typeface="Arial"/>
              </a:rPr>
              <a:t>Loop code from earlier example</a:t>
            </a:r>
            <a:endParaRPr sz="3200">
              <a:latin typeface="Arial"/>
              <a:ea typeface="Arial"/>
              <a:cs typeface="Arial"/>
              <a:sym typeface="Arial"/>
            </a:endParaRPr>
          </a:p>
          <a:p>
            <a:pPr marL="755650" marR="0" lvl="1" indent="-285750" algn="l" rtl="0">
              <a:lnSpc>
                <a:spcPct val="100000"/>
              </a:lnSpc>
              <a:spcBef>
                <a:spcPts val="620"/>
              </a:spcBef>
              <a:spcAft>
                <a:spcPts val="0"/>
              </a:spcAft>
              <a:buClr>
                <a:srgbClr val="91AEBE"/>
              </a:buClr>
              <a:buSzPts val="1550"/>
              <a:buFont typeface="Noto Sans Symbols"/>
              <a:buChar char="■"/>
            </a:pPr>
            <a:r>
              <a:rPr lang="en-US" sz="2800" b="0" i="0" u="none" strike="noStrike" cap="none">
                <a:latin typeface="Arial"/>
                <a:ea typeface="Arial"/>
                <a:cs typeface="Arial"/>
                <a:sym typeface="Arial"/>
              </a:rPr>
              <a:t>Assume Loop at location 80000</a:t>
            </a:r>
            <a:endParaRPr sz="2800" b="0" i="0" u="none" strike="noStrike" cap="none">
              <a:latin typeface="Arial"/>
              <a:ea typeface="Arial"/>
              <a:cs typeface="Arial"/>
              <a:sym typeface="Arial"/>
            </a:endParaRPr>
          </a:p>
        </p:txBody>
      </p:sp>
      <p:graphicFrame>
        <p:nvGraphicFramePr>
          <p:cNvPr id="386" name="Google Shape;386;g32ff5fedeca_0_0"/>
          <p:cNvGraphicFramePr/>
          <p:nvPr/>
        </p:nvGraphicFramePr>
        <p:xfrm>
          <a:off x="677862" y="2701925"/>
          <a:ext cx="3000000" cy="3000000"/>
        </p:xfrm>
        <a:graphic>
          <a:graphicData uri="http://schemas.openxmlformats.org/drawingml/2006/table">
            <a:tbl>
              <a:tblPr firstRow="1" bandRow="1">
                <a:noFill/>
                <a:tableStyleId>{8C5AEACB-EF3A-419F-963F-C27BFC539E1D}</a:tableStyleId>
              </a:tblPr>
              <a:tblGrid>
                <a:gridCol w="850275">
                  <a:extLst>
                    <a:ext uri="{9D8B030D-6E8A-4147-A177-3AD203B41FA5}">
                      <a16:colId xmlns:a16="http://schemas.microsoft.com/office/drawing/2014/main" val="20000"/>
                    </a:ext>
                  </a:extLst>
                </a:gridCol>
                <a:gridCol w="690875">
                  <a:extLst>
                    <a:ext uri="{9D8B030D-6E8A-4147-A177-3AD203B41FA5}">
                      <a16:colId xmlns:a16="http://schemas.microsoft.com/office/drawing/2014/main" val="20001"/>
                    </a:ext>
                  </a:extLst>
                </a:gridCol>
                <a:gridCol w="690875">
                  <a:extLst>
                    <a:ext uri="{9D8B030D-6E8A-4147-A177-3AD203B41FA5}">
                      <a16:colId xmlns:a16="http://schemas.microsoft.com/office/drawing/2014/main" val="20002"/>
                    </a:ext>
                  </a:extLst>
                </a:gridCol>
                <a:gridCol w="1422400">
                  <a:extLst>
                    <a:ext uri="{9D8B030D-6E8A-4147-A177-3AD203B41FA5}">
                      <a16:colId xmlns:a16="http://schemas.microsoft.com/office/drawing/2014/main" val="20003"/>
                    </a:ext>
                  </a:extLst>
                </a:gridCol>
                <a:gridCol w="883275">
                  <a:extLst>
                    <a:ext uri="{9D8B030D-6E8A-4147-A177-3AD203B41FA5}">
                      <a16:colId xmlns:a16="http://schemas.microsoft.com/office/drawing/2014/main" val="20004"/>
                    </a:ext>
                  </a:extLst>
                </a:gridCol>
                <a:gridCol w="611500">
                  <a:extLst>
                    <a:ext uri="{9D8B030D-6E8A-4147-A177-3AD203B41FA5}">
                      <a16:colId xmlns:a16="http://schemas.microsoft.com/office/drawing/2014/main" val="20005"/>
                    </a:ext>
                  </a:extLst>
                </a:gridCol>
                <a:gridCol w="611500">
                  <a:extLst>
                    <a:ext uri="{9D8B030D-6E8A-4147-A177-3AD203B41FA5}">
                      <a16:colId xmlns:a16="http://schemas.microsoft.com/office/drawing/2014/main" val="20006"/>
                    </a:ext>
                  </a:extLst>
                </a:gridCol>
                <a:gridCol w="611500">
                  <a:extLst>
                    <a:ext uri="{9D8B030D-6E8A-4147-A177-3AD203B41FA5}">
                      <a16:colId xmlns:a16="http://schemas.microsoft.com/office/drawing/2014/main" val="20007"/>
                    </a:ext>
                  </a:extLst>
                </a:gridCol>
                <a:gridCol w="611500">
                  <a:extLst>
                    <a:ext uri="{9D8B030D-6E8A-4147-A177-3AD203B41FA5}">
                      <a16:colId xmlns:a16="http://schemas.microsoft.com/office/drawing/2014/main" val="20008"/>
                    </a:ext>
                  </a:extLst>
                </a:gridCol>
                <a:gridCol w="611500">
                  <a:extLst>
                    <a:ext uri="{9D8B030D-6E8A-4147-A177-3AD203B41FA5}">
                      <a16:colId xmlns:a16="http://schemas.microsoft.com/office/drawing/2014/main" val="20009"/>
                    </a:ext>
                  </a:extLst>
                </a:gridCol>
                <a:gridCol w="611500">
                  <a:extLst>
                    <a:ext uri="{9D8B030D-6E8A-4147-A177-3AD203B41FA5}">
                      <a16:colId xmlns:a16="http://schemas.microsoft.com/office/drawing/2014/main" val="20010"/>
                    </a:ext>
                  </a:extLst>
                </a:gridCol>
              </a:tblGrid>
              <a:tr h="422275">
                <a:tc>
                  <a:txBody>
                    <a:bodyPr/>
                    <a:lstStyle/>
                    <a:p>
                      <a:pPr marL="0" marR="61593" lvl="0" indent="0" algn="r" rtl="0">
                        <a:lnSpc>
                          <a:spcPct val="100000"/>
                        </a:lnSpc>
                        <a:spcBef>
                          <a:spcPts val="0"/>
                        </a:spcBef>
                        <a:spcAft>
                          <a:spcPts val="0"/>
                        </a:spcAft>
                        <a:buNone/>
                      </a:pPr>
                      <a:r>
                        <a:rPr lang="en-US" sz="1800" u="none" strike="noStrike" cap="none">
                          <a:latin typeface="Courier"/>
                          <a:ea typeface="Courier"/>
                          <a:cs typeface="Courier"/>
                          <a:sym typeface="Courier"/>
                        </a:rPr>
                        <a:t>Loop:</a:t>
                      </a:r>
                      <a:endParaRPr sz="1800" u="none" strike="noStrike" cap="none">
                        <a:latin typeface="Courier"/>
                        <a:ea typeface="Courier"/>
                        <a:cs typeface="Courier"/>
                        <a:sym typeface="Courier"/>
                      </a:endParaRPr>
                    </a:p>
                  </a:txBody>
                  <a:tcPr marL="0" marR="0" marT="33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sll</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Courier"/>
                          <a:ea typeface="Courier"/>
                          <a:cs typeface="Courier"/>
                          <a:sym typeface="Courier"/>
                        </a:rPr>
                        <a:t>$t1,</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$s3, 2</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80000</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1800" u="none" strike="noStrike" cap="none">
                          <a:latin typeface="Arial"/>
                          <a:ea typeface="Arial"/>
                          <a:cs typeface="Arial"/>
                          <a:sym typeface="Arial"/>
                        </a:rPr>
                        <a:t>19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4</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20750">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add</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Courier"/>
                          <a:ea typeface="Courier"/>
                          <a:cs typeface="Courier"/>
                          <a:sym typeface="Courier"/>
                        </a:rPr>
                        <a:t>$t1,</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$t1, $s6</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80004</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1800" u="none" strike="noStrike" cap="none">
                          <a:latin typeface="Arial"/>
                          <a:ea typeface="Arial"/>
                          <a:cs typeface="Arial"/>
                          <a:sym typeface="Arial"/>
                        </a:rPr>
                        <a:t>22</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1800" u="none" strike="noStrike" cap="none">
                          <a:latin typeface="Arial"/>
                          <a:ea typeface="Arial"/>
                          <a:cs typeface="Arial"/>
                          <a:sym typeface="Arial"/>
                        </a:rPr>
                        <a:t>32</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22275">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lw</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Courier"/>
                          <a:ea typeface="Courier"/>
                          <a:cs typeface="Courier"/>
                          <a:sym typeface="Courier"/>
                        </a:rPr>
                        <a:t>$t0,</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0($t1)</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80008</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35</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8</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3">
                  <a:txBody>
                    <a:bodyPr/>
                    <a:lstStyle/>
                    <a:p>
                      <a:pPr marL="1270" marR="0" lvl="0" indent="0" algn="ctr" rtl="0">
                        <a:lnSpc>
                          <a:spcPct val="100000"/>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422275">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bne</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Courier"/>
                          <a:ea typeface="Courier"/>
                          <a:cs typeface="Courier"/>
                          <a:sym typeface="Courier"/>
                        </a:rPr>
                        <a:t>$t0,</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$s5, Exit</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80012</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5</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8</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1800" u="none" strike="noStrike" cap="none">
                          <a:latin typeface="Arial"/>
                          <a:ea typeface="Arial"/>
                          <a:cs typeface="Arial"/>
                          <a:sym typeface="Arial"/>
                        </a:rPr>
                        <a:t>21</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3">
                  <a:txBody>
                    <a:bodyPr/>
                    <a:lstStyle/>
                    <a:p>
                      <a:pPr marL="1270" marR="0" lvl="0" indent="0" algn="ctr" rtl="0">
                        <a:lnSpc>
                          <a:spcPct val="100000"/>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22275">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addi</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Courier"/>
                          <a:ea typeface="Courier"/>
                          <a:cs typeface="Courier"/>
                          <a:sym typeface="Courier"/>
                        </a:rPr>
                        <a:t>$s3,</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$s3, 1</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80016</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8</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1800" u="none" strike="noStrike" cap="none">
                          <a:latin typeface="Arial"/>
                          <a:ea typeface="Arial"/>
                          <a:cs typeface="Arial"/>
                          <a:sym typeface="Arial"/>
                        </a:rPr>
                        <a:t>19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635" marR="0" lvl="0" indent="0" algn="ctr" rtl="0">
                        <a:lnSpc>
                          <a:spcPct val="100000"/>
                        </a:lnSpc>
                        <a:spcBef>
                          <a:spcPts val="0"/>
                        </a:spcBef>
                        <a:spcAft>
                          <a:spcPts val="0"/>
                        </a:spcAft>
                        <a:buNone/>
                      </a:pPr>
                      <a:r>
                        <a:rPr lang="en-US" sz="1800" u="none" strike="noStrike" cap="none">
                          <a:latin typeface="Arial"/>
                          <a:ea typeface="Arial"/>
                          <a:cs typeface="Arial"/>
                          <a:sym typeface="Arial"/>
                        </a:rPr>
                        <a:t>19</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3">
                  <a:txBody>
                    <a:bodyPr/>
                    <a:lstStyle/>
                    <a:p>
                      <a:pPr marL="1270" marR="0" lvl="0" indent="0" algn="ctr" rtl="0">
                        <a:lnSpc>
                          <a:spcPct val="100000"/>
                        </a:lnSpc>
                        <a:spcBef>
                          <a:spcPts val="0"/>
                        </a:spcBef>
                        <a:spcAft>
                          <a:spcPts val="0"/>
                        </a:spcAft>
                        <a:buNone/>
                      </a:pPr>
                      <a:r>
                        <a:rPr lang="en-US" sz="1800" u="none" strike="noStrike" cap="none">
                          <a:latin typeface="Arial"/>
                          <a:ea typeface="Arial"/>
                          <a:cs typeface="Arial"/>
                          <a:sym typeface="Arial"/>
                        </a:rPr>
                        <a:t>1</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420625">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j</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Courier"/>
                          <a:ea typeface="Courier"/>
                          <a:cs typeface="Courier"/>
                          <a:sym typeface="Courier"/>
                        </a:rPr>
                        <a:t>Loop</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80020</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gridSpan="5">
                  <a:txBody>
                    <a:bodyPr/>
                    <a:lstStyle/>
                    <a:p>
                      <a:pPr marL="1270" marR="0" lvl="0" indent="0" algn="ctr" rtl="0">
                        <a:lnSpc>
                          <a:spcPct val="100000"/>
                        </a:lnSpc>
                        <a:spcBef>
                          <a:spcPts val="0"/>
                        </a:spcBef>
                        <a:spcAft>
                          <a:spcPts val="0"/>
                        </a:spcAft>
                        <a:buNone/>
                      </a:pPr>
                      <a:r>
                        <a:rPr lang="en-US" sz="1800" u="none" strike="noStrike" cap="none">
                          <a:latin typeface="Arial"/>
                          <a:ea typeface="Arial"/>
                          <a:cs typeface="Arial"/>
                          <a:sym typeface="Arial"/>
                        </a:rPr>
                        <a:t>20000</a:t>
                      </a:r>
                      <a:endParaRPr sz="1800" u="none" strike="noStrike" cap="none">
                        <a:latin typeface="Arial"/>
                        <a:ea typeface="Arial"/>
                        <a:cs typeface="Arial"/>
                        <a:sym typeface="Arial"/>
                      </a:endParaRPr>
                    </a:p>
                  </a:txBody>
                  <a:tcPr marL="0" marR="0" marT="400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422275">
                <a:tc>
                  <a:txBody>
                    <a:bodyPr/>
                    <a:lstStyle/>
                    <a:p>
                      <a:pPr marL="0" marR="61593" lvl="0" indent="0" algn="r" rtl="0">
                        <a:lnSpc>
                          <a:spcPct val="100000"/>
                        </a:lnSpc>
                        <a:spcBef>
                          <a:spcPts val="0"/>
                        </a:spcBef>
                        <a:spcAft>
                          <a:spcPts val="0"/>
                        </a:spcAft>
                        <a:buNone/>
                      </a:pPr>
                      <a:r>
                        <a:rPr lang="en-US" sz="1800" u="none" strike="noStrike" cap="none">
                          <a:latin typeface="Courier"/>
                          <a:ea typeface="Courier"/>
                          <a:cs typeface="Courier"/>
                          <a:sym typeface="Courier"/>
                        </a:rPr>
                        <a:t>Exit:</a:t>
                      </a:r>
                      <a:endParaRPr sz="1800" u="none" strike="noStrike" cap="none">
                        <a:latin typeface="Courier"/>
                        <a:ea typeface="Courier"/>
                        <a:cs typeface="Courier"/>
                        <a:sym typeface="Courier"/>
                      </a:endParaRPr>
                    </a:p>
                  </a:txBody>
                  <a:tcPr marL="0" marR="0" marT="33650" marB="0">
                    <a:lnL w="12700" cap="flat" cmpd="sng">
                      <a:solidFill>
                        <a:srgbClr val="FFFFFF"/>
                      </a:solidFill>
                      <a:prstDash val="solid"/>
                      <a:round/>
                      <a:headEnd type="none" w="sm" len="sm"/>
                      <a:tailEnd type="none" w="sm" len="sm"/>
                    </a:lnL>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69215" marR="0" lvl="0" indent="0" algn="l" rtl="0">
                        <a:lnSpc>
                          <a:spcPct val="100000"/>
                        </a:lnSpc>
                        <a:spcBef>
                          <a:spcPts val="0"/>
                        </a:spcBef>
                        <a:spcAft>
                          <a:spcPts val="0"/>
                        </a:spcAft>
                        <a:buNone/>
                      </a:pPr>
                      <a:r>
                        <a:rPr lang="en-US" sz="1800" u="none" strike="noStrike" cap="none">
                          <a:latin typeface="Courier"/>
                          <a:ea typeface="Courier"/>
                          <a:cs typeface="Courier"/>
                          <a:sym typeface="Courier"/>
                        </a:rPr>
                        <a:t>…</a:t>
                      </a:r>
                      <a:endParaRPr sz="1800" u="none" strike="noStrike" cap="none">
                        <a:latin typeface="Courier"/>
                        <a:ea typeface="Courier"/>
                        <a:cs typeface="Courier"/>
                        <a:sym typeface="Courier"/>
                      </a:endParaRPr>
                    </a:p>
                  </a:txBody>
                  <a:tcPr marL="0" marR="0" marT="3365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a:txBody>
                    <a:bodyPr/>
                    <a:lstStyle/>
                    <a:p>
                      <a:pPr marL="0" marR="17145" lvl="0" indent="0" algn="ctr" rtl="0">
                        <a:lnSpc>
                          <a:spcPct val="100000"/>
                        </a:lnSpc>
                        <a:spcBef>
                          <a:spcPts val="0"/>
                        </a:spcBef>
                        <a:spcAft>
                          <a:spcPts val="0"/>
                        </a:spcAft>
                        <a:buNone/>
                      </a:pPr>
                      <a:r>
                        <a:rPr lang="en-US" sz="1800" u="none" strike="noStrike" cap="none">
                          <a:latin typeface="Arial"/>
                          <a:ea typeface="Arial"/>
                          <a:cs typeface="Arial"/>
                          <a:sym typeface="Arial"/>
                        </a:rPr>
                        <a:t>80024</a:t>
                      </a:r>
                      <a:endParaRPr sz="1800" u="none" strike="noStrike" cap="none">
                        <a:latin typeface="Arial"/>
                        <a:ea typeface="Arial"/>
                        <a:cs typeface="Arial"/>
                        <a:sym typeface="Arial"/>
                      </a:endParaRPr>
                    </a:p>
                  </a:txBody>
                  <a:tcPr marL="0" marR="0" marT="40000" marB="0">
                    <a:lnR w="12700" cap="flat" cmpd="sng">
                      <a:solidFill>
                        <a:srgbClr val="000000"/>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tcPr>
                </a:tc>
                <a:tc gridSpan="6">
                  <a:txBody>
                    <a:bodyPr/>
                    <a:lstStyle/>
                    <a:p>
                      <a:pPr marL="0" marR="0" lvl="0" indent="0" algn="l" rtl="0">
                        <a:lnSpc>
                          <a:spcPct val="100000"/>
                        </a:lnSpc>
                        <a:spcBef>
                          <a:spcPts val="0"/>
                        </a:spcBef>
                        <a:spcAft>
                          <a:spcPts val="0"/>
                        </a:spcAft>
                        <a:buNone/>
                      </a:pPr>
                      <a:endParaRPr sz="21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
        <p:nvSpPr>
          <p:cNvPr id="387" name="Google Shape;387;g32ff5fedeca_0_0"/>
          <p:cNvSpPr/>
          <p:nvPr/>
        </p:nvSpPr>
        <p:spPr>
          <a:xfrm>
            <a:off x="5004054" y="2996945"/>
            <a:ext cx="2886709" cy="2310765"/>
          </a:xfrm>
          <a:custGeom>
            <a:avLst/>
            <a:gdLst/>
            <a:ahLst/>
            <a:cxnLst/>
            <a:rect l="l" t="t" r="r" b="b"/>
            <a:pathLst>
              <a:path w="2886709" h="2310765" extrusionOk="0">
                <a:moveTo>
                  <a:pt x="92075" y="30734"/>
                </a:moveTo>
                <a:lnTo>
                  <a:pt x="0" y="0"/>
                </a:lnTo>
                <a:lnTo>
                  <a:pt x="30734" y="92075"/>
                </a:lnTo>
                <a:lnTo>
                  <a:pt x="92075" y="30734"/>
                </a:lnTo>
                <a:close/>
              </a:path>
              <a:path w="2886709" h="2310765" extrusionOk="0">
                <a:moveTo>
                  <a:pt x="101854" y="81407"/>
                </a:moveTo>
                <a:lnTo>
                  <a:pt x="81407" y="60833"/>
                </a:lnTo>
                <a:lnTo>
                  <a:pt x="60833" y="81407"/>
                </a:lnTo>
                <a:lnTo>
                  <a:pt x="81407" y="101854"/>
                </a:lnTo>
                <a:lnTo>
                  <a:pt x="101854" y="81407"/>
                </a:lnTo>
                <a:close/>
              </a:path>
              <a:path w="2886709" h="2310765" extrusionOk="0">
                <a:moveTo>
                  <a:pt x="142748" y="122301"/>
                </a:moveTo>
                <a:lnTo>
                  <a:pt x="122301" y="101854"/>
                </a:lnTo>
                <a:lnTo>
                  <a:pt x="101854" y="122301"/>
                </a:lnTo>
                <a:lnTo>
                  <a:pt x="122301" y="142748"/>
                </a:lnTo>
                <a:lnTo>
                  <a:pt x="142748" y="122301"/>
                </a:lnTo>
                <a:close/>
              </a:path>
              <a:path w="2886709" h="2310765" extrusionOk="0">
                <a:moveTo>
                  <a:pt x="170053" y="2310765"/>
                </a:moveTo>
                <a:lnTo>
                  <a:pt x="161277" y="2289429"/>
                </a:lnTo>
                <a:lnTo>
                  <a:pt x="148920" y="2259330"/>
                </a:lnTo>
                <a:lnTo>
                  <a:pt x="137033" y="2230374"/>
                </a:lnTo>
                <a:lnTo>
                  <a:pt x="73152" y="2303526"/>
                </a:lnTo>
                <a:lnTo>
                  <a:pt x="170053" y="2310765"/>
                </a:lnTo>
                <a:close/>
              </a:path>
              <a:path w="2886709" h="2310765" extrusionOk="0">
                <a:moveTo>
                  <a:pt x="183769" y="163322"/>
                </a:moveTo>
                <a:lnTo>
                  <a:pt x="163322" y="142748"/>
                </a:lnTo>
                <a:lnTo>
                  <a:pt x="142748" y="163322"/>
                </a:lnTo>
                <a:lnTo>
                  <a:pt x="163322" y="183769"/>
                </a:lnTo>
                <a:lnTo>
                  <a:pt x="183769" y="163322"/>
                </a:lnTo>
                <a:close/>
              </a:path>
              <a:path w="2886709" h="2310765" extrusionOk="0">
                <a:moveTo>
                  <a:pt x="207264" y="2264283"/>
                </a:moveTo>
                <a:lnTo>
                  <a:pt x="196215" y="2237486"/>
                </a:lnTo>
                <a:lnTo>
                  <a:pt x="169418" y="2248408"/>
                </a:lnTo>
                <a:lnTo>
                  <a:pt x="180467" y="2275205"/>
                </a:lnTo>
                <a:lnTo>
                  <a:pt x="207264" y="2264283"/>
                </a:lnTo>
                <a:close/>
              </a:path>
              <a:path w="2886709" h="2310765" extrusionOk="0">
                <a:moveTo>
                  <a:pt x="224663" y="204216"/>
                </a:moveTo>
                <a:lnTo>
                  <a:pt x="204216" y="183769"/>
                </a:lnTo>
                <a:lnTo>
                  <a:pt x="183769" y="204216"/>
                </a:lnTo>
                <a:lnTo>
                  <a:pt x="204216" y="224663"/>
                </a:lnTo>
                <a:lnTo>
                  <a:pt x="224663" y="204216"/>
                </a:lnTo>
                <a:close/>
              </a:path>
              <a:path w="2886709" h="2310765" extrusionOk="0">
                <a:moveTo>
                  <a:pt x="260858" y="2242312"/>
                </a:moveTo>
                <a:lnTo>
                  <a:pt x="249809" y="2215515"/>
                </a:lnTo>
                <a:lnTo>
                  <a:pt x="223012" y="2226437"/>
                </a:lnTo>
                <a:lnTo>
                  <a:pt x="234061" y="2253234"/>
                </a:lnTo>
                <a:lnTo>
                  <a:pt x="260858" y="2242312"/>
                </a:lnTo>
                <a:close/>
              </a:path>
              <a:path w="2886709" h="2310765" extrusionOk="0">
                <a:moveTo>
                  <a:pt x="265684" y="245110"/>
                </a:moveTo>
                <a:lnTo>
                  <a:pt x="245110" y="224663"/>
                </a:lnTo>
                <a:lnTo>
                  <a:pt x="224663" y="245110"/>
                </a:lnTo>
                <a:lnTo>
                  <a:pt x="245110" y="265684"/>
                </a:lnTo>
                <a:lnTo>
                  <a:pt x="265684" y="245110"/>
                </a:lnTo>
                <a:close/>
              </a:path>
              <a:path w="2886709" h="2310765" extrusionOk="0">
                <a:moveTo>
                  <a:pt x="306578" y="286131"/>
                </a:moveTo>
                <a:lnTo>
                  <a:pt x="286131" y="265684"/>
                </a:lnTo>
                <a:lnTo>
                  <a:pt x="265684" y="286131"/>
                </a:lnTo>
                <a:lnTo>
                  <a:pt x="286131" y="306578"/>
                </a:lnTo>
                <a:lnTo>
                  <a:pt x="306578" y="286131"/>
                </a:lnTo>
                <a:close/>
              </a:path>
              <a:path w="2886709" h="2310765" extrusionOk="0">
                <a:moveTo>
                  <a:pt x="314452" y="2220341"/>
                </a:moveTo>
                <a:lnTo>
                  <a:pt x="303403" y="2193544"/>
                </a:lnTo>
                <a:lnTo>
                  <a:pt x="276606" y="2204466"/>
                </a:lnTo>
                <a:lnTo>
                  <a:pt x="287655" y="2231263"/>
                </a:lnTo>
                <a:lnTo>
                  <a:pt x="314452" y="2220341"/>
                </a:lnTo>
                <a:close/>
              </a:path>
              <a:path w="2886709" h="2310765" extrusionOk="0">
                <a:moveTo>
                  <a:pt x="347599" y="327025"/>
                </a:moveTo>
                <a:lnTo>
                  <a:pt x="327025" y="306578"/>
                </a:lnTo>
                <a:lnTo>
                  <a:pt x="306578" y="327025"/>
                </a:lnTo>
                <a:lnTo>
                  <a:pt x="327025" y="347599"/>
                </a:lnTo>
                <a:lnTo>
                  <a:pt x="347599" y="327025"/>
                </a:lnTo>
                <a:close/>
              </a:path>
              <a:path w="2886709" h="2310765" extrusionOk="0">
                <a:moveTo>
                  <a:pt x="368046" y="2198382"/>
                </a:moveTo>
                <a:lnTo>
                  <a:pt x="356997" y="2171573"/>
                </a:lnTo>
                <a:lnTo>
                  <a:pt x="330200" y="2182495"/>
                </a:lnTo>
                <a:lnTo>
                  <a:pt x="341249" y="2209292"/>
                </a:lnTo>
                <a:lnTo>
                  <a:pt x="368046" y="2198382"/>
                </a:lnTo>
                <a:close/>
              </a:path>
              <a:path w="2886709" h="2310765" extrusionOk="0">
                <a:moveTo>
                  <a:pt x="388493" y="368046"/>
                </a:moveTo>
                <a:lnTo>
                  <a:pt x="368046" y="347599"/>
                </a:lnTo>
                <a:lnTo>
                  <a:pt x="347599" y="368046"/>
                </a:lnTo>
                <a:lnTo>
                  <a:pt x="368046" y="388493"/>
                </a:lnTo>
                <a:lnTo>
                  <a:pt x="388493" y="368046"/>
                </a:lnTo>
                <a:close/>
              </a:path>
              <a:path w="2886709" h="2310765" extrusionOk="0">
                <a:moveTo>
                  <a:pt x="421640" y="2176399"/>
                </a:moveTo>
                <a:lnTo>
                  <a:pt x="410591" y="2149602"/>
                </a:lnTo>
                <a:lnTo>
                  <a:pt x="383794" y="2160524"/>
                </a:lnTo>
                <a:lnTo>
                  <a:pt x="394843" y="2187321"/>
                </a:lnTo>
                <a:lnTo>
                  <a:pt x="421640" y="2176399"/>
                </a:lnTo>
                <a:close/>
              </a:path>
              <a:path w="2886709" h="2310765" extrusionOk="0">
                <a:moveTo>
                  <a:pt x="429387" y="408940"/>
                </a:moveTo>
                <a:lnTo>
                  <a:pt x="408940" y="388493"/>
                </a:lnTo>
                <a:lnTo>
                  <a:pt x="388493" y="408940"/>
                </a:lnTo>
                <a:lnTo>
                  <a:pt x="408940" y="429387"/>
                </a:lnTo>
                <a:lnTo>
                  <a:pt x="429387" y="408940"/>
                </a:lnTo>
                <a:close/>
              </a:path>
              <a:path w="2886709" h="2310765" extrusionOk="0">
                <a:moveTo>
                  <a:pt x="470408" y="449961"/>
                </a:moveTo>
                <a:lnTo>
                  <a:pt x="449961" y="429387"/>
                </a:lnTo>
                <a:lnTo>
                  <a:pt x="429387" y="449961"/>
                </a:lnTo>
                <a:lnTo>
                  <a:pt x="449961" y="470408"/>
                </a:lnTo>
                <a:lnTo>
                  <a:pt x="470408" y="449961"/>
                </a:lnTo>
                <a:close/>
              </a:path>
              <a:path w="2886709" h="2310765" extrusionOk="0">
                <a:moveTo>
                  <a:pt x="475234" y="2154428"/>
                </a:moveTo>
                <a:lnTo>
                  <a:pt x="464185" y="2127631"/>
                </a:lnTo>
                <a:lnTo>
                  <a:pt x="437388" y="2138680"/>
                </a:lnTo>
                <a:lnTo>
                  <a:pt x="448437" y="2165350"/>
                </a:lnTo>
                <a:lnTo>
                  <a:pt x="475234" y="2154428"/>
                </a:lnTo>
                <a:close/>
              </a:path>
              <a:path w="2886709" h="2310765" extrusionOk="0">
                <a:moveTo>
                  <a:pt x="511302" y="490855"/>
                </a:moveTo>
                <a:lnTo>
                  <a:pt x="490855" y="470408"/>
                </a:lnTo>
                <a:lnTo>
                  <a:pt x="470408" y="490855"/>
                </a:lnTo>
                <a:lnTo>
                  <a:pt x="490855" y="511302"/>
                </a:lnTo>
                <a:lnTo>
                  <a:pt x="511302" y="490855"/>
                </a:lnTo>
                <a:close/>
              </a:path>
              <a:path w="2886709" h="2310765" extrusionOk="0">
                <a:moveTo>
                  <a:pt x="528701" y="2132457"/>
                </a:moveTo>
                <a:lnTo>
                  <a:pt x="517779" y="2105660"/>
                </a:lnTo>
                <a:lnTo>
                  <a:pt x="490982" y="2116709"/>
                </a:lnTo>
                <a:lnTo>
                  <a:pt x="502031" y="2143506"/>
                </a:lnTo>
                <a:lnTo>
                  <a:pt x="528701" y="2132457"/>
                </a:lnTo>
                <a:close/>
              </a:path>
              <a:path w="2886709" h="2310765" extrusionOk="0">
                <a:moveTo>
                  <a:pt x="552323" y="531876"/>
                </a:moveTo>
                <a:lnTo>
                  <a:pt x="531876" y="511302"/>
                </a:lnTo>
                <a:lnTo>
                  <a:pt x="511302" y="531876"/>
                </a:lnTo>
                <a:lnTo>
                  <a:pt x="531876" y="552335"/>
                </a:lnTo>
                <a:lnTo>
                  <a:pt x="552323" y="531876"/>
                </a:lnTo>
                <a:close/>
              </a:path>
              <a:path w="2886709" h="2310765" extrusionOk="0">
                <a:moveTo>
                  <a:pt x="582295" y="2110486"/>
                </a:moveTo>
                <a:lnTo>
                  <a:pt x="571373" y="2083689"/>
                </a:lnTo>
                <a:lnTo>
                  <a:pt x="544576" y="2094738"/>
                </a:lnTo>
                <a:lnTo>
                  <a:pt x="555498" y="2121535"/>
                </a:lnTo>
                <a:lnTo>
                  <a:pt x="582295" y="2110486"/>
                </a:lnTo>
                <a:close/>
              </a:path>
              <a:path w="2886709" h="2310765" extrusionOk="0">
                <a:moveTo>
                  <a:pt x="593217" y="572770"/>
                </a:moveTo>
                <a:lnTo>
                  <a:pt x="572770" y="552335"/>
                </a:lnTo>
                <a:lnTo>
                  <a:pt x="552323" y="572770"/>
                </a:lnTo>
                <a:lnTo>
                  <a:pt x="572770" y="593217"/>
                </a:lnTo>
                <a:lnTo>
                  <a:pt x="593217" y="572770"/>
                </a:lnTo>
                <a:close/>
              </a:path>
              <a:path w="2886709" h="2310765" extrusionOk="0">
                <a:moveTo>
                  <a:pt x="634238" y="613664"/>
                </a:moveTo>
                <a:lnTo>
                  <a:pt x="613664" y="593217"/>
                </a:lnTo>
                <a:lnTo>
                  <a:pt x="593217" y="613664"/>
                </a:lnTo>
                <a:lnTo>
                  <a:pt x="613664" y="634238"/>
                </a:lnTo>
                <a:lnTo>
                  <a:pt x="634238" y="613664"/>
                </a:lnTo>
                <a:close/>
              </a:path>
              <a:path w="2886709" h="2310765" extrusionOk="0">
                <a:moveTo>
                  <a:pt x="635889" y="2088515"/>
                </a:moveTo>
                <a:lnTo>
                  <a:pt x="624967" y="2061718"/>
                </a:lnTo>
                <a:lnTo>
                  <a:pt x="598170" y="2072767"/>
                </a:lnTo>
                <a:lnTo>
                  <a:pt x="609092" y="2099564"/>
                </a:lnTo>
                <a:lnTo>
                  <a:pt x="635889" y="2088515"/>
                </a:lnTo>
                <a:close/>
              </a:path>
              <a:path w="2886709" h="2310765" extrusionOk="0">
                <a:moveTo>
                  <a:pt x="675132" y="654685"/>
                </a:moveTo>
                <a:lnTo>
                  <a:pt x="654685" y="634238"/>
                </a:lnTo>
                <a:lnTo>
                  <a:pt x="634238" y="654685"/>
                </a:lnTo>
                <a:lnTo>
                  <a:pt x="654685" y="675132"/>
                </a:lnTo>
                <a:lnTo>
                  <a:pt x="675132" y="654685"/>
                </a:lnTo>
                <a:close/>
              </a:path>
              <a:path w="2886709" h="2310765" extrusionOk="0">
                <a:moveTo>
                  <a:pt x="689483" y="2066544"/>
                </a:moveTo>
                <a:lnTo>
                  <a:pt x="678561" y="2039747"/>
                </a:lnTo>
                <a:lnTo>
                  <a:pt x="651764" y="2050796"/>
                </a:lnTo>
                <a:lnTo>
                  <a:pt x="662686" y="2077593"/>
                </a:lnTo>
                <a:lnTo>
                  <a:pt x="689483" y="2066544"/>
                </a:lnTo>
                <a:close/>
              </a:path>
              <a:path w="2886709" h="2310765" extrusionOk="0">
                <a:moveTo>
                  <a:pt x="716153" y="695579"/>
                </a:moveTo>
                <a:lnTo>
                  <a:pt x="695579" y="675132"/>
                </a:lnTo>
                <a:lnTo>
                  <a:pt x="675132" y="695579"/>
                </a:lnTo>
                <a:lnTo>
                  <a:pt x="695579" y="716153"/>
                </a:lnTo>
                <a:lnTo>
                  <a:pt x="716153" y="695579"/>
                </a:lnTo>
                <a:close/>
              </a:path>
              <a:path w="2886709" h="2310765" extrusionOk="0">
                <a:moveTo>
                  <a:pt x="743077" y="2044700"/>
                </a:moveTo>
                <a:lnTo>
                  <a:pt x="732155" y="2017903"/>
                </a:lnTo>
                <a:lnTo>
                  <a:pt x="705358" y="2028825"/>
                </a:lnTo>
                <a:lnTo>
                  <a:pt x="716280" y="2055622"/>
                </a:lnTo>
                <a:lnTo>
                  <a:pt x="743077" y="2044700"/>
                </a:lnTo>
                <a:close/>
              </a:path>
              <a:path w="2886709" h="2310765" extrusionOk="0">
                <a:moveTo>
                  <a:pt x="757047" y="736600"/>
                </a:moveTo>
                <a:lnTo>
                  <a:pt x="736600" y="716153"/>
                </a:lnTo>
                <a:lnTo>
                  <a:pt x="716153" y="736600"/>
                </a:lnTo>
                <a:lnTo>
                  <a:pt x="736600" y="757047"/>
                </a:lnTo>
                <a:lnTo>
                  <a:pt x="757047" y="736600"/>
                </a:lnTo>
                <a:close/>
              </a:path>
              <a:path w="2886709" h="2310765" extrusionOk="0">
                <a:moveTo>
                  <a:pt x="796671" y="2022729"/>
                </a:moveTo>
                <a:lnTo>
                  <a:pt x="785749" y="1995932"/>
                </a:lnTo>
                <a:lnTo>
                  <a:pt x="758952" y="2006854"/>
                </a:lnTo>
                <a:lnTo>
                  <a:pt x="769874" y="2033651"/>
                </a:lnTo>
                <a:lnTo>
                  <a:pt x="796671" y="2022729"/>
                </a:lnTo>
                <a:close/>
              </a:path>
              <a:path w="2886709" h="2310765" extrusionOk="0">
                <a:moveTo>
                  <a:pt x="797941" y="777494"/>
                </a:moveTo>
                <a:lnTo>
                  <a:pt x="777494" y="757047"/>
                </a:lnTo>
                <a:lnTo>
                  <a:pt x="757047" y="777494"/>
                </a:lnTo>
                <a:lnTo>
                  <a:pt x="777494" y="797941"/>
                </a:lnTo>
                <a:lnTo>
                  <a:pt x="797941" y="777494"/>
                </a:lnTo>
                <a:close/>
              </a:path>
              <a:path w="2886709" h="2310765" extrusionOk="0">
                <a:moveTo>
                  <a:pt x="838962" y="818515"/>
                </a:moveTo>
                <a:lnTo>
                  <a:pt x="818515" y="797941"/>
                </a:lnTo>
                <a:lnTo>
                  <a:pt x="797941" y="818515"/>
                </a:lnTo>
                <a:lnTo>
                  <a:pt x="818515" y="838962"/>
                </a:lnTo>
                <a:lnTo>
                  <a:pt x="838962" y="818515"/>
                </a:lnTo>
                <a:close/>
              </a:path>
              <a:path w="2886709" h="2310765" extrusionOk="0">
                <a:moveTo>
                  <a:pt x="850265" y="2000758"/>
                </a:moveTo>
                <a:lnTo>
                  <a:pt x="839343" y="1973961"/>
                </a:lnTo>
                <a:lnTo>
                  <a:pt x="812546" y="1984883"/>
                </a:lnTo>
                <a:lnTo>
                  <a:pt x="823468" y="2011680"/>
                </a:lnTo>
                <a:lnTo>
                  <a:pt x="850265" y="2000758"/>
                </a:lnTo>
                <a:close/>
              </a:path>
              <a:path w="2886709" h="2310765" extrusionOk="0">
                <a:moveTo>
                  <a:pt x="879856" y="859409"/>
                </a:moveTo>
                <a:lnTo>
                  <a:pt x="859409" y="838962"/>
                </a:lnTo>
                <a:lnTo>
                  <a:pt x="838962" y="859409"/>
                </a:lnTo>
                <a:lnTo>
                  <a:pt x="859409" y="879856"/>
                </a:lnTo>
                <a:lnTo>
                  <a:pt x="879856" y="859409"/>
                </a:lnTo>
                <a:close/>
              </a:path>
              <a:path w="2886709" h="2310765" extrusionOk="0">
                <a:moveTo>
                  <a:pt x="903859" y="1978787"/>
                </a:moveTo>
                <a:lnTo>
                  <a:pt x="892937" y="1951990"/>
                </a:lnTo>
                <a:lnTo>
                  <a:pt x="866140" y="1962912"/>
                </a:lnTo>
                <a:lnTo>
                  <a:pt x="877062" y="1989709"/>
                </a:lnTo>
                <a:lnTo>
                  <a:pt x="903859" y="1978787"/>
                </a:lnTo>
                <a:close/>
              </a:path>
              <a:path w="2886709" h="2310765" extrusionOk="0">
                <a:moveTo>
                  <a:pt x="920877" y="900303"/>
                </a:moveTo>
                <a:lnTo>
                  <a:pt x="900303" y="879856"/>
                </a:lnTo>
                <a:lnTo>
                  <a:pt x="879856" y="900303"/>
                </a:lnTo>
                <a:lnTo>
                  <a:pt x="900303" y="920877"/>
                </a:lnTo>
                <a:lnTo>
                  <a:pt x="920877" y="900303"/>
                </a:lnTo>
                <a:close/>
              </a:path>
              <a:path w="2886709" h="2310765" extrusionOk="0">
                <a:moveTo>
                  <a:pt x="957453" y="1956816"/>
                </a:moveTo>
                <a:lnTo>
                  <a:pt x="946531" y="1930019"/>
                </a:lnTo>
                <a:lnTo>
                  <a:pt x="919734" y="1940941"/>
                </a:lnTo>
                <a:lnTo>
                  <a:pt x="930656" y="1967738"/>
                </a:lnTo>
                <a:lnTo>
                  <a:pt x="957453" y="1956816"/>
                </a:lnTo>
                <a:close/>
              </a:path>
              <a:path w="2886709" h="2310765" extrusionOk="0">
                <a:moveTo>
                  <a:pt x="961771" y="941324"/>
                </a:moveTo>
                <a:lnTo>
                  <a:pt x="941324" y="920877"/>
                </a:lnTo>
                <a:lnTo>
                  <a:pt x="920877" y="941324"/>
                </a:lnTo>
                <a:lnTo>
                  <a:pt x="941324" y="961771"/>
                </a:lnTo>
                <a:lnTo>
                  <a:pt x="961771" y="941324"/>
                </a:lnTo>
                <a:close/>
              </a:path>
              <a:path w="2886709" h="2310765" extrusionOk="0">
                <a:moveTo>
                  <a:pt x="1002792" y="982218"/>
                </a:moveTo>
                <a:lnTo>
                  <a:pt x="982218" y="961771"/>
                </a:lnTo>
                <a:lnTo>
                  <a:pt x="961771" y="982218"/>
                </a:lnTo>
                <a:lnTo>
                  <a:pt x="982218" y="1002792"/>
                </a:lnTo>
                <a:lnTo>
                  <a:pt x="1002792" y="982218"/>
                </a:lnTo>
                <a:close/>
              </a:path>
              <a:path w="2886709" h="2310765" extrusionOk="0">
                <a:moveTo>
                  <a:pt x="1011047" y="1934845"/>
                </a:moveTo>
                <a:lnTo>
                  <a:pt x="1000125" y="1908048"/>
                </a:lnTo>
                <a:lnTo>
                  <a:pt x="973328" y="1918970"/>
                </a:lnTo>
                <a:lnTo>
                  <a:pt x="984250" y="1945767"/>
                </a:lnTo>
                <a:lnTo>
                  <a:pt x="1011047" y="1934845"/>
                </a:lnTo>
                <a:close/>
              </a:path>
              <a:path w="2886709" h="2310765" extrusionOk="0">
                <a:moveTo>
                  <a:pt x="1043686" y="1023239"/>
                </a:moveTo>
                <a:lnTo>
                  <a:pt x="1023239" y="1002792"/>
                </a:lnTo>
                <a:lnTo>
                  <a:pt x="1002792" y="1023239"/>
                </a:lnTo>
                <a:lnTo>
                  <a:pt x="1023239" y="1043686"/>
                </a:lnTo>
                <a:lnTo>
                  <a:pt x="1043686" y="1023239"/>
                </a:lnTo>
                <a:close/>
              </a:path>
              <a:path w="2886709" h="2310765" extrusionOk="0">
                <a:moveTo>
                  <a:pt x="1064641" y="1912874"/>
                </a:moveTo>
                <a:lnTo>
                  <a:pt x="1053719" y="1886077"/>
                </a:lnTo>
                <a:lnTo>
                  <a:pt x="1026922" y="1897126"/>
                </a:lnTo>
                <a:lnTo>
                  <a:pt x="1037844" y="1923923"/>
                </a:lnTo>
                <a:lnTo>
                  <a:pt x="1064641" y="1912874"/>
                </a:lnTo>
                <a:close/>
              </a:path>
              <a:path w="2886709" h="2310765" extrusionOk="0">
                <a:moveTo>
                  <a:pt x="1084580" y="1064133"/>
                </a:moveTo>
                <a:lnTo>
                  <a:pt x="1064133" y="1043686"/>
                </a:lnTo>
                <a:lnTo>
                  <a:pt x="1043686" y="1064133"/>
                </a:lnTo>
                <a:lnTo>
                  <a:pt x="1064133" y="1084580"/>
                </a:lnTo>
                <a:lnTo>
                  <a:pt x="1084580" y="1064133"/>
                </a:lnTo>
                <a:close/>
              </a:path>
              <a:path w="2886709" h="2310765" extrusionOk="0">
                <a:moveTo>
                  <a:pt x="1118235" y="1890903"/>
                </a:moveTo>
                <a:lnTo>
                  <a:pt x="1107186" y="1864106"/>
                </a:lnTo>
                <a:lnTo>
                  <a:pt x="1080516" y="1875155"/>
                </a:lnTo>
                <a:lnTo>
                  <a:pt x="1091438" y="1901952"/>
                </a:lnTo>
                <a:lnTo>
                  <a:pt x="1118235" y="1890903"/>
                </a:lnTo>
                <a:close/>
              </a:path>
              <a:path w="2886709" h="2310765" extrusionOk="0">
                <a:moveTo>
                  <a:pt x="1125601" y="1105154"/>
                </a:moveTo>
                <a:lnTo>
                  <a:pt x="1105154" y="1084580"/>
                </a:lnTo>
                <a:lnTo>
                  <a:pt x="1084580" y="1105154"/>
                </a:lnTo>
                <a:lnTo>
                  <a:pt x="1105154" y="1125601"/>
                </a:lnTo>
                <a:lnTo>
                  <a:pt x="1125601" y="1105154"/>
                </a:lnTo>
                <a:close/>
              </a:path>
              <a:path w="2886709" h="2310765" extrusionOk="0">
                <a:moveTo>
                  <a:pt x="1166495" y="1146048"/>
                </a:moveTo>
                <a:lnTo>
                  <a:pt x="1146048" y="1125601"/>
                </a:lnTo>
                <a:lnTo>
                  <a:pt x="1125601" y="1146048"/>
                </a:lnTo>
                <a:lnTo>
                  <a:pt x="1146048" y="1166495"/>
                </a:lnTo>
                <a:lnTo>
                  <a:pt x="1166495" y="1146048"/>
                </a:lnTo>
                <a:close/>
              </a:path>
              <a:path w="2886709" h="2310765" extrusionOk="0">
                <a:moveTo>
                  <a:pt x="1171829" y="1868932"/>
                </a:moveTo>
                <a:lnTo>
                  <a:pt x="1160780" y="1842135"/>
                </a:lnTo>
                <a:lnTo>
                  <a:pt x="1133983" y="1853184"/>
                </a:lnTo>
                <a:lnTo>
                  <a:pt x="1145032" y="1879981"/>
                </a:lnTo>
                <a:lnTo>
                  <a:pt x="1171829" y="1868932"/>
                </a:lnTo>
                <a:close/>
              </a:path>
              <a:path w="2886709" h="2310765" extrusionOk="0">
                <a:moveTo>
                  <a:pt x="1207516" y="1187069"/>
                </a:moveTo>
                <a:lnTo>
                  <a:pt x="1187069" y="1166495"/>
                </a:lnTo>
                <a:lnTo>
                  <a:pt x="1166495" y="1187069"/>
                </a:lnTo>
                <a:lnTo>
                  <a:pt x="1187069" y="1207516"/>
                </a:lnTo>
                <a:lnTo>
                  <a:pt x="1207516" y="1187069"/>
                </a:lnTo>
                <a:close/>
              </a:path>
              <a:path w="2886709" h="2310765" extrusionOk="0">
                <a:moveTo>
                  <a:pt x="1225423" y="1846961"/>
                </a:moveTo>
                <a:lnTo>
                  <a:pt x="1214374" y="1820164"/>
                </a:lnTo>
                <a:lnTo>
                  <a:pt x="1187577" y="1831213"/>
                </a:lnTo>
                <a:lnTo>
                  <a:pt x="1198626" y="1858010"/>
                </a:lnTo>
                <a:lnTo>
                  <a:pt x="1225423" y="1846961"/>
                </a:lnTo>
                <a:close/>
              </a:path>
              <a:path w="2886709" h="2310765" extrusionOk="0">
                <a:moveTo>
                  <a:pt x="1248410" y="1227963"/>
                </a:moveTo>
                <a:lnTo>
                  <a:pt x="1227963" y="1207516"/>
                </a:lnTo>
                <a:lnTo>
                  <a:pt x="1207516" y="1227963"/>
                </a:lnTo>
                <a:lnTo>
                  <a:pt x="1227963" y="1248410"/>
                </a:lnTo>
                <a:lnTo>
                  <a:pt x="1248410" y="1227963"/>
                </a:lnTo>
                <a:close/>
              </a:path>
              <a:path w="2886709" h="2310765" extrusionOk="0">
                <a:moveTo>
                  <a:pt x="1279017" y="1825117"/>
                </a:moveTo>
                <a:lnTo>
                  <a:pt x="1267968" y="1798320"/>
                </a:lnTo>
                <a:lnTo>
                  <a:pt x="1241171" y="1809242"/>
                </a:lnTo>
                <a:lnTo>
                  <a:pt x="1252220" y="1836039"/>
                </a:lnTo>
                <a:lnTo>
                  <a:pt x="1279017" y="1825117"/>
                </a:lnTo>
                <a:close/>
              </a:path>
              <a:path w="2886709" h="2310765" extrusionOk="0">
                <a:moveTo>
                  <a:pt x="1289431" y="1268857"/>
                </a:moveTo>
                <a:lnTo>
                  <a:pt x="1268857" y="1248410"/>
                </a:lnTo>
                <a:lnTo>
                  <a:pt x="1248410" y="1268857"/>
                </a:lnTo>
                <a:lnTo>
                  <a:pt x="1268857" y="1289431"/>
                </a:lnTo>
                <a:lnTo>
                  <a:pt x="1289431" y="1268857"/>
                </a:lnTo>
                <a:close/>
              </a:path>
              <a:path w="2886709" h="2310765" extrusionOk="0">
                <a:moveTo>
                  <a:pt x="1330325" y="1309878"/>
                </a:moveTo>
                <a:lnTo>
                  <a:pt x="1309878" y="1289431"/>
                </a:lnTo>
                <a:lnTo>
                  <a:pt x="1289431" y="1309878"/>
                </a:lnTo>
                <a:lnTo>
                  <a:pt x="1309878" y="1330325"/>
                </a:lnTo>
                <a:lnTo>
                  <a:pt x="1330325" y="1309878"/>
                </a:lnTo>
                <a:close/>
              </a:path>
              <a:path w="2886709" h="2310765" extrusionOk="0">
                <a:moveTo>
                  <a:pt x="1332611" y="1803146"/>
                </a:moveTo>
                <a:lnTo>
                  <a:pt x="1321562" y="1776349"/>
                </a:lnTo>
                <a:lnTo>
                  <a:pt x="1294765" y="1787271"/>
                </a:lnTo>
                <a:lnTo>
                  <a:pt x="1305814" y="1814068"/>
                </a:lnTo>
                <a:lnTo>
                  <a:pt x="1332611" y="1803146"/>
                </a:lnTo>
                <a:close/>
              </a:path>
              <a:path w="2886709" h="2310765" extrusionOk="0">
                <a:moveTo>
                  <a:pt x="1371346" y="1350772"/>
                </a:moveTo>
                <a:lnTo>
                  <a:pt x="1350772" y="1330325"/>
                </a:lnTo>
                <a:lnTo>
                  <a:pt x="1330325" y="1350772"/>
                </a:lnTo>
                <a:lnTo>
                  <a:pt x="1350772" y="1371346"/>
                </a:lnTo>
                <a:lnTo>
                  <a:pt x="1371346" y="1350772"/>
                </a:lnTo>
                <a:close/>
              </a:path>
              <a:path w="2886709" h="2310765" extrusionOk="0">
                <a:moveTo>
                  <a:pt x="1386205" y="1781175"/>
                </a:moveTo>
                <a:lnTo>
                  <a:pt x="1375156" y="1754378"/>
                </a:lnTo>
                <a:lnTo>
                  <a:pt x="1348359" y="1765300"/>
                </a:lnTo>
                <a:lnTo>
                  <a:pt x="1359408" y="1792097"/>
                </a:lnTo>
                <a:lnTo>
                  <a:pt x="1386205" y="1781175"/>
                </a:lnTo>
                <a:close/>
              </a:path>
              <a:path w="2886709" h="2310765" extrusionOk="0">
                <a:moveTo>
                  <a:pt x="1412240" y="1391793"/>
                </a:moveTo>
                <a:lnTo>
                  <a:pt x="1391793" y="1371346"/>
                </a:lnTo>
                <a:lnTo>
                  <a:pt x="1371346" y="1391793"/>
                </a:lnTo>
                <a:lnTo>
                  <a:pt x="1391793" y="1412240"/>
                </a:lnTo>
                <a:lnTo>
                  <a:pt x="1412240" y="1391793"/>
                </a:lnTo>
                <a:close/>
              </a:path>
              <a:path w="2886709" h="2310765" extrusionOk="0">
                <a:moveTo>
                  <a:pt x="1439799" y="1759204"/>
                </a:moveTo>
                <a:lnTo>
                  <a:pt x="1428750" y="1732407"/>
                </a:lnTo>
                <a:lnTo>
                  <a:pt x="1401953" y="1743329"/>
                </a:lnTo>
                <a:lnTo>
                  <a:pt x="1413002" y="1770126"/>
                </a:lnTo>
                <a:lnTo>
                  <a:pt x="1439799" y="1759204"/>
                </a:lnTo>
                <a:close/>
              </a:path>
              <a:path w="2886709" h="2310765" extrusionOk="0">
                <a:moveTo>
                  <a:pt x="1453134" y="1432687"/>
                </a:moveTo>
                <a:lnTo>
                  <a:pt x="1432687" y="1412240"/>
                </a:lnTo>
                <a:lnTo>
                  <a:pt x="1412240" y="1432687"/>
                </a:lnTo>
                <a:lnTo>
                  <a:pt x="1432687" y="1453134"/>
                </a:lnTo>
                <a:lnTo>
                  <a:pt x="1453134" y="1432687"/>
                </a:lnTo>
                <a:close/>
              </a:path>
              <a:path w="2886709" h="2310765" extrusionOk="0">
                <a:moveTo>
                  <a:pt x="1493393" y="1737233"/>
                </a:moveTo>
                <a:lnTo>
                  <a:pt x="1482344" y="1710436"/>
                </a:lnTo>
                <a:lnTo>
                  <a:pt x="1455547" y="1721358"/>
                </a:lnTo>
                <a:lnTo>
                  <a:pt x="1466596" y="1748155"/>
                </a:lnTo>
                <a:lnTo>
                  <a:pt x="1493393" y="1737233"/>
                </a:lnTo>
                <a:close/>
              </a:path>
              <a:path w="2886709" h="2310765" extrusionOk="0">
                <a:moveTo>
                  <a:pt x="1494155" y="1473708"/>
                </a:moveTo>
                <a:lnTo>
                  <a:pt x="1473708" y="1453134"/>
                </a:lnTo>
                <a:lnTo>
                  <a:pt x="1453134" y="1473708"/>
                </a:lnTo>
                <a:lnTo>
                  <a:pt x="1473708" y="1494155"/>
                </a:lnTo>
                <a:lnTo>
                  <a:pt x="1494155" y="1473708"/>
                </a:lnTo>
                <a:close/>
              </a:path>
              <a:path w="2886709" h="2310765" extrusionOk="0">
                <a:moveTo>
                  <a:pt x="1535049" y="1514602"/>
                </a:moveTo>
                <a:lnTo>
                  <a:pt x="1514602" y="1494155"/>
                </a:lnTo>
                <a:lnTo>
                  <a:pt x="1494155" y="1514602"/>
                </a:lnTo>
                <a:lnTo>
                  <a:pt x="1514602" y="1535049"/>
                </a:lnTo>
                <a:lnTo>
                  <a:pt x="1535049" y="1514602"/>
                </a:lnTo>
                <a:close/>
              </a:path>
              <a:path w="2886709" h="2310765" extrusionOk="0">
                <a:moveTo>
                  <a:pt x="1546987" y="1715262"/>
                </a:moveTo>
                <a:lnTo>
                  <a:pt x="1535938" y="1688465"/>
                </a:lnTo>
                <a:lnTo>
                  <a:pt x="1509141" y="1699387"/>
                </a:lnTo>
                <a:lnTo>
                  <a:pt x="1520190" y="1726184"/>
                </a:lnTo>
                <a:lnTo>
                  <a:pt x="1546987" y="1715262"/>
                </a:lnTo>
                <a:close/>
              </a:path>
              <a:path w="2886709" h="2310765" extrusionOk="0">
                <a:moveTo>
                  <a:pt x="1576070" y="1555623"/>
                </a:moveTo>
                <a:lnTo>
                  <a:pt x="1555623" y="1535049"/>
                </a:lnTo>
                <a:lnTo>
                  <a:pt x="1535049" y="1555623"/>
                </a:lnTo>
                <a:lnTo>
                  <a:pt x="1555623" y="1576070"/>
                </a:lnTo>
                <a:lnTo>
                  <a:pt x="1576070" y="1555623"/>
                </a:lnTo>
                <a:close/>
              </a:path>
              <a:path w="2886709" h="2310765" extrusionOk="0">
                <a:moveTo>
                  <a:pt x="1600441" y="1693291"/>
                </a:moveTo>
                <a:lnTo>
                  <a:pt x="1589519" y="1666494"/>
                </a:lnTo>
                <a:lnTo>
                  <a:pt x="1562735" y="1677543"/>
                </a:lnTo>
                <a:lnTo>
                  <a:pt x="1573644" y="1704340"/>
                </a:lnTo>
                <a:lnTo>
                  <a:pt x="1600441" y="1693291"/>
                </a:lnTo>
                <a:close/>
              </a:path>
              <a:path w="2886709" h="2310765" extrusionOk="0">
                <a:moveTo>
                  <a:pt x="1616964" y="1596517"/>
                </a:moveTo>
                <a:lnTo>
                  <a:pt x="1596517" y="1576070"/>
                </a:lnTo>
                <a:lnTo>
                  <a:pt x="1576070" y="1596517"/>
                </a:lnTo>
                <a:lnTo>
                  <a:pt x="1596517" y="1616964"/>
                </a:lnTo>
                <a:lnTo>
                  <a:pt x="1616964" y="1596517"/>
                </a:lnTo>
                <a:close/>
              </a:path>
              <a:path w="2886709" h="2310765" extrusionOk="0">
                <a:moveTo>
                  <a:pt x="1657985" y="1637411"/>
                </a:moveTo>
                <a:lnTo>
                  <a:pt x="1637411" y="1616964"/>
                </a:lnTo>
                <a:lnTo>
                  <a:pt x="1616964" y="1637411"/>
                </a:lnTo>
                <a:lnTo>
                  <a:pt x="1629575" y="1650111"/>
                </a:lnTo>
                <a:lnTo>
                  <a:pt x="1616316" y="1655572"/>
                </a:lnTo>
                <a:lnTo>
                  <a:pt x="1627251" y="1682369"/>
                </a:lnTo>
                <a:lnTo>
                  <a:pt x="1654048" y="1671320"/>
                </a:lnTo>
                <a:lnTo>
                  <a:pt x="1645361" y="1650034"/>
                </a:lnTo>
                <a:lnTo>
                  <a:pt x="1657985" y="1637411"/>
                </a:lnTo>
                <a:close/>
              </a:path>
              <a:path w="2886709" h="2310765" extrusionOk="0">
                <a:moveTo>
                  <a:pt x="1698879" y="1678432"/>
                </a:moveTo>
                <a:lnTo>
                  <a:pt x="1680845" y="1660398"/>
                </a:lnTo>
                <a:lnTo>
                  <a:pt x="1678432" y="1657985"/>
                </a:lnTo>
                <a:lnTo>
                  <a:pt x="1657985" y="1678432"/>
                </a:lnTo>
                <a:lnTo>
                  <a:pt x="1678432" y="1698879"/>
                </a:lnTo>
                <a:lnTo>
                  <a:pt x="1698879" y="1678432"/>
                </a:lnTo>
                <a:close/>
              </a:path>
              <a:path w="2886709" h="2310765" extrusionOk="0">
                <a:moveTo>
                  <a:pt x="1707642" y="1649349"/>
                </a:moveTo>
                <a:lnTo>
                  <a:pt x="1696720" y="1622552"/>
                </a:lnTo>
                <a:lnTo>
                  <a:pt x="1669923" y="1633601"/>
                </a:lnTo>
                <a:lnTo>
                  <a:pt x="1680845" y="1660398"/>
                </a:lnTo>
                <a:lnTo>
                  <a:pt x="1707642" y="1649349"/>
                </a:lnTo>
                <a:close/>
              </a:path>
              <a:path w="2886709" h="2310765" extrusionOk="0">
                <a:moveTo>
                  <a:pt x="1739900" y="1719326"/>
                </a:moveTo>
                <a:lnTo>
                  <a:pt x="1719326" y="1698879"/>
                </a:lnTo>
                <a:lnTo>
                  <a:pt x="1698879" y="1719326"/>
                </a:lnTo>
                <a:lnTo>
                  <a:pt x="1719326" y="1739900"/>
                </a:lnTo>
                <a:lnTo>
                  <a:pt x="1739900" y="1719326"/>
                </a:lnTo>
                <a:close/>
              </a:path>
              <a:path w="2886709" h="2310765" extrusionOk="0">
                <a:moveTo>
                  <a:pt x="1761236" y="1627378"/>
                </a:moveTo>
                <a:lnTo>
                  <a:pt x="1750314" y="1600581"/>
                </a:lnTo>
                <a:lnTo>
                  <a:pt x="1723517" y="1611630"/>
                </a:lnTo>
                <a:lnTo>
                  <a:pt x="1734439" y="1638427"/>
                </a:lnTo>
                <a:lnTo>
                  <a:pt x="1761236" y="1627378"/>
                </a:lnTo>
                <a:close/>
              </a:path>
              <a:path w="2886709" h="2310765" extrusionOk="0">
                <a:moveTo>
                  <a:pt x="1780794" y="1760347"/>
                </a:moveTo>
                <a:lnTo>
                  <a:pt x="1760347" y="1739900"/>
                </a:lnTo>
                <a:lnTo>
                  <a:pt x="1739900" y="1760347"/>
                </a:lnTo>
                <a:lnTo>
                  <a:pt x="1760347" y="1780794"/>
                </a:lnTo>
                <a:lnTo>
                  <a:pt x="1780794" y="1760347"/>
                </a:lnTo>
                <a:close/>
              </a:path>
              <a:path w="2886709" h="2310765" extrusionOk="0">
                <a:moveTo>
                  <a:pt x="1814830" y="1605407"/>
                </a:moveTo>
                <a:lnTo>
                  <a:pt x="1803908" y="1578737"/>
                </a:lnTo>
                <a:lnTo>
                  <a:pt x="1777111" y="1589659"/>
                </a:lnTo>
                <a:lnTo>
                  <a:pt x="1788033" y="1616456"/>
                </a:lnTo>
                <a:lnTo>
                  <a:pt x="1814830" y="1605407"/>
                </a:lnTo>
                <a:close/>
              </a:path>
              <a:path w="2886709" h="2310765" extrusionOk="0">
                <a:moveTo>
                  <a:pt x="1821688" y="1801241"/>
                </a:moveTo>
                <a:lnTo>
                  <a:pt x="1801241" y="1780794"/>
                </a:lnTo>
                <a:lnTo>
                  <a:pt x="1780794" y="1801241"/>
                </a:lnTo>
                <a:lnTo>
                  <a:pt x="1801241" y="1821688"/>
                </a:lnTo>
                <a:lnTo>
                  <a:pt x="1821688" y="1801241"/>
                </a:lnTo>
                <a:close/>
              </a:path>
              <a:path w="2886709" h="2310765" extrusionOk="0">
                <a:moveTo>
                  <a:pt x="1862709" y="1842262"/>
                </a:moveTo>
                <a:lnTo>
                  <a:pt x="1842262" y="1821688"/>
                </a:lnTo>
                <a:lnTo>
                  <a:pt x="1821688" y="1842262"/>
                </a:lnTo>
                <a:lnTo>
                  <a:pt x="1842262" y="1862709"/>
                </a:lnTo>
                <a:lnTo>
                  <a:pt x="1862709" y="1842262"/>
                </a:lnTo>
                <a:close/>
              </a:path>
              <a:path w="2886709" h="2310765" extrusionOk="0">
                <a:moveTo>
                  <a:pt x="1868424" y="1583563"/>
                </a:moveTo>
                <a:lnTo>
                  <a:pt x="1857502" y="1556766"/>
                </a:lnTo>
                <a:lnTo>
                  <a:pt x="1830705" y="1567688"/>
                </a:lnTo>
                <a:lnTo>
                  <a:pt x="1841627" y="1594485"/>
                </a:lnTo>
                <a:lnTo>
                  <a:pt x="1868424" y="1583563"/>
                </a:lnTo>
                <a:close/>
              </a:path>
              <a:path w="2886709" h="2310765" extrusionOk="0">
                <a:moveTo>
                  <a:pt x="1903603" y="1883156"/>
                </a:moveTo>
                <a:lnTo>
                  <a:pt x="1883156" y="1862709"/>
                </a:lnTo>
                <a:lnTo>
                  <a:pt x="1862709" y="1883156"/>
                </a:lnTo>
                <a:lnTo>
                  <a:pt x="1883156" y="1903603"/>
                </a:lnTo>
                <a:lnTo>
                  <a:pt x="1903603" y="1883156"/>
                </a:lnTo>
                <a:close/>
              </a:path>
              <a:path w="2886709" h="2310765" extrusionOk="0">
                <a:moveTo>
                  <a:pt x="1922018" y="1561592"/>
                </a:moveTo>
                <a:lnTo>
                  <a:pt x="1911096" y="1534795"/>
                </a:lnTo>
                <a:lnTo>
                  <a:pt x="1884299" y="1545717"/>
                </a:lnTo>
                <a:lnTo>
                  <a:pt x="1895221" y="1572514"/>
                </a:lnTo>
                <a:lnTo>
                  <a:pt x="1922018" y="1561592"/>
                </a:lnTo>
                <a:close/>
              </a:path>
              <a:path w="2886709" h="2310765" extrusionOk="0">
                <a:moveTo>
                  <a:pt x="1944624" y="1924177"/>
                </a:moveTo>
                <a:lnTo>
                  <a:pt x="1924177" y="1903603"/>
                </a:lnTo>
                <a:lnTo>
                  <a:pt x="1903603" y="1924177"/>
                </a:lnTo>
                <a:lnTo>
                  <a:pt x="1924177" y="1944624"/>
                </a:lnTo>
                <a:lnTo>
                  <a:pt x="1944624" y="1924177"/>
                </a:lnTo>
                <a:close/>
              </a:path>
              <a:path w="2886709" h="2310765" extrusionOk="0">
                <a:moveTo>
                  <a:pt x="1975612" y="1539621"/>
                </a:moveTo>
                <a:lnTo>
                  <a:pt x="1964690" y="1512824"/>
                </a:lnTo>
                <a:lnTo>
                  <a:pt x="1937893" y="1523746"/>
                </a:lnTo>
                <a:lnTo>
                  <a:pt x="1948815" y="1550543"/>
                </a:lnTo>
                <a:lnTo>
                  <a:pt x="1975612" y="1539621"/>
                </a:lnTo>
                <a:close/>
              </a:path>
              <a:path w="2886709" h="2310765" extrusionOk="0">
                <a:moveTo>
                  <a:pt x="1985518" y="1965071"/>
                </a:moveTo>
                <a:lnTo>
                  <a:pt x="1965071" y="1944624"/>
                </a:lnTo>
                <a:lnTo>
                  <a:pt x="1944624" y="1965071"/>
                </a:lnTo>
                <a:lnTo>
                  <a:pt x="1965071" y="1985518"/>
                </a:lnTo>
                <a:lnTo>
                  <a:pt x="1985518" y="1965071"/>
                </a:lnTo>
                <a:close/>
              </a:path>
              <a:path w="2886709" h="2310765" extrusionOk="0">
                <a:moveTo>
                  <a:pt x="2026539" y="2005965"/>
                </a:moveTo>
                <a:lnTo>
                  <a:pt x="2005965" y="1985518"/>
                </a:lnTo>
                <a:lnTo>
                  <a:pt x="1985518" y="2005965"/>
                </a:lnTo>
                <a:lnTo>
                  <a:pt x="2005965" y="2026539"/>
                </a:lnTo>
                <a:lnTo>
                  <a:pt x="2026539" y="2005965"/>
                </a:lnTo>
                <a:close/>
              </a:path>
              <a:path w="2886709" h="2310765" extrusionOk="0">
                <a:moveTo>
                  <a:pt x="2029206" y="1517650"/>
                </a:moveTo>
                <a:lnTo>
                  <a:pt x="2018284" y="1490853"/>
                </a:lnTo>
                <a:lnTo>
                  <a:pt x="1991487" y="1501775"/>
                </a:lnTo>
                <a:lnTo>
                  <a:pt x="2002409" y="1528572"/>
                </a:lnTo>
                <a:lnTo>
                  <a:pt x="2029206" y="1517650"/>
                </a:lnTo>
                <a:close/>
              </a:path>
              <a:path w="2886709" h="2310765" extrusionOk="0">
                <a:moveTo>
                  <a:pt x="2082800" y="1495679"/>
                </a:moveTo>
                <a:lnTo>
                  <a:pt x="2071878" y="1468882"/>
                </a:lnTo>
                <a:lnTo>
                  <a:pt x="2045081" y="1479804"/>
                </a:lnTo>
                <a:lnTo>
                  <a:pt x="2056003" y="1506601"/>
                </a:lnTo>
                <a:lnTo>
                  <a:pt x="2082800" y="1495679"/>
                </a:lnTo>
                <a:close/>
              </a:path>
              <a:path w="2886709" h="2310765" extrusionOk="0">
                <a:moveTo>
                  <a:pt x="2136394" y="1473708"/>
                </a:moveTo>
                <a:lnTo>
                  <a:pt x="2125472" y="1446911"/>
                </a:lnTo>
                <a:lnTo>
                  <a:pt x="2098675" y="1457960"/>
                </a:lnTo>
                <a:lnTo>
                  <a:pt x="2109597" y="1484757"/>
                </a:lnTo>
                <a:lnTo>
                  <a:pt x="2136394" y="1473708"/>
                </a:lnTo>
                <a:close/>
              </a:path>
              <a:path w="2886709" h="2310765" extrusionOk="0">
                <a:moveTo>
                  <a:pt x="2189988" y="1451737"/>
                </a:moveTo>
                <a:lnTo>
                  <a:pt x="2178939" y="1424940"/>
                </a:lnTo>
                <a:lnTo>
                  <a:pt x="2152142" y="1435989"/>
                </a:lnTo>
                <a:lnTo>
                  <a:pt x="2163191" y="1462786"/>
                </a:lnTo>
                <a:lnTo>
                  <a:pt x="2189988" y="1451737"/>
                </a:lnTo>
                <a:close/>
              </a:path>
              <a:path w="2886709" h="2310765" extrusionOk="0">
                <a:moveTo>
                  <a:pt x="2243582" y="1429766"/>
                </a:moveTo>
                <a:lnTo>
                  <a:pt x="2232533" y="1402969"/>
                </a:lnTo>
                <a:lnTo>
                  <a:pt x="2205736" y="1414018"/>
                </a:lnTo>
                <a:lnTo>
                  <a:pt x="2216785" y="1440815"/>
                </a:lnTo>
                <a:lnTo>
                  <a:pt x="2243582" y="1429766"/>
                </a:lnTo>
                <a:close/>
              </a:path>
              <a:path w="2886709" h="2310765" extrusionOk="0">
                <a:moveTo>
                  <a:pt x="2297176" y="1407795"/>
                </a:moveTo>
                <a:lnTo>
                  <a:pt x="2286127" y="1380998"/>
                </a:lnTo>
                <a:lnTo>
                  <a:pt x="2259330" y="1392047"/>
                </a:lnTo>
                <a:lnTo>
                  <a:pt x="2270379" y="1418844"/>
                </a:lnTo>
                <a:lnTo>
                  <a:pt x="2297176" y="1407795"/>
                </a:lnTo>
                <a:close/>
              </a:path>
              <a:path w="2886709" h="2310765" extrusionOk="0">
                <a:moveTo>
                  <a:pt x="2350770" y="1385824"/>
                </a:moveTo>
                <a:lnTo>
                  <a:pt x="2339721" y="1359154"/>
                </a:lnTo>
                <a:lnTo>
                  <a:pt x="2312924" y="1370076"/>
                </a:lnTo>
                <a:lnTo>
                  <a:pt x="2323973" y="1396873"/>
                </a:lnTo>
                <a:lnTo>
                  <a:pt x="2350770" y="1385824"/>
                </a:lnTo>
                <a:close/>
              </a:path>
              <a:path w="2886709" h="2310765" extrusionOk="0">
                <a:moveTo>
                  <a:pt x="2404364" y="1363980"/>
                </a:moveTo>
                <a:lnTo>
                  <a:pt x="2393315" y="1337183"/>
                </a:lnTo>
                <a:lnTo>
                  <a:pt x="2366518" y="1348105"/>
                </a:lnTo>
                <a:lnTo>
                  <a:pt x="2377567" y="1374902"/>
                </a:lnTo>
                <a:lnTo>
                  <a:pt x="2404364" y="1363980"/>
                </a:lnTo>
                <a:close/>
              </a:path>
              <a:path w="2886709" h="2310765" extrusionOk="0">
                <a:moveTo>
                  <a:pt x="2457958" y="1342009"/>
                </a:moveTo>
                <a:lnTo>
                  <a:pt x="2446909" y="1315212"/>
                </a:lnTo>
                <a:lnTo>
                  <a:pt x="2420112" y="1326134"/>
                </a:lnTo>
                <a:lnTo>
                  <a:pt x="2431161" y="1352931"/>
                </a:lnTo>
                <a:lnTo>
                  <a:pt x="2457958" y="1342009"/>
                </a:lnTo>
                <a:close/>
              </a:path>
              <a:path w="2886709" h="2310765" extrusionOk="0">
                <a:moveTo>
                  <a:pt x="2511552" y="1320038"/>
                </a:moveTo>
                <a:lnTo>
                  <a:pt x="2500503" y="1293241"/>
                </a:lnTo>
                <a:lnTo>
                  <a:pt x="2473706" y="1304163"/>
                </a:lnTo>
                <a:lnTo>
                  <a:pt x="2484755" y="1330960"/>
                </a:lnTo>
                <a:lnTo>
                  <a:pt x="2511552" y="1320038"/>
                </a:lnTo>
                <a:close/>
              </a:path>
              <a:path w="2886709" h="2310765" extrusionOk="0">
                <a:moveTo>
                  <a:pt x="2565146" y="1298067"/>
                </a:moveTo>
                <a:lnTo>
                  <a:pt x="2554097" y="1271270"/>
                </a:lnTo>
                <a:lnTo>
                  <a:pt x="2527300" y="1282192"/>
                </a:lnTo>
                <a:lnTo>
                  <a:pt x="2538349" y="1308989"/>
                </a:lnTo>
                <a:lnTo>
                  <a:pt x="2565146" y="1298067"/>
                </a:lnTo>
                <a:close/>
              </a:path>
              <a:path w="2886709" h="2310765" extrusionOk="0">
                <a:moveTo>
                  <a:pt x="2618613" y="1276096"/>
                </a:moveTo>
                <a:lnTo>
                  <a:pt x="2607691" y="1249299"/>
                </a:lnTo>
                <a:lnTo>
                  <a:pt x="2580894" y="1260221"/>
                </a:lnTo>
                <a:lnTo>
                  <a:pt x="2591943" y="1287018"/>
                </a:lnTo>
                <a:lnTo>
                  <a:pt x="2618613" y="1276096"/>
                </a:lnTo>
                <a:close/>
              </a:path>
              <a:path w="2886709" h="2310765" extrusionOk="0">
                <a:moveTo>
                  <a:pt x="2672207" y="1254125"/>
                </a:moveTo>
                <a:lnTo>
                  <a:pt x="2661285" y="1227328"/>
                </a:lnTo>
                <a:lnTo>
                  <a:pt x="2634488" y="1238377"/>
                </a:lnTo>
                <a:lnTo>
                  <a:pt x="2645410" y="1265174"/>
                </a:lnTo>
                <a:lnTo>
                  <a:pt x="2672207" y="1254125"/>
                </a:lnTo>
                <a:close/>
              </a:path>
              <a:path w="2886709" h="2310765" extrusionOk="0">
                <a:moveTo>
                  <a:pt x="2725801" y="1232154"/>
                </a:moveTo>
                <a:lnTo>
                  <a:pt x="2714879" y="1205357"/>
                </a:lnTo>
                <a:lnTo>
                  <a:pt x="2688082" y="1216406"/>
                </a:lnTo>
                <a:lnTo>
                  <a:pt x="2699004" y="1243203"/>
                </a:lnTo>
                <a:lnTo>
                  <a:pt x="2725801" y="1232154"/>
                </a:lnTo>
                <a:close/>
              </a:path>
              <a:path w="2886709" h="2310765" extrusionOk="0">
                <a:moveTo>
                  <a:pt x="2779395" y="1210183"/>
                </a:moveTo>
                <a:lnTo>
                  <a:pt x="2768473" y="1183386"/>
                </a:lnTo>
                <a:lnTo>
                  <a:pt x="2741676" y="1194435"/>
                </a:lnTo>
                <a:lnTo>
                  <a:pt x="2752598" y="1221232"/>
                </a:lnTo>
                <a:lnTo>
                  <a:pt x="2779395" y="1210183"/>
                </a:lnTo>
                <a:close/>
              </a:path>
              <a:path w="2886709" h="2310765" extrusionOk="0">
                <a:moveTo>
                  <a:pt x="2832989" y="1188212"/>
                </a:moveTo>
                <a:lnTo>
                  <a:pt x="2822067" y="1161415"/>
                </a:lnTo>
                <a:lnTo>
                  <a:pt x="2795270" y="1172464"/>
                </a:lnTo>
                <a:lnTo>
                  <a:pt x="2806192" y="1199261"/>
                </a:lnTo>
                <a:lnTo>
                  <a:pt x="2832989" y="1188212"/>
                </a:lnTo>
                <a:close/>
              </a:path>
              <a:path w="2886709" h="2310765" extrusionOk="0">
                <a:moveTo>
                  <a:pt x="2886583" y="1166241"/>
                </a:moveTo>
                <a:lnTo>
                  <a:pt x="2875661" y="1139444"/>
                </a:lnTo>
                <a:lnTo>
                  <a:pt x="2848864" y="1150493"/>
                </a:lnTo>
                <a:lnTo>
                  <a:pt x="2859786" y="1177290"/>
                </a:lnTo>
                <a:lnTo>
                  <a:pt x="2886583" y="1166241"/>
                </a:lnTo>
                <a:close/>
              </a:path>
            </a:pathLst>
          </a:custGeom>
          <a:solidFill>
            <a:srgbClr val="9FC9D2"/>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p>
        </p:txBody>
      </p:sp>
      <p:sp>
        <p:nvSpPr>
          <p:cNvPr id="388" name="Google Shape;388;g32ff5fedeca_0_0"/>
          <p:cNvSpPr txBox="1">
            <a:spLocks noGrp="1"/>
          </p:cNvSpPr>
          <p:nvPr>
            <p:ph type="sldNum" idx="12"/>
          </p:nvPr>
        </p:nvSpPr>
        <p:spPr>
          <a:xfrm>
            <a:off x="3818890" y="6481626"/>
            <a:ext cx="5092200" cy="153900"/>
          </a:xfrm>
          <a:prstGeom prst="rect">
            <a:avLst/>
          </a:prstGeom>
          <a:noFill/>
          <a:ln>
            <a:noFill/>
          </a:ln>
        </p:spPr>
        <p:txBody>
          <a:bodyPr spcFirstLastPara="1" wrap="square" lIns="0" tIns="0" rIns="0" bIns="0" anchor="t" anchorCtr="0">
            <a:sp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16"/>
          <p:cNvSpPr txBox="1">
            <a:spLocks noGrp="1"/>
          </p:cNvSpPr>
          <p:nvPr>
            <p:ph type="title"/>
          </p:nvPr>
        </p:nvSpPr>
        <p:spPr>
          <a:xfrm>
            <a:off x="1028700" y="685800"/>
            <a:ext cx="7200900" cy="9495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MIPS architecture</a:t>
            </a:r>
            <a:endParaRPr/>
          </a:p>
        </p:txBody>
      </p:sp>
      <p:pic>
        <p:nvPicPr>
          <p:cNvPr id="394" name="Google Shape;394;p16"/>
          <p:cNvPicPr preferRelativeResize="0"/>
          <p:nvPr/>
        </p:nvPicPr>
        <p:blipFill>
          <a:blip r:embed="rId3">
            <a:alphaModFix/>
          </a:blip>
          <a:stretch>
            <a:fillRect/>
          </a:stretch>
        </p:blipFill>
        <p:spPr>
          <a:xfrm>
            <a:off x="739350" y="1787700"/>
            <a:ext cx="7897774" cy="4577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g25f3a1087f3_0_38"/>
          <p:cNvSpPr txBox="1">
            <a:spLocks noGrp="1"/>
          </p:cNvSpPr>
          <p:nvPr>
            <p:ph type="title"/>
          </p:nvPr>
        </p:nvSpPr>
        <p:spPr>
          <a:xfrm>
            <a:off x="1028700" y="456350"/>
            <a:ext cx="7200900" cy="8694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Clr>
                <a:schemeClr val="dk2"/>
              </a:buClr>
              <a:buSzPct val="122222"/>
              <a:buFont typeface="Libre Franklin"/>
              <a:buNone/>
            </a:pPr>
            <a:r>
              <a:rPr lang="en-US" sz="3600"/>
              <a:t>MIPS architecture with pipeline and  hazard control</a:t>
            </a:r>
            <a:endParaRPr sz="3600"/>
          </a:p>
        </p:txBody>
      </p:sp>
      <p:sp>
        <p:nvSpPr>
          <p:cNvPr id="400" name="Google Shape;400;g25f3a1087f3_0_38"/>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a:bodyPr>
          <a:lstStyle/>
          <a:p>
            <a:pPr marL="0" lvl="0" indent="0" algn="l" rtl="0">
              <a:spcBef>
                <a:spcPts val="1000"/>
              </a:spcBef>
              <a:spcAft>
                <a:spcPts val="200"/>
              </a:spcAft>
              <a:buNone/>
            </a:pPr>
            <a:endParaRPr/>
          </a:p>
        </p:txBody>
      </p:sp>
      <p:pic>
        <p:nvPicPr>
          <p:cNvPr id="401" name="Google Shape;401;g25f3a1087f3_0_38"/>
          <p:cNvPicPr preferRelativeResize="0"/>
          <p:nvPr/>
        </p:nvPicPr>
        <p:blipFill>
          <a:blip r:embed="rId3">
            <a:alphaModFix/>
          </a:blip>
          <a:stretch>
            <a:fillRect/>
          </a:stretch>
        </p:blipFill>
        <p:spPr>
          <a:xfrm>
            <a:off x="862975" y="1708125"/>
            <a:ext cx="7749400" cy="445509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g25f3a1087f3_0_32"/>
          <p:cNvSpPr txBox="1">
            <a:spLocks noGrp="1"/>
          </p:cNvSpPr>
          <p:nvPr>
            <p:ph type="title"/>
          </p:nvPr>
        </p:nvSpPr>
        <p:spPr>
          <a:xfrm>
            <a:off x="1028700" y="685800"/>
            <a:ext cx="7200900" cy="9495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r>
              <a:rPr lang="en-US"/>
              <a:t>ARM architecture</a:t>
            </a:r>
            <a:endParaRPr/>
          </a:p>
        </p:txBody>
      </p:sp>
      <p:pic>
        <p:nvPicPr>
          <p:cNvPr id="407" name="Google Shape;407;g25f3a1087f3_0_32"/>
          <p:cNvPicPr preferRelativeResize="0"/>
          <p:nvPr/>
        </p:nvPicPr>
        <p:blipFill>
          <a:blip r:embed="rId3">
            <a:alphaModFix/>
          </a:blip>
          <a:stretch>
            <a:fillRect/>
          </a:stretch>
        </p:blipFill>
        <p:spPr>
          <a:xfrm>
            <a:off x="1318400" y="1494500"/>
            <a:ext cx="6754793" cy="491789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g25f3a1087f3_0_46"/>
          <p:cNvSpPr txBox="1">
            <a:spLocks noGrp="1"/>
          </p:cNvSpPr>
          <p:nvPr>
            <p:ph type="title"/>
          </p:nvPr>
        </p:nvSpPr>
        <p:spPr>
          <a:xfrm>
            <a:off x="1114425" y="305925"/>
            <a:ext cx="7200900" cy="8052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US"/>
              <a:t>ARM architecture w Pipeline</a:t>
            </a:r>
            <a:endParaRPr/>
          </a:p>
        </p:txBody>
      </p:sp>
      <p:sp>
        <p:nvSpPr>
          <p:cNvPr id="413" name="Google Shape;413;g25f3a1087f3_0_46"/>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a:bodyPr>
          <a:lstStyle/>
          <a:p>
            <a:pPr marL="0" lvl="0" indent="0" algn="l" rtl="0">
              <a:spcBef>
                <a:spcPts val="1000"/>
              </a:spcBef>
              <a:spcAft>
                <a:spcPts val="200"/>
              </a:spcAft>
              <a:buNone/>
            </a:pPr>
            <a:endParaRPr/>
          </a:p>
        </p:txBody>
      </p:sp>
      <p:pic>
        <p:nvPicPr>
          <p:cNvPr id="414" name="Google Shape;414;g25f3a1087f3_0_46"/>
          <p:cNvPicPr preferRelativeResize="0"/>
          <p:nvPr/>
        </p:nvPicPr>
        <p:blipFill>
          <a:blip r:embed="rId3">
            <a:alphaModFix/>
          </a:blip>
          <a:stretch>
            <a:fillRect/>
          </a:stretch>
        </p:blipFill>
        <p:spPr>
          <a:xfrm>
            <a:off x="1028701" y="1111134"/>
            <a:ext cx="7684300" cy="559464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17"/>
          <p:cNvSpPr txBox="1">
            <a:spLocks noGrp="1"/>
          </p:cNvSpPr>
          <p:nvPr>
            <p:ph type="title"/>
          </p:nvPr>
        </p:nvSpPr>
        <p:spPr>
          <a:xfrm>
            <a:off x="1028700" y="685800"/>
            <a:ext cx="7563000" cy="9171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Libre Franklin"/>
              <a:buNone/>
            </a:pPr>
            <a:r>
              <a:rPr lang="en-US"/>
              <a:t>A Instruction Stages Example</a:t>
            </a:r>
            <a:endParaRPr/>
          </a:p>
        </p:txBody>
      </p:sp>
      <p:sp>
        <p:nvSpPr>
          <p:cNvPr id="420" name="Google Shape;420;p17"/>
          <p:cNvSpPr txBox="1">
            <a:spLocks noGrp="1"/>
          </p:cNvSpPr>
          <p:nvPr>
            <p:ph type="body" idx="1"/>
          </p:nvPr>
        </p:nvSpPr>
        <p:spPr>
          <a:xfrm>
            <a:off x="1028700" y="1785769"/>
            <a:ext cx="7200900" cy="4615031"/>
          </a:xfrm>
          <a:prstGeom prst="rect">
            <a:avLst/>
          </a:prstGeom>
          <a:noFill/>
          <a:ln>
            <a:noFill/>
          </a:ln>
        </p:spPr>
        <p:txBody>
          <a:bodyPr spcFirstLastPara="1" wrap="square" lIns="91425" tIns="45700" rIns="91425" bIns="45700" anchor="t" anchorCtr="0">
            <a:normAutofit fontScale="92500" lnSpcReduction="20000"/>
          </a:bodyPr>
          <a:lstStyle/>
          <a:p>
            <a:pPr marL="384048" lvl="0" indent="-393573" algn="l" rtl="0">
              <a:lnSpc>
                <a:spcPct val="94000"/>
              </a:lnSpc>
              <a:spcBef>
                <a:spcPts val="0"/>
              </a:spcBef>
              <a:spcAft>
                <a:spcPts val="0"/>
              </a:spcAft>
              <a:buClr>
                <a:schemeClr val="dk2"/>
              </a:buClr>
              <a:buSzPct val="100000"/>
              <a:buChar char="■"/>
            </a:pPr>
            <a:r>
              <a:rPr lang="en-US"/>
              <a:t>Let’s execute the instruction ADD R4,R3,R2</a:t>
            </a:r>
            <a:endParaRPr/>
          </a:p>
          <a:p>
            <a:pPr marL="384048" lvl="0" indent="-387223" algn="l" rtl="0">
              <a:spcBef>
                <a:spcPts val="1200"/>
              </a:spcBef>
              <a:spcAft>
                <a:spcPts val="0"/>
              </a:spcAft>
              <a:buSzPct val="100000"/>
              <a:buChar char="■"/>
            </a:pPr>
            <a:r>
              <a:rPr lang="en-US"/>
              <a:t>It is a 32 bit instruction located in Instruction Memory (I-cache) </a:t>
            </a:r>
            <a:endParaRPr/>
          </a:p>
          <a:p>
            <a:pPr marL="384048" lvl="0" indent="-393573" algn="l" rtl="0">
              <a:lnSpc>
                <a:spcPct val="94000"/>
              </a:lnSpc>
              <a:spcBef>
                <a:spcPts val="1200"/>
              </a:spcBef>
              <a:spcAft>
                <a:spcPts val="0"/>
              </a:spcAft>
              <a:buClr>
                <a:schemeClr val="dk2"/>
              </a:buClr>
              <a:buSzPct val="100000"/>
              <a:buChar char="■"/>
            </a:pPr>
            <a:r>
              <a:rPr lang="en-US"/>
              <a:t>This instruction means: add contents of register R2 to the contents of register R3, and store the results into register R4. </a:t>
            </a:r>
            <a:endParaRPr/>
          </a:p>
          <a:p>
            <a:pPr marL="384048" lvl="0" indent="-393573" algn="l" rtl="0">
              <a:lnSpc>
                <a:spcPct val="94000"/>
              </a:lnSpc>
              <a:spcBef>
                <a:spcPts val="1200"/>
              </a:spcBef>
              <a:spcAft>
                <a:spcPts val="0"/>
              </a:spcAft>
              <a:buClr>
                <a:schemeClr val="dk2"/>
              </a:buClr>
              <a:buSzPct val="100000"/>
              <a:buChar char="■"/>
            </a:pPr>
            <a:r>
              <a:rPr lang="en-US"/>
              <a:t>Here’s what happens: </a:t>
            </a:r>
            <a:r>
              <a:rPr lang="en-US" b="1"/>
              <a:t>Fetch</a:t>
            </a:r>
            <a:r>
              <a:rPr lang="en-US"/>
              <a:t> instruction, </a:t>
            </a:r>
            <a:r>
              <a:rPr lang="en-US" b="1"/>
              <a:t>decode</a:t>
            </a:r>
            <a:r>
              <a:rPr lang="en-US"/>
              <a:t>, and read from register addresses 0x00011 (R3) and 0x00010 (R2) </a:t>
            </a:r>
            <a:endParaRPr/>
          </a:p>
          <a:p>
            <a:pPr marL="384048" lvl="0" indent="-393573" algn="l" rtl="0">
              <a:lnSpc>
                <a:spcPct val="94000"/>
              </a:lnSpc>
              <a:spcBef>
                <a:spcPts val="1200"/>
              </a:spcBef>
              <a:spcAft>
                <a:spcPts val="0"/>
              </a:spcAft>
              <a:buClr>
                <a:schemeClr val="dk2"/>
              </a:buClr>
              <a:buSzPct val="100000"/>
              <a:buChar char="■"/>
            </a:pPr>
            <a:r>
              <a:rPr lang="en-US"/>
              <a:t>Connect register R2 to input 1 of the ALU and Connect register R3 to input 2 of the ALU. </a:t>
            </a:r>
            <a:endParaRPr/>
          </a:p>
          <a:p>
            <a:pPr marL="384048" lvl="0" indent="-393573" algn="l" rtl="0">
              <a:lnSpc>
                <a:spcPct val="94000"/>
              </a:lnSpc>
              <a:spcBef>
                <a:spcPts val="1200"/>
              </a:spcBef>
              <a:spcAft>
                <a:spcPts val="0"/>
              </a:spcAft>
              <a:buClr>
                <a:schemeClr val="dk2"/>
              </a:buClr>
              <a:buSzPct val="100000"/>
              <a:buChar char="■"/>
            </a:pPr>
            <a:r>
              <a:rPr lang="en-US"/>
              <a:t>Set controls to ALU to do a 32-bit add operation (</a:t>
            </a:r>
            <a:r>
              <a:rPr lang="en-US" b="1"/>
              <a:t>Execute</a:t>
            </a:r>
            <a:r>
              <a:rPr lang="en-US"/>
              <a:t>) </a:t>
            </a:r>
            <a:endParaRPr/>
          </a:p>
          <a:p>
            <a:pPr marL="384048" lvl="0" indent="-393573" algn="l" rtl="0">
              <a:lnSpc>
                <a:spcPct val="94000"/>
              </a:lnSpc>
              <a:spcBef>
                <a:spcPts val="1200"/>
              </a:spcBef>
              <a:spcAft>
                <a:spcPts val="0"/>
              </a:spcAft>
              <a:buClr>
                <a:schemeClr val="dk2"/>
              </a:buClr>
              <a:buSzPct val="100000"/>
              <a:buChar char="■"/>
            </a:pPr>
            <a:r>
              <a:rPr lang="en-US"/>
              <a:t>Store the output of the ALU into register R4 (i.e. connect R4 to output of ALU) </a:t>
            </a:r>
            <a:r>
              <a:rPr lang="en-US" b="1"/>
              <a:t>(Write)</a:t>
            </a:r>
            <a:endParaRPr b="1"/>
          </a:p>
          <a:p>
            <a:pPr marL="384048" lvl="0" indent="-393573" algn="l" rtl="0">
              <a:lnSpc>
                <a:spcPct val="94000"/>
              </a:lnSpc>
              <a:spcBef>
                <a:spcPts val="1200"/>
              </a:spcBef>
              <a:spcAft>
                <a:spcPts val="0"/>
              </a:spcAft>
              <a:buClr>
                <a:schemeClr val="dk2"/>
              </a:buClr>
              <a:buSzPct val="100000"/>
              <a:buChar char="■"/>
            </a:pPr>
            <a:r>
              <a:rPr lang="en-US"/>
              <a:t>Increment the program counter and store that value back in the program counter: [PC]=[PC] + 4</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25f3a1087f3_0_52"/>
          <p:cNvSpPr txBox="1">
            <a:spLocks noGrp="1"/>
          </p:cNvSpPr>
          <p:nvPr>
            <p:ph type="title"/>
          </p:nvPr>
        </p:nvSpPr>
        <p:spPr>
          <a:xfrm>
            <a:off x="938212" y="382587"/>
            <a:ext cx="7634400" cy="9129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Impact"/>
              <a:buNone/>
            </a:pPr>
            <a:r>
              <a:rPr lang="en-US" sz="4000" b="0" i="0" u="none">
                <a:solidFill>
                  <a:schemeClr val="dk2"/>
                </a:solidFill>
                <a:latin typeface="Impact"/>
                <a:ea typeface="Impact"/>
                <a:cs typeface="Impact"/>
                <a:sym typeface="Impact"/>
              </a:rPr>
              <a:t>MICROPROCESSOR ARCHITECTURE</a:t>
            </a:r>
            <a:endParaRPr/>
          </a:p>
        </p:txBody>
      </p:sp>
      <p:sp>
        <p:nvSpPr>
          <p:cNvPr id="426" name="Google Shape;426;g25f3a1087f3_0_52"/>
          <p:cNvSpPr txBox="1">
            <a:spLocks noGrp="1"/>
          </p:cNvSpPr>
          <p:nvPr>
            <p:ph type="body" idx="1"/>
          </p:nvPr>
        </p:nvSpPr>
        <p:spPr>
          <a:xfrm>
            <a:off x="938212" y="1600200"/>
            <a:ext cx="7634400" cy="4279800"/>
          </a:xfrm>
          <a:prstGeom prst="rect">
            <a:avLst/>
          </a:prstGeom>
          <a:noFill/>
          <a:ln>
            <a:noFill/>
          </a:ln>
        </p:spPr>
        <p:txBody>
          <a:bodyPr spcFirstLastPara="1" wrap="square" lIns="91425" tIns="45700" rIns="91425" bIns="45700" anchor="t" anchorCtr="0">
            <a:normAutofit fontScale="92500" lnSpcReduction="20000"/>
          </a:bodyPr>
          <a:lstStyle/>
          <a:p>
            <a:pPr marL="228600" marR="0" lvl="0" indent="-219075" algn="l" rtl="0">
              <a:lnSpc>
                <a:spcPct val="110000"/>
              </a:lnSpc>
              <a:spcBef>
                <a:spcPts val="0"/>
              </a:spcBef>
              <a:spcAft>
                <a:spcPts val="0"/>
              </a:spcAft>
              <a:buClr>
                <a:schemeClr val="dk2"/>
              </a:buClr>
              <a:buSzPct val="100000"/>
              <a:buFont typeface="Arial"/>
              <a:buChar char="•"/>
            </a:pPr>
            <a:r>
              <a:rPr lang="en-US" sz="2000" b="0" i="0" u="none">
                <a:solidFill>
                  <a:srgbClr val="595959"/>
                </a:solidFill>
                <a:latin typeface="Gill Sans"/>
                <a:ea typeface="Gill Sans"/>
                <a:cs typeface="Gill Sans"/>
                <a:sym typeface="Gill Sans"/>
              </a:rPr>
              <a:t>Microprocessor (Computer) architecture is defined by the instructions (ISA) a processor can execute </a:t>
            </a:r>
            <a:endParaRPr/>
          </a:p>
          <a:p>
            <a:pPr marL="228600" marR="0" lvl="0" indent="-219075" algn="l" rtl="0">
              <a:lnSpc>
                <a:spcPct val="110000"/>
              </a:lnSpc>
              <a:spcBef>
                <a:spcPts val="700"/>
              </a:spcBef>
              <a:spcAft>
                <a:spcPts val="0"/>
              </a:spcAft>
              <a:buClr>
                <a:schemeClr val="dk2"/>
              </a:buClr>
              <a:buSzPct val="100000"/>
              <a:buFont typeface="Arial"/>
              <a:buChar char="•"/>
            </a:pPr>
            <a:r>
              <a:rPr lang="en-US" sz="2000" b="0" i="0" u="none">
                <a:solidFill>
                  <a:srgbClr val="595959"/>
                </a:solidFill>
                <a:latin typeface="Gill Sans"/>
                <a:ea typeface="Gill Sans"/>
                <a:cs typeface="Gill Sans"/>
                <a:sym typeface="Gill Sans"/>
              </a:rPr>
              <a:t>• Programs (e.g. C) written for one processor can run on any other processor of the same architecture </a:t>
            </a:r>
            <a:endParaRPr/>
          </a:p>
          <a:p>
            <a:pPr marL="228600" marR="0" lvl="0" indent="-219075" algn="l" rtl="0">
              <a:lnSpc>
                <a:spcPct val="110000"/>
              </a:lnSpc>
              <a:spcBef>
                <a:spcPts val="700"/>
              </a:spcBef>
              <a:spcAft>
                <a:spcPts val="0"/>
              </a:spcAft>
              <a:buClr>
                <a:schemeClr val="dk2"/>
              </a:buClr>
              <a:buSzPct val="100000"/>
              <a:buFont typeface="Arial"/>
              <a:buChar char="•"/>
            </a:pPr>
            <a:r>
              <a:rPr lang="en-US" sz="2000" b="0" i="0" u="none">
                <a:solidFill>
                  <a:srgbClr val="595959"/>
                </a:solidFill>
                <a:latin typeface="Gill Sans"/>
                <a:ea typeface="Gill Sans"/>
                <a:cs typeface="Gill Sans"/>
                <a:sym typeface="Gill Sans"/>
              </a:rPr>
              <a:t>Current architectures include: </a:t>
            </a:r>
            <a:endParaRPr/>
          </a:p>
          <a:p>
            <a:pPr marL="228600" marR="0" lvl="0" indent="-228600" algn="l" rtl="0">
              <a:lnSpc>
                <a:spcPct val="110000"/>
              </a:lnSpc>
              <a:spcBef>
                <a:spcPts val="700"/>
              </a:spcBef>
              <a:spcAft>
                <a:spcPts val="0"/>
              </a:spcAft>
              <a:buClr>
                <a:schemeClr val="dk2"/>
              </a:buClr>
              <a:buSzPct val="100000"/>
              <a:buFont typeface="Arial"/>
              <a:buNone/>
            </a:pPr>
            <a:r>
              <a:rPr lang="en-US" sz="2000" b="0" i="0" u="none">
                <a:solidFill>
                  <a:srgbClr val="595959"/>
                </a:solidFill>
                <a:latin typeface="Gill Sans"/>
                <a:ea typeface="Gill Sans"/>
                <a:cs typeface="Gill Sans"/>
                <a:sym typeface="Gill Sans"/>
              </a:rPr>
              <a:t>	– IA32 </a:t>
            </a:r>
            <a:r>
              <a:rPr lang="en-US">
                <a:solidFill>
                  <a:srgbClr val="595959"/>
                </a:solidFill>
                <a:latin typeface="Gill Sans"/>
                <a:ea typeface="Gill Sans"/>
                <a:cs typeface="Gill Sans"/>
                <a:sym typeface="Gill Sans"/>
              </a:rPr>
              <a:t>also known as </a:t>
            </a:r>
            <a:r>
              <a:rPr lang="en-US" sz="2000" b="0" i="0" u="none">
                <a:solidFill>
                  <a:srgbClr val="595959"/>
                </a:solidFill>
                <a:latin typeface="Gill Sans"/>
                <a:ea typeface="Gill Sans"/>
                <a:cs typeface="Gill Sans"/>
                <a:sym typeface="Gill Sans"/>
              </a:rPr>
              <a:t>x86 </a:t>
            </a:r>
            <a:endParaRPr/>
          </a:p>
          <a:p>
            <a:pPr marL="228600" marR="0" lvl="0" indent="-228600" algn="l" rtl="0">
              <a:lnSpc>
                <a:spcPct val="110000"/>
              </a:lnSpc>
              <a:spcBef>
                <a:spcPts val="700"/>
              </a:spcBef>
              <a:spcAft>
                <a:spcPts val="0"/>
              </a:spcAft>
              <a:buClr>
                <a:schemeClr val="dk2"/>
              </a:buClr>
              <a:buSzPct val="100000"/>
              <a:buFont typeface="Arial"/>
              <a:buNone/>
            </a:pPr>
            <a:r>
              <a:rPr lang="en-US" sz="2000" b="0" i="0" u="none">
                <a:solidFill>
                  <a:srgbClr val="595959"/>
                </a:solidFill>
                <a:latin typeface="Gill Sans"/>
                <a:ea typeface="Gill Sans"/>
                <a:cs typeface="Gill Sans"/>
                <a:sym typeface="Gill Sans"/>
              </a:rPr>
              <a:t>	– IA64 </a:t>
            </a:r>
            <a:r>
              <a:rPr lang="en-US">
                <a:solidFill>
                  <a:srgbClr val="595959"/>
                </a:solidFill>
                <a:latin typeface="Gill Sans"/>
                <a:ea typeface="Gill Sans"/>
                <a:cs typeface="Gill Sans"/>
                <a:sym typeface="Gill Sans"/>
              </a:rPr>
              <a:t>also known as x86_64 (Intel, AMD)</a:t>
            </a:r>
            <a:endParaRPr/>
          </a:p>
          <a:p>
            <a:pPr marL="228600" marR="0" lvl="0" indent="-228600" algn="l" rtl="0">
              <a:lnSpc>
                <a:spcPct val="110000"/>
              </a:lnSpc>
              <a:spcBef>
                <a:spcPts val="700"/>
              </a:spcBef>
              <a:spcAft>
                <a:spcPts val="0"/>
              </a:spcAft>
              <a:buClr>
                <a:schemeClr val="dk2"/>
              </a:buClr>
              <a:buSzPct val="100000"/>
              <a:buFont typeface="Arial"/>
              <a:buNone/>
            </a:pPr>
            <a:r>
              <a:rPr lang="en-US" sz="2000" b="0" i="0" u="none">
                <a:solidFill>
                  <a:srgbClr val="595959"/>
                </a:solidFill>
                <a:latin typeface="Gill Sans"/>
                <a:ea typeface="Gill Sans"/>
                <a:cs typeface="Gill Sans"/>
                <a:sym typeface="Gill Sans"/>
              </a:rPr>
              <a:t>	– ARM (</a:t>
            </a:r>
            <a:r>
              <a:rPr lang="en-US">
                <a:solidFill>
                  <a:srgbClr val="595959"/>
                </a:solidFill>
                <a:latin typeface="Gill Sans"/>
                <a:ea typeface="Gill Sans"/>
                <a:cs typeface="Gill Sans"/>
                <a:sym typeface="Gill Sans"/>
              </a:rPr>
              <a:t>Qualcomm</a:t>
            </a:r>
            <a:r>
              <a:rPr lang="en-US" sz="2000" b="0" i="0" u="none">
                <a:solidFill>
                  <a:srgbClr val="595959"/>
                </a:solidFill>
                <a:latin typeface="Gill Sans"/>
                <a:ea typeface="Gill Sans"/>
                <a:cs typeface="Gill Sans"/>
                <a:sym typeface="Gill Sans"/>
              </a:rPr>
              <a:t>, Apple)</a:t>
            </a:r>
            <a:endParaRPr/>
          </a:p>
          <a:p>
            <a:pPr marL="228600" marR="0" lvl="0" indent="-228600" algn="l" rtl="0">
              <a:lnSpc>
                <a:spcPct val="110000"/>
              </a:lnSpc>
              <a:spcBef>
                <a:spcPts val="700"/>
              </a:spcBef>
              <a:spcAft>
                <a:spcPts val="0"/>
              </a:spcAft>
              <a:buClr>
                <a:schemeClr val="dk2"/>
              </a:buClr>
              <a:buSzPct val="100000"/>
              <a:buFont typeface="Arial"/>
              <a:buNone/>
            </a:pPr>
            <a:r>
              <a:rPr lang="en-US" sz="2000" b="0" i="0" u="none">
                <a:solidFill>
                  <a:srgbClr val="595959"/>
                </a:solidFill>
                <a:latin typeface="Gill Sans"/>
                <a:ea typeface="Gill Sans"/>
                <a:cs typeface="Gill Sans"/>
                <a:sym typeface="Gill Sans"/>
              </a:rPr>
              <a:t>	– PowerPC (IBM)</a:t>
            </a:r>
            <a:endParaRPr/>
          </a:p>
          <a:p>
            <a:pPr marL="228600" marR="0" lvl="0" indent="-228600" algn="l" rtl="0">
              <a:lnSpc>
                <a:spcPct val="110000"/>
              </a:lnSpc>
              <a:spcBef>
                <a:spcPts val="700"/>
              </a:spcBef>
              <a:spcAft>
                <a:spcPts val="0"/>
              </a:spcAft>
              <a:buClr>
                <a:schemeClr val="dk2"/>
              </a:buClr>
              <a:buSzPct val="100000"/>
              <a:buFont typeface="Arial"/>
              <a:buNone/>
            </a:pPr>
            <a:r>
              <a:rPr lang="en-US" sz="2000" b="0" i="0" u="none">
                <a:solidFill>
                  <a:srgbClr val="595959"/>
                </a:solidFill>
                <a:latin typeface="Gill Sans"/>
                <a:ea typeface="Gill Sans"/>
                <a:cs typeface="Gill Sans"/>
                <a:sym typeface="Gill Sans"/>
              </a:rPr>
              <a:t>	– MIPS</a:t>
            </a:r>
            <a:endParaRPr sz="2000" b="0" i="0" u="none">
              <a:solidFill>
                <a:srgbClr val="595959"/>
              </a:solidFill>
              <a:latin typeface="Gill Sans"/>
              <a:ea typeface="Gill Sans"/>
              <a:cs typeface="Gill Sans"/>
              <a:sym typeface="Gill Sans"/>
            </a:endParaRPr>
          </a:p>
          <a:p>
            <a:pPr marL="228600" lvl="0" indent="-228600" algn="l" rtl="0">
              <a:lnSpc>
                <a:spcPct val="110000"/>
              </a:lnSpc>
              <a:spcBef>
                <a:spcPts val="700"/>
              </a:spcBef>
              <a:spcAft>
                <a:spcPts val="0"/>
              </a:spcAft>
              <a:buClr>
                <a:schemeClr val="dk2"/>
              </a:buClr>
              <a:buSzPct val="100000"/>
              <a:buFont typeface="Arial"/>
              <a:buNone/>
            </a:pPr>
            <a:r>
              <a:rPr lang="en-US">
                <a:solidFill>
                  <a:srgbClr val="595959"/>
                </a:solidFill>
                <a:latin typeface="Gill Sans"/>
                <a:ea typeface="Gill Sans"/>
                <a:cs typeface="Gill Sans"/>
                <a:sym typeface="Gill Sans"/>
              </a:rPr>
              <a:t>	– RISC V (Open Source)</a:t>
            </a:r>
            <a:endParaRPr>
              <a:solidFill>
                <a:srgbClr val="595959"/>
              </a:solidFill>
              <a:latin typeface="Gill Sans"/>
              <a:ea typeface="Gill Sans"/>
              <a:cs typeface="Gill Sans"/>
              <a:sym typeface="Gill Sans"/>
            </a:endParaRPr>
          </a:p>
          <a:p>
            <a:pPr marL="228600" lvl="0" indent="-228600" algn="l" rtl="0">
              <a:lnSpc>
                <a:spcPct val="110000"/>
              </a:lnSpc>
              <a:spcBef>
                <a:spcPts val="700"/>
              </a:spcBef>
              <a:spcAft>
                <a:spcPts val="0"/>
              </a:spcAft>
              <a:buClr>
                <a:schemeClr val="dk2"/>
              </a:buClr>
              <a:buSzPct val="100000"/>
              <a:buFont typeface="Arial"/>
              <a:buNone/>
            </a:pPr>
            <a:r>
              <a:rPr lang="en-US">
                <a:solidFill>
                  <a:srgbClr val="595959"/>
                </a:solidFill>
                <a:latin typeface="Gill Sans"/>
                <a:ea typeface="Gill Sans"/>
                <a:cs typeface="Gill Sans"/>
                <a:sym typeface="Gill Sans"/>
              </a:rPr>
              <a:t>	– Xtensa (ESP32)</a:t>
            </a:r>
            <a:endParaRPr>
              <a:solidFill>
                <a:srgbClr val="595959"/>
              </a:solidFill>
              <a:latin typeface="Gill Sans"/>
              <a:ea typeface="Gill Sans"/>
              <a:cs typeface="Gill Sans"/>
              <a:sym typeface="Gill Sans"/>
            </a:endParaRPr>
          </a:p>
          <a:p>
            <a:pPr marL="228600" marR="0" lvl="0" indent="-228600" algn="l" rtl="0">
              <a:lnSpc>
                <a:spcPct val="110000"/>
              </a:lnSpc>
              <a:spcBef>
                <a:spcPts val="700"/>
              </a:spcBef>
              <a:spcAft>
                <a:spcPts val="0"/>
              </a:spcAft>
              <a:buClr>
                <a:schemeClr val="dk2"/>
              </a:buClr>
              <a:buSzPct val="100000"/>
              <a:buFont typeface="Arial"/>
              <a:buNone/>
            </a:pPr>
            <a:endParaRPr>
              <a:solidFill>
                <a:srgbClr val="595959"/>
              </a:solidFill>
              <a:latin typeface="Gill Sans"/>
              <a:ea typeface="Gill Sans"/>
              <a:cs typeface="Gill Sans"/>
              <a:sym typeface="Gill Sans"/>
            </a:endParaRPr>
          </a:p>
        </p:txBody>
      </p:sp>
      <p:sp>
        <p:nvSpPr>
          <p:cNvPr id="427" name="Google Shape;427;g25f3a1087f3_0_52"/>
          <p:cNvSpPr txBox="1"/>
          <p:nvPr/>
        </p:nvSpPr>
        <p:spPr>
          <a:xfrm>
            <a:off x="3028950" y="6375400"/>
            <a:ext cx="3086100" cy="346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ill Sans"/>
              <a:ea typeface="Gill Sans"/>
              <a:cs typeface="Gill Sans"/>
              <a:sym typeface="Gill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g25f3a1087f3_0_58"/>
          <p:cNvSpPr txBox="1">
            <a:spLocks noGrp="1"/>
          </p:cNvSpPr>
          <p:nvPr>
            <p:ph type="title"/>
          </p:nvPr>
        </p:nvSpPr>
        <p:spPr>
          <a:xfrm>
            <a:off x="1028700" y="685800"/>
            <a:ext cx="7200900" cy="1485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Simulator</a:t>
            </a:r>
            <a:endParaRPr/>
          </a:p>
        </p:txBody>
      </p:sp>
      <p:sp>
        <p:nvSpPr>
          <p:cNvPr id="434" name="Google Shape;434;g25f3a1087f3_0_58"/>
          <p:cNvSpPr txBox="1">
            <a:spLocks noGrp="1"/>
          </p:cNvSpPr>
          <p:nvPr>
            <p:ph type="body" idx="1"/>
          </p:nvPr>
        </p:nvSpPr>
        <p:spPr>
          <a:xfrm>
            <a:off x="1028700" y="2286000"/>
            <a:ext cx="7200900" cy="35814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LEG8 Simulator: ARM University Education Program</a:t>
            </a:r>
            <a:endParaRPr/>
          </a:p>
          <a:p>
            <a:pPr marL="0" lvl="0" indent="0" algn="l" rtl="0">
              <a:lnSpc>
                <a:spcPct val="115000"/>
              </a:lnSpc>
              <a:spcBef>
                <a:spcPts val="200"/>
              </a:spcBef>
              <a:spcAft>
                <a:spcPts val="0"/>
              </a:spcAft>
              <a:buNone/>
            </a:pPr>
            <a:r>
              <a:rPr lang="en-US" sz="1700" u="sng">
                <a:solidFill>
                  <a:srgbClr val="1155CC"/>
                </a:solidFill>
                <a:latin typeface="Arial"/>
                <a:ea typeface="Arial"/>
                <a:cs typeface="Arial"/>
                <a:sym typeface="Arial"/>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https://github.com/arm-university/Graphical-Micro-Architecture-Simulator</a:t>
            </a:r>
            <a:r>
              <a:rPr lang="en-US" sz="1700">
                <a:solidFill>
                  <a:schemeClr val="dk1"/>
                </a:solidFill>
                <a:latin typeface="Arial"/>
                <a:ea typeface="Arial"/>
                <a:cs typeface="Arial"/>
                <a:sym typeface="Arial"/>
              </a:rPr>
              <a:t> </a:t>
            </a:r>
            <a:endParaRPr sz="1700">
              <a:solidFill>
                <a:schemeClr val="dk1"/>
              </a:solidFill>
              <a:latin typeface="Arial"/>
              <a:ea typeface="Arial"/>
              <a:cs typeface="Arial"/>
              <a:sym typeface="Arial"/>
            </a:endParaRPr>
          </a:p>
          <a:p>
            <a:pPr marL="0" lvl="0" indent="0" algn="l" rtl="0">
              <a:spcBef>
                <a:spcPts val="1000"/>
              </a:spcBef>
              <a:spcAft>
                <a:spcPts val="0"/>
              </a:spcAft>
              <a:buNone/>
            </a:pPr>
            <a:r>
              <a:rPr lang="en-US"/>
              <a:t>Browser Based</a:t>
            </a:r>
            <a:endParaRPr/>
          </a:p>
          <a:p>
            <a:pPr marL="0" lvl="0" indent="0" algn="l" rtl="0">
              <a:spcBef>
                <a:spcPts val="1000"/>
              </a:spcBef>
              <a:spcAft>
                <a:spcPts val="0"/>
              </a:spcAft>
              <a:buNone/>
            </a:pPr>
            <a:r>
              <a:rPr lang="en-US"/>
              <a:t>Needs to be downloaded</a:t>
            </a:r>
            <a:endParaRPr/>
          </a:p>
          <a:p>
            <a:pPr marL="0" lvl="0" indent="0" algn="l" rtl="0">
              <a:spcBef>
                <a:spcPts val="1000"/>
              </a:spcBef>
              <a:spcAft>
                <a:spcPts val="0"/>
              </a:spcAft>
              <a:buNone/>
            </a:pPr>
            <a:endParaRPr/>
          </a:p>
          <a:p>
            <a:pPr marL="0" lvl="0" indent="0" algn="l" rtl="0">
              <a:spcBef>
                <a:spcPts val="1000"/>
              </a:spcBef>
              <a:spcAft>
                <a:spcPts val="0"/>
              </a:spcAft>
              <a:buNone/>
            </a:pPr>
            <a:r>
              <a:rPr lang="en-US"/>
              <a:t>CPUlator: University of Toronto</a:t>
            </a:r>
            <a:endParaRPr/>
          </a:p>
          <a:p>
            <a:pPr marL="0" lvl="0" indent="0" algn="l" rtl="0">
              <a:lnSpc>
                <a:spcPct val="115000"/>
              </a:lnSpc>
              <a:spcBef>
                <a:spcPts val="200"/>
              </a:spcBef>
              <a:spcAft>
                <a:spcPts val="0"/>
              </a:spcAft>
              <a:buNone/>
            </a:pPr>
            <a:r>
              <a:rPr lang="en-US" sz="1900" u="sng">
                <a:solidFill>
                  <a:srgbClr val="1155CC"/>
                </a:solidFill>
                <a:latin typeface="Arial"/>
                <a:ea typeface="Arial"/>
                <a:cs typeface="Arial"/>
                <a:sym typeface="Arial"/>
                <a:hlinkClick r:id="rId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https://cpulator.01xz.net/doc/</a:t>
            </a:r>
            <a:endParaRPr sz="1900">
              <a:solidFill>
                <a:schemeClr val="dk1"/>
              </a:solidFill>
              <a:latin typeface="Arial"/>
              <a:ea typeface="Arial"/>
              <a:cs typeface="Arial"/>
              <a:sym typeface="Arial"/>
            </a:endParaRPr>
          </a:p>
          <a:p>
            <a:pPr marL="0" lvl="0" indent="0" algn="l" rtl="0">
              <a:spcBef>
                <a:spcPts val="1000"/>
              </a:spcBef>
              <a:spcAft>
                <a:spcPts val="0"/>
              </a:spcAft>
              <a:buNone/>
            </a:pPr>
            <a:r>
              <a:rPr lang="en-US"/>
              <a:t>Browser Based</a:t>
            </a:r>
            <a:endParaRPr/>
          </a:p>
          <a:p>
            <a:pPr marL="0" lvl="0" indent="0" algn="l" rtl="0">
              <a:spcBef>
                <a:spcPts val="1000"/>
              </a:spcBef>
              <a:spcAft>
                <a:spcPts val="0"/>
              </a:spcAft>
              <a:buNone/>
            </a:pPr>
            <a:r>
              <a:rPr lang="en-US"/>
              <a:t>No need to be downloaded</a:t>
            </a:r>
            <a:endParaRPr/>
          </a:p>
          <a:p>
            <a:pPr marL="0" lvl="0" indent="0" algn="l" rtl="0">
              <a:lnSpc>
                <a:spcPct val="115000"/>
              </a:lnSpc>
              <a:spcBef>
                <a:spcPts val="200"/>
              </a:spcBef>
              <a:spcAft>
                <a:spcPts val="0"/>
              </a:spcAft>
              <a:buClr>
                <a:schemeClr val="dk1"/>
              </a:buClr>
              <a:buSzPct val="57894"/>
              <a:buFont typeface="Arial"/>
              <a:buNone/>
            </a:pPr>
            <a:endParaRPr sz="1900">
              <a:solidFill>
                <a:schemeClr val="dk1"/>
              </a:solidFill>
              <a:latin typeface="Arial"/>
              <a:ea typeface="Arial"/>
              <a:cs typeface="Arial"/>
              <a:sym typeface="Arial"/>
            </a:endParaRPr>
          </a:p>
          <a:p>
            <a:pPr marL="0" lvl="0" indent="0" algn="l" rtl="0">
              <a:spcBef>
                <a:spcPts val="1000"/>
              </a:spcBef>
              <a:spcAft>
                <a:spcPts val="20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g25f3a1087f3_0_64"/>
          <p:cNvSpPr txBox="1">
            <a:spLocks noGrp="1"/>
          </p:cNvSpPr>
          <p:nvPr>
            <p:ph type="title"/>
          </p:nvPr>
        </p:nvSpPr>
        <p:spPr>
          <a:xfrm>
            <a:off x="938200" y="382581"/>
            <a:ext cx="7634400" cy="700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1" name="Google Shape;441;g25f3a1087f3_0_64"/>
          <p:cNvSpPr txBox="1">
            <a:spLocks noGrp="1"/>
          </p:cNvSpPr>
          <p:nvPr>
            <p:ph type="body" idx="1"/>
          </p:nvPr>
        </p:nvSpPr>
        <p:spPr>
          <a:xfrm>
            <a:off x="938200" y="1363950"/>
            <a:ext cx="7634400" cy="4516200"/>
          </a:xfrm>
          <a:prstGeom prst="rect">
            <a:avLst/>
          </a:prstGeom>
        </p:spPr>
        <p:txBody>
          <a:bodyPr spcFirstLastPara="1" wrap="square" lIns="91425" tIns="45700" rIns="91425" bIns="45700" anchor="t" anchorCtr="0">
            <a:normAutofit fontScale="92500" lnSpcReduction="20000"/>
          </a:bodyPr>
          <a:lstStyle/>
          <a:p>
            <a:pPr marL="0" lvl="0" indent="0" algn="l" rtl="0">
              <a:spcBef>
                <a:spcPts val="1000"/>
              </a:spcBef>
              <a:spcAft>
                <a:spcPts val="0"/>
              </a:spcAft>
              <a:buClr>
                <a:schemeClr val="dk1"/>
              </a:buClr>
              <a:buSzPct val="91666"/>
              <a:buFont typeface="Arial"/>
              <a:buNone/>
            </a:pPr>
            <a:r>
              <a:rPr lang="en-US" sz="1200"/>
              <a:t>@.org    0x1000  // Start at memory location 1000</a:t>
            </a:r>
            <a:endParaRPr sz="1200"/>
          </a:p>
          <a:p>
            <a:pPr marL="0" lvl="0" indent="0" algn="l" rtl="0">
              <a:spcBef>
                <a:spcPts val="1000"/>
              </a:spcBef>
              <a:spcAft>
                <a:spcPts val="0"/>
              </a:spcAft>
              <a:buClr>
                <a:schemeClr val="dk1"/>
              </a:buClr>
              <a:buSzPct val="91666"/>
              <a:buFont typeface="Arial"/>
              <a:buNone/>
            </a:pPr>
            <a:r>
              <a:rPr lang="en-US" sz="1200"/>
              <a:t>.data</a:t>
            </a:r>
            <a:endParaRPr sz="1200"/>
          </a:p>
          <a:p>
            <a:pPr marL="0" lvl="0" indent="0" algn="l" rtl="0">
              <a:spcBef>
                <a:spcPts val="1000"/>
              </a:spcBef>
              <a:spcAft>
                <a:spcPts val="0"/>
              </a:spcAft>
              <a:buClr>
                <a:schemeClr val="dk1"/>
              </a:buClr>
              <a:buSzPct val="91666"/>
              <a:buFont typeface="Arial"/>
              <a:buNone/>
            </a:pPr>
            <a:r>
              <a:rPr lang="en-US" sz="1200"/>
              <a:t>numbers:</a:t>
            </a:r>
            <a:endParaRPr sz="1200"/>
          </a:p>
          <a:p>
            <a:pPr marL="0" lvl="0" indent="0" algn="l" rtl="0">
              <a:spcBef>
                <a:spcPts val="1000"/>
              </a:spcBef>
              <a:spcAft>
                <a:spcPts val="0"/>
              </a:spcAft>
              <a:buClr>
                <a:schemeClr val="dk1"/>
              </a:buClr>
              <a:buSzPct val="91666"/>
              <a:buFont typeface="Arial"/>
              <a:buNone/>
            </a:pPr>
            <a:r>
              <a:rPr lang="en-US" sz="1200"/>
              <a:t>    .word 1, 2, 3, 4, 5, 6, 7, 8, 9, 10, 11, 12, 13, 14, 15, 16, 17, 18, 19, 20, 21, 22, 23, 24, 25, 26, 27, 28, 29, 30</a:t>
            </a:r>
            <a:endParaRPr sz="1200"/>
          </a:p>
          <a:p>
            <a:pPr marL="0" lvl="0" indent="0" algn="l" rtl="0">
              <a:spcBef>
                <a:spcPts val="1000"/>
              </a:spcBef>
              <a:spcAft>
                <a:spcPts val="0"/>
              </a:spcAft>
              <a:buClr>
                <a:schemeClr val="dk1"/>
              </a:buClr>
              <a:buSzPct val="91666"/>
              <a:buFont typeface="Arial"/>
              <a:buNone/>
            </a:pPr>
            <a:r>
              <a:rPr lang="en-US" sz="1200"/>
              <a:t>num_count:</a:t>
            </a:r>
            <a:endParaRPr sz="1200"/>
          </a:p>
          <a:p>
            <a:pPr marL="0" lvl="0" indent="0" algn="l" rtl="0">
              <a:spcBef>
                <a:spcPts val="1000"/>
              </a:spcBef>
              <a:spcAft>
                <a:spcPts val="0"/>
              </a:spcAft>
              <a:buClr>
                <a:schemeClr val="dk1"/>
              </a:buClr>
              <a:buSzPct val="91666"/>
              <a:buFont typeface="Arial"/>
              <a:buNone/>
            </a:pPr>
            <a:r>
              <a:rPr lang="en-US" sz="1200"/>
              <a:t>    .word 30</a:t>
            </a:r>
            <a:endParaRPr sz="1200"/>
          </a:p>
          <a:p>
            <a:pPr marL="0" lvl="0" indent="0" algn="l" rtl="0">
              <a:spcBef>
                <a:spcPts val="1000"/>
              </a:spcBef>
              <a:spcAft>
                <a:spcPts val="0"/>
              </a:spcAft>
              <a:buClr>
                <a:schemeClr val="dk1"/>
              </a:buClr>
              <a:buSzPct val="91666"/>
              <a:buFont typeface="Arial"/>
              <a:buNone/>
            </a:pPr>
            <a:r>
              <a:rPr lang="en-US" sz="1200"/>
              <a:t>.text  // Code section</a:t>
            </a:r>
            <a:endParaRPr sz="1200"/>
          </a:p>
          <a:p>
            <a:pPr marL="0" lvl="0" indent="0" algn="l" rtl="0">
              <a:spcBef>
                <a:spcPts val="1000"/>
              </a:spcBef>
              <a:spcAft>
                <a:spcPts val="0"/>
              </a:spcAft>
              <a:buClr>
                <a:schemeClr val="dk1"/>
              </a:buClr>
              <a:buSzPct val="91666"/>
              <a:buFont typeface="Arial"/>
              <a:buNone/>
            </a:pPr>
            <a:r>
              <a:rPr lang="en-US" sz="1200"/>
              <a:t>.global _start</a:t>
            </a:r>
            <a:endParaRPr sz="1200"/>
          </a:p>
          <a:p>
            <a:pPr marL="0" lvl="0" indent="0" algn="l" rtl="0">
              <a:spcBef>
                <a:spcPts val="1000"/>
              </a:spcBef>
              <a:spcAft>
                <a:spcPts val="0"/>
              </a:spcAft>
              <a:buClr>
                <a:schemeClr val="dk1"/>
              </a:buClr>
              <a:buSzPct val="91666"/>
              <a:buFont typeface="Arial"/>
              <a:buNone/>
            </a:pPr>
            <a:r>
              <a:rPr lang="en-US" sz="1200"/>
              <a:t>_start:</a:t>
            </a:r>
            <a:endParaRPr sz="1200"/>
          </a:p>
          <a:p>
            <a:pPr marL="0" lvl="0" indent="0" algn="l" rtl="0">
              <a:spcBef>
                <a:spcPts val="1000"/>
              </a:spcBef>
              <a:spcAft>
                <a:spcPts val="0"/>
              </a:spcAft>
              <a:buClr>
                <a:schemeClr val="dk1"/>
              </a:buClr>
              <a:buSzPct val="91666"/>
              <a:buFont typeface="Arial"/>
              <a:buNone/>
            </a:pPr>
            <a:r>
              <a:rPr lang="en-US" sz="1200"/>
              <a:t>@ Initialize the sum to 0</a:t>
            </a:r>
            <a:endParaRPr sz="1200"/>
          </a:p>
          <a:p>
            <a:pPr marL="0" lvl="0" indent="0" algn="l" rtl="0">
              <a:spcBef>
                <a:spcPts val="1000"/>
              </a:spcBef>
              <a:spcAft>
                <a:spcPts val="0"/>
              </a:spcAft>
              <a:buClr>
                <a:schemeClr val="dk1"/>
              </a:buClr>
              <a:buSzPct val="91666"/>
              <a:buFont typeface="Arial"/>
              <a:buNone/>
            </a:pPr>
            <a:r>
              <a:rPr lang="en-US" sz="1200"/>
              <a:t>    mov r0, #0</a:t>
            </a:r>
            <a:endParaRPr sz="1200"/>
          </a:p>
          <a:p>
            <a:pPr marL="0" lvl="0" indent="0" algn="l" rtl="0">
              <a:spcBef>
                <a:spcPts val="1000"/>
              </a:spcBef>
              <a:spcAft>
                <a:spcPts val="0"/>
              </a:spcAft>
              <a:buClr>
                <a:schemeClr val="dk1"/>
              </a:buClr>
              <a:buSzPct val="91666"/>
              <a:buFont typeface="Arial"/>
              <a:buNone/>
            </a:pPr>
            <a:r>
              <a:rPr lang="en-US" sz="1200"/>
              <a:t>    @ Load the number of elements (30) into r1</a:t>
            </a:r>
            <a:endParaRPr sz="1200"/>
          </a:p>
          <a:p>
            <a:pPr marL="0" lvl="0" indent="0" algn="l" rtl="0">
              <a:spcBef>
                <a:spcPts val="1000"/>
              </a:spcBef>
              <a:spcAft>
                <a:spcPts val="0"/>
              </a:spcAft>
              <a:buClr>
                <a:schemeClr val="dk1"/>
              </a:buClr>
              <a:buSzPct val="91666"/>
              <a:buFont typeface="Arial"/>
              <a:buNone/>
            </a:pPr>
            <a:r>
              <a:rPr lang="en-US" sz="1200"/>
              <a:t>    ldr r1, =num_count</a:t>
            </a:r>
            <a:endParaRPr sz="1200"/>
          </a:p>
          <a:p>
            <a:pPr marL="0" lvl="0" indent="0" algn="l" rtl="0">
              <a:spcBef>
                <a:spcPts val="1000"/>
              </a:spcBef>
              <a:spcAft>
                <a:spcPts val="0"/>
              </a:spcAft>
              <a:buClr>
                <a:schemeClr val="dk1"/>
              </a:buClr>
              <a:buSzPct val="91666"/>
              <a:buFont typeface="Arial"/>
              <a:buNone/>
            </a:pPr>
            <a:r>
              <a:rPr lang="en-US" sz="1200"/>
              <a:t>    ldr r1, [r1]</a:t>
            </a:r>
            <a:endParaRPr sz="1200"/>
          </a:p>
          <a:p>
            <a:pPr marL="0" lvl="0" indent="0" algn="l" rtl="0">
              <a:spcBef>
                <a:spcPts val="1000"/>
              </a:spcBef>
              <a:spcAft>
                <a:spcPts val="0"/>
              </a:spcAft>
              <a:buClr>
                <a:schemeClr val="dk1"/>
              </a:buClr>
              <a:buSzPct val="91666"/>
              <a:buFont typeface="Arial"/>
              <a:buNone/>
            </a:pPr>
            <a:r>
              <a:rPr lang="en-US" sz="1200"/>
              <a:t>    @ Load the address of the numbers array into r2</a:t>
            </a:r>
            <a:endParaRPr sz="1200"/>
          </a:p>
          <a:p>
            <a:pPr marL="0" lvl="0" indent="0" algn="l" rtl="0">
              <a:spcBef>
                <a:spcPts val="1000"/>
              </a:spcBef>
              <a:spcAft>
                <a:spcPts val="0"/>
              </a:spcAft>
              <a:buClr>
                <a:schemeClr val="dk1"/>
              </a:buClr>
              <a:buSzPct val="91666"/>
              <a:buFont typeface="Arial"/>
              <a:buNone/>
            </a:pPr>
            <a:r>
              <a:rPr lang="en-US" sz="1200"/>
              <a:t>    ldr r2, =numbers</a:t>
            </a:r>
            <a:endParaRPr sz="1200"/>
          </a:p>
          <a:p>
            <a:pPr marL="0" lvl="0" indent="0" algn="l" rtl="0">
              <a:spcBef>
                <a:spcPts val="1000"/>
              </a:spcBef>
              <a:spcAft>
                <a:spcPts val="0"/>
              </a:spcAft>
              <a:buClr>
                <a:schemeClr val="dk1"/>
              </a:buClr>
              <a:buSzPct val="91666"/>
              <a:buFont typeface="Arial"/>
              <a:buNone/>
            </a:pPr>
            <a:r>
              <a:rPr lang="en-US" sz="1200"/>
              <a:t>l</a:t>
            </a:r>
            <a:endParaRPr/>
          </a:p>
          <a:p>
            <a:pPr marL="0" lvl="0" indent="0" algn="l" rtl="0">
              <a:spcBef>
                <a:spcPts val="1000"/>
              </a:spcBef>
              <a:spcAft>
                <a:spcPts val="200"/>
              </a:spcAft>
              <a:buNone/>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g25f3a1087f3_0_70"/>
          <p:cNvSpPr txBox="1">
            <a:spLocks noGrp="1"/>
          </p:cNvSpPr>
          <p:nvPr>
            <p:ph type="title"/>
          </p:nvPr>
        </p:nvSpPr>
        <p:spPr>
          <a:xfrm>
            <a:off x="938200" y="382581"/>
            <a:ext cx="7634400" cy="739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8" name="Google Shape;448;g25f3a1087f3_0_70"/>
          <p:cNvSpPr txBox="1">
            <a:spLocks noGrp="1"/>
          </p:cNvSpPr>
          <p:nvPr>
            <p:ph type="body" idx="1"/>
          </p:nvPr>
        </p:nvSpPr>
        <p:spPr>
          <a:xfrm>
            <a:off x="752075" y="1414950"/>
            <a:ext cx="7820400" cy="50988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Clr>
                <a:schemeClr val="dk1"/>
              </a:buClr>
              <a:buSzPts val="1100"/>
              <a:buFont typeface="Arial"/>
              <a:buNone/>
            </a:pPr>
            <a:r>
              <a:rPr lang="en-US" sz="1200"/>
              <a:t>loop:</a:t>
            </a:r>
            <a:endParaRPr sz="1200"/>
          </a:p>
          <a:p>
            <a:pPr marL="0" lvl="0" indent="0" algn="l" rtl="0">
              <a:spcBef>
                <a:spcPts val="1000"/>
              </a:spcBef>
              <a:spcAft>
                <a:spcPts val="0"/>
              </a:spcAft>
              <a:buClr>
                <a:schemeClr val="dk1"/>
              </a:buClr>
              <a:buSzPts val="1100"/>
              <a:buFont typeface="Arial"/>
              <a:buNone/>
            </a:pPr>
            <a:r>
              <a:rPr lang="en-US" sz="1200"/>
              <a:t>    @ Load the current number into r3</a:t>
            </a:r>
            <a:endParaRPr sz="1200"/>
          </a:p>
          <a:p>
            <a:pPr marL="0" lvl="0" indent="0" algn="l" rtl="0">
              <a:spcBef>
                <a:spcPts val="1000"/>
              </a:spcBef>
              <a:spcAft>
                <a:spcPts val="0"/>
              </a:spcAft>
              <a:buClr>
                <a:schemeClr val="dk1"/>
              </a:buClr>
              <a:buSzPts val="1100"/>
              <a:buFont typeface="Arial"/>
              <a:buNone/>
            </a:pPr>
            <a:r>
              <a:rPr lang="en-US" sz="1200"/>
              <a:t>    ldr r3, [r2], #4  @ Load the value at the current address and increment the address by 4 bytes</a:t>
            </a:r>
            <a:endParaRPr sz="1200"/>
          </a:p>
          <a:p>
            <a:pPr marL="0" lvl="0" indent="0" algn="l" rtl="0">
              <a:spcBef>
                <a:spcPts val="1000"/>
              </a:spcBef>
              <a:spcAft>
                <a:spcPts val="0"/>
              </a:spcAft>
              <a:buClr>
                <a:schemeClr val="dk1"/>
              </a:buClr>
              <a:buSzPts val="1100"/>
              <a:buFont typeface="Arial"/>
              <a:buNone/>
            </a:pPr>
            <a:r>
              <a:rPr lang="en-US" sz="1200"/>
              <a:t>    @ Add the current number to the sum in r0</a:t>
            </a:r>
            <a:endParaRPr sz="1200"/>
          </a:p>
          <a:p>
            <a:pPr marL="0" lvl="0" indent="0" algn="l" rtl="0">
              <a:spcBef>
                <a:spcPts val="1000"/>
              </a:spcBef>
              <a:spcAft>
                <a:spcPts val="0"/>
              </a:spcAft>
              <a:buClr>
                <a:schemeClr val="dk1"/>
              </a:buClr>
              <a:buSzPts val="1100"/>
              <a:buFont typeface="Arial"/>
              <a:buNone/>
            </a:pPr>
            <a:r>
              <a:rPr lang="en-US" sz="1200"/>
              <a:t>    add r0, r0, r3</a:t>
            </a:r>
            <a:endParaRPr sz="1200"/>
          </a:p>
          <a:p>
            <a:pPr marL="0" lvl="0" indent="0" algn="l" rtl="0">
              <a:spcBef>
                <a:spcPts val="1000"/>
              </a:spcBef>
              <a:spcAft>
                <a:spcPts val="0"/>
              </a:spcAft>
              <a:buClr>
                <a:schemeClr val="dk1"/>
              </a:buClr>
              <a:buSzPts val="1100"/>
              <a:buFont typeface="Arial"/>
              <a:buNone/>
            </a:pPr>
            <a:r>
              <a:rPr lang="en-US" sz="1200"/>
              <a:t>    @ Decrement the counter (r1) by 1</a:t>
            </a:r>
            <a:endParaRPr sz="1200"/>
          </a:p>
          <a:p>
            <a:pPr marL="0" lvl="0" indent="0" algn="l" rtl="0">
              <a:spcBef>
                <a:spcPts val="1000"/>
              </a:spcBef>
              <a:spcAft>
                <a:spcPts val="0"/>
              </a:spcAft>
              <a:buClr>
                <a:schemeClr val="dk1"/>
              </a:buClr>
              <a:buSzPts val="1100"/>
              <a:buFont typeface="Arial"/>
              <a:buNone/>
            </a:pPr>
            <a:r>
              <a:rPr lang="en-US" sz="1200"/>
              <a:t>    subs r1, r1, #1</a:t>
            </a:r>
            <a:endParaRPr sz="1200"/>
          </a:p>
          <a:p>
            <a:pPr marL="0" lvl="0" indent="0" algn="l" rtl="0">
              <a:spcBef>
                <a:spcPts val="1000"/>
              </a:spcBef>
              <a:spcAft>
                <a:spcPts val="0"/>
              </a:spcAft>
              <a:buClr>
                <a:schemeClr val="dk1"/>
              </a:buClr>
              <a:buSzPts val="1100"/>
              <a:buFont typeface="Arial"/>
              <a:buNone/>
            </a:pPr>
            <a:r>
              <a:rPr lang="en-US" sz="1200"/>
              <a:t>    @ Check if the counter has reached 0 (end of loop)</a:t>
            </a:r>
            <a:endParaRPr sz="1200"/>
          </a:p>
          <a:p>
            <a:pPr marL="0" lvl="0" indent="0" algn="l" rtl="0">
              <a:spcBef>
                <a:spcPts val="1000"/>
              </a:spcBef>
              <a:spcAft>
                <a:spcPts val="0"/>
              </a:spcAft>
              <a:buClr>
                <a:schemeClr val="dk1"/>
              </a:buClr>
              <a:buSzPts val="1100"/>
              <a:buFont typeface="Arial"/>
              <a:buNone/>
            </a:pPr>
            <a:r>
              <a:rPr lang="en-US" sz="1200"/>
              <a:t>    bne loop  @ Branch to 'loop' if r1 is not equal to 0</a:t>
            </a:r>
            <a:endParaRPr sz="1200"/>
          </a:p>
          <a:p>
            <a:pPr marL="0" lvl="0" indent="0" algn="l" rtl="0">
              <a:spcBef>
                <a:spcPts val="1000"/>
              </a:spcBef>
              <a:spcAft>
                <a:spcPts val="0"/>
              </a:spcAft>
              <a:buClr>
                <a:schemeClr val="dk1"/>
              </a:buClr>
              <a:buSzPts val="1100"/>
              <a:buFont typeface="Arial"/>
              <a:buNone/>
            </a:pPr>
            <a:r>
              <a:rPr lang="en-US" sz="1200"/>
              <a:t>    @ The loop is done; r0 contains the sum</a:t>
            </a:r>
            <a:endParaRPr sz="1200"/>
          </a:p>
          <a:p>
            <a:pPr marL="0" lvl="0" indent="0" algn="l" rtl="0">
              <a:spcBef>
                <a:spcPts val="1000"/>
              </a:spcBef>
              <a:spcAft>
                <a:spcPts val="0"/>
              </a:spcAft>
              <a:buClr>
                <a:schemeClr val="dk1"/>
              </a:buClr>
              <a:buSzPts val="1100"/>
              <a:buFont typeface="Arial"/>
              <a:buNone/>
            </a:pPr>
            <a:r>
              <a:rPr lang="en-US" sz="1200"/>
              <a:t>    @ Put your further code here or return from the function if needed</a:t>
            </a:r>
            <a:endParaRPr sz="1200"/>
          </a:p>
          <a:p>
            <a:pPr marL="0" lvl="0" indent="0" algn="l" rtl="0">
              <a:spcBef>
                <a:spcPts val="1000"/>
              </a:spcBef>
              <a:spcAft>
                <a:spcPts val="0"/>
              </a:spcAft>
              <a:buClr>
                <a:schemeClr val="dk1"/>
              </a:buClr>
              <a:buSzPts val="1100"/>
              <a:buFont typeface="Arial"/>
              <a:buNone/>
            </a:pPr>
            <a:r>
              <a:rPr lang="en-US" sz="1200"/>
              <a:t>    @ For example, to exit a program in ARM assembly, you can use the following:</a:t>
            </a:r>
            <a:endParaRPr sz="1200"/>
          </a:p>
          <a:p>
            <a:pPr marL="0" lvl="0" indent="0" algn="l" rtl="0">
              <a:spcBef>
                <a:spcPts val="1000"/>
              </a:spcBef>
              <a:spcAft>
                <a:spcPts val="0"/>
              </a:spcAft>
              <a:buClr>
                <a:schemeClr val="dk1"/>
              </a:buClr>
              <a:buSzPts val="1100"/>
              <a:buFont typeface="Arial"/>
              <a:buNone/>
            </a:pPr>
            <a:r>
              <a:rPr lang="en-US" sz="1200"/>
              <a:t>    mov r7, #0  @ syscall number for "exit"</a:t>
            </a:r>
            <a:endParaRPr sz="1200"/>
          </a:p>
          <a:p>
            <a:pPr marL="0" lvl="0" indent="0" algn="l" rtl="0">
              <a:spcBef>
                <a:spcPts val="1000"/>
              </a:spcBef>
              <a:spcAft>
                <a:spcPts val="0"/>
              </a:spcAft>
              <a:buClr>
                <a:schemeClr val="dk1"/>
              </a:buClr>
              <a:buSzPts val="1100"/>
              <a:buFont typeface="Arial"/>
              <a:buNone/>
            </a:pPr>
            <a:r>
              <a:rPr lang="en-US" sz="1200"/>
              <a:t>// End program</a:t>
            </a:r>
            <a:endParaRPr sz="1200"/>
          </a:p>
          <a:p>
            <a:pPr marL="0" lvl="0" indent="0" algn="l" rtl="0">
              <a:spcBef>
                <a:spcPts val="1000"/>
              </a:spcBef>
              <a:spcAft>
                <a:spcPts val="0"/>
              </a:spcAft>
              <a:buClr>
                <a:schemeClr val="dk1"/>
              </a:buClr>
              <a:buSzPts val="1100"/>
              <a:buFont typeface="Arial"/>
              <a:buNone/>
            </a:pPr>
            <a:r>
              <a:rPr lang="en-US" sz="1200"/>
              <a:t>_stop:</a:t>
            </a:r>
            <a:endParaRPr sz="1200"/>
          </a:p>
          <a:p>
            <a:pPr marL="0" lvl="0" indent="0" algn="l" rtl="0">
              <a:spcBef>
                <a:spcPts val="1000"/>
              </a:spcBef>
              <a:spcAft>
                <a:spcPts val="0"/>
              </a:spcAft>
              <a:buClr>
                <a:schemeClr val="dk1"/>
              </a:buClr>
              <a:buSzPts val="1100"/>
              <a:buFont typeface="Arial"/>
              <a:buNone/>
            </a:pPr>
            <a:r>
              <a:rPr lang="en-US" sz="1200"/>
              <a:t>B _stop</a:t>
            </a:r>
            <a:endParaRPr sz="1200"/>
          </a:p>
          <a:p>
            <a:pPr marL="0" lvl="0" indent="0" algn="l" rtl="0">
              <a:spcBef>
                <a:spcPts val="1000"/>
              </a:spcBef>
              <a:spcAft>
                <a:spcPts val="0"/>
              </a:spcAft>
              <a:buClr>
                <a:schemeClr val="dk1"/>
              </a:buClr>
              <a:buSzPts val="1100"/>
              <a:buFont typeface="Arial"/>
              <a:buNone/>
            </a:pPr>
            <a:r>
              <a:rPr lang="en-US" sz="1200"/>
              <a:t>.end</a:t>
            </a:r>
            <a:endParaRPr sz="1200"/>
          </a:p>
          <a:p>
            <a:pPr marL="0" lvl="0" indent="0" algn="l" rtl="0">
              <a:spcBef>
                <a:spcPts val="1000"/>
              </a:spcBef>
              <a:spcAft>
                <a:spcPts val="20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18"/>
          <p:cNvSpPr txBox="1">
            <a:spLocks noGrp="1"/>
          </p:cNvSpPr>
          <p:nvPr>
            <p:ph type="title"/>
          </p:nvPr>
        </p:nvSpPr>
        <p:spPr>
          <a:xfrm>
            <a:off x="1028700" y="685800"/>
            <a:ext cx="7200900" cy="148590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4400"/>
              <a:buFont typeface="Libre Franklin"/>
              <a:buNone/>
            </a:pPr>
            <a:endParaRPr/>
          </a:p>
        </p:txBody>
      </p:sp>
      <p:sp>
        <p:nvSpPr>
          <p:cNvPr id="454" name="Google Shape;454;p18"/>
          <p:cNvSpPr txBox="1">
            <a:spLocks noGrp="1"/>
          </p:cNvSpPr>
          <p:nvPr>
            <p:ph type="body" idx="1"/>
          </p:nvPr>
        </p:nvSpPr>
        <p:spPr>
          <a:xfrm>
            <a:off x="1028700" y="2286000"/>
            <a:ext cx="7200900" cy="3581400"/>
          </a:xfrm>
          <a:prstGeom prst="rect">
            <a:avLst/>
          </a:prstGeom>
          <a:noFill/>
          <a:ln>
            <a:noFill/>
          </a:ln>
        </p:spPr>
        <p:txBody>
          <a:bodyPr spcFirstLastPara="1" wrap="square" lIns="91425" tIns="45700" rIns="91425" bIns="45700" anchor="t" anchorCtr="0">
            <a:normAutofit/>
          </a:bodyPr>
          <a:lstStyle/>
          <a:p>
            <a:pPr marL="384048" lvl="0" indent="-257048" algn="ctr" rtl="0">
              <a:lnSpc>
                <a:spcPct val="94000"/>
              </a:lnSpc>
              <a:spcBef>
                <a:spcPts val="0"/>
              </a:spcBef>
              <a:spcAft>
                <a:spcPts val="0"/>
              </a:spcAft>
              <a:buClr>
                <a:schemeClr val="dk2"/>
              </a:buClr>
              <a:buSzPts val="2000"/>
              <a:buNone/>
            </a:pPr>
            <a:endParaRPr/>
          </a:p>
          <a:p>
            <a:pPr marL="384048" lvl="0" indent="-257048" algn="ctr" rtl="0">
              <a:lnSpc>
                <a:spcPct val="94000"/>
              </a:lnSpc>
              <a:spcBef>
                <a:spcPts val="1200"/>
              </a:spcBef>
              <a:spcAft>
                <a:spcPts val="0"/>
              </a:spcAft>
              <a:buClr>
                <a:schemeClr val="dk2"/>
              </a:buClr>
              <a:buSzPts val="2000"/>
              <a:buNone/>
            </a:pPr>
            <a:endParaRPr/>
          </a:p>
          <a:p>
            <a:pPr marL="384048" lvl="0" indent="-257048" algn="ctr" rtl="0">
              <a:lnSpc>
                <a:spcPct val="94000"/>
              </a:lnSpc>
              <a:spcBef>
                <a:spcPts val="1200"/>
              </a:spcBef>
              <a:spcAft>
                <a:spcPts val="0"/>
              </a:spcAft>
              <a:buClr>
                <a:schemeClr val="dk2"/>
              </a:buClr>
              <a:buSzPts val="2000"/>
              <a:buNone/>
            </a:pPr>
            <a:endParaRPr/>
          </a:p>
          <a:p>
            <a:pPr marL="0" lvl="0" indent="0" algn="ctr" rtl="0">
              <a:lnSpc>
                <a:spcPct val="94000"/>
              </a:lnSpc>
              <a:spcBef>
                <a:spcPts val="1200"/>
              </a:spcBef>
              <a:spcAft>
                <a:spcPts val="0"/>
              </a:spcAft>
              <a:buClr>
                <a:schemeClr val="dk2"/>
              </a:buClr>
              <a:buSzPts val="3200"/>
              <a:buNone/>
            </a:pPr>
            <a:r>
              <a:rPr lang="en-US" sz="3200"/>
              <a:t>END OF LECTURE#2</a:t>
            </a:r>
            <a:endParaRPr/>
          </a:p>
        </p:txBody>
      </p:sp>
    </p:spTree>
  </p:cSld>
  <p:clrMapOvr>
    <a:masterClrMapping/>
  </p:clrMapOvr>
</p:sld>
</file>

<file path=ppt/theme/theme1.xml><?xml version="1.0" encoding="utf-8"?>
<a:theme xmlns:a="http://schemas.openxmlformats.org/drawingml/2006/main"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1777</Words>
  <Application>Microsoft Office PowerPoint</Application>
  <PresentationFormat>On-screen Show (4:3)</PresentationFormat>
  <Paragraphs>291</Paragraphs>
  <Slides>44</Slides>
  <Notes>44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Noto Sans Symbols</vt:lpstr>
      <vt:lpstr>Calibri</vt:lpstr>
      <vt:lpstr>Courier</vt:lpstr>
      <vt:lpstr>Impact</vt:lpstr>
      <vt:lpstr>Gill Sans</vt:lpstr>
      <vt:lpstr>Arial</vt:lpstr>
      <vt:lpstr>Times New Roman</vt:lpstr>
      <vt:lpstr>Libre Franklin</vt:lpstr>
      <vt:lpstr>Crop</vt:lpstr>
      <vt:lpstr>CSE331: MICROPROCESSOR INTERFACING &amp; EMBEDDED SYSTEMS</vt:lpstr>
      <vt:lpstr>Samsung gear fitness tracker</vt:lpstr>
      <vt:lpstr>Iphone 4 breakdown</vt:lpstr>
      <vt:lpstr>Features of ARM Cortex-M4 Microcontroller (STM32L475)</vt:lpstr>
      <vt:lpstr>STM32L4 in a development board</vt:lpstr>
      <vt:lpstr>Let us recap some basics- Electronics </vt:lpstr>
      <vt:lpstr>MOSFET: nMOS &amp; pMOS</vt:lpstr>
      <vt:lpstr>MOSFET: Channel Length (process technology node- 90nm)</vt:lpstr>
      <vt:lpstr>CMOS: not, nand, nor (universal gates)</vt:lpstr>
      <vt:lpstr>Digital Circuit Classification: Combinational Circuits </vt:lpstr>
      <vt:lpstr>Sequential Circuits</vt:lpstr>
      <vt:lpstr>Sequential Circuit: State Machines</vt:lpstr>
      <vt:lpstr>Mealy and Moore Machine</vt:lpstr>
      <vt:lpstr>Mealy vs Moore Machine</vt:lpstr>
      <vt:lpstr>Clock and Change of State</vt:lpstr>
      <vt:lpstr>Memory</vt:lpstr>
      <vt:lpstr>Flipflops- unit of memory</vt:lpstr>
      <vt:lpstr>Bit Storage Using SR Latch</vt:lpstr>
      <vt:lpstr>SR Flip-flop or simply Flip-flop</vt:lpstr>
      <vt:lpstr>D Flip-flop</vt:lpstr>
      <vt:lpstr>JK Flipflop</vt:lpstr>
      <vt:lpstr>Clock Edge Triggered Bit Storage</vt:lpstr>
      <vt:lpstr>N-Bit Register</vt:lpstr>
      <vt:lpstr>Memory Types: ROM and RAM</vt:lpstr>
      <vt:lpstr>Memory: SRAM and DRAM</vt:lpstr>
      <vt:lpstr>EPROM, EEPROM, FLASH</vt:lpstr>
      <vt:lpstr>Memory Addressing</vt:lpstr>
      <vt:lpstr>Architecture Basics</vt:lpstr>
      <vt:lpstr>CPU stages</vt:lpstr>
      <vt:lpstr>Architecture and Operations</vt:lpstr>
      <vt:lpstr>CPU stages (Pipelines)</vt:lpstr>
      <vt:lpstr>A SIMPLE CPU: PC, ALU, ACCUMULATOR, IR, MEMORY, BUSES, CONTROL LOGIC</vt:lpstr>
      <vt:lpstr>INSTRUCTIONS AND PROGRAMMING</vt:lpstr>
      <vt:lpstr>Target Addressing Example</vt:lpstr>
      <vt:lpstr>MIPS architecture</vt:lpstr>
      <vt:lpstr>MIPS architecture with pipeline and  hazard control</vt:lpstr>
      <vt:lpstr>ARM architecture</vt:lpstr>
      <vt:lpstr>ARM architecture w Pipeline</vt:lpstr>
      <vt:lpstr>A Instruction Stages Example</vt:lpstr>
      <vt:lpstr>MICROPROCESSOR ARCHITECTURE</vt:lpstr>
      <vt:lpstr>Simulator</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CSE331: MICROPROCESSOR INTERFACING &amp; EMBEDDED SYSTEMS</dc:title>
  <dc:creator>Mohammad Qayum</dc:creator>
  <cp:lastModifiedBy>DELL</cp:lastModifiedBy>
  <cp:revision>2</cp:revision>
  <dcterms:created xsi:type="dcterms:W3CDTF">2018-08-27T18:54:00Z</dcterms:created>
  <dcterms:modified xsi:type="dcterms:W3CDTF">2025-05-28T18:17:18Z</dcterms:modified>
</cp:coreProperties>
</file>