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Lst>
  <p:sldSz cy="6858000" cx="9144000"/>
  <p:notesSz cx="9144000" cy="6858000"/>
  <p:embeddedFontLst>
    <p:embeddedFont>
      <p:font typeface="Libre Franklin"/>
      <p:regular r:id="rId111"/>
      <p:bold r:id="rId112"/>
      <p:italic r:id="rId113"/>
      <p:boldItalic r:id="rId114"/>
    </p:embeddedFont>
    <p:embeddedFont>
      <p:font typeface="Noto Sans Symbols"/>
      <p:regular r:id="rId115"/>
      <p:bold r:id="rId116"/>
    </p:embeddedFont>
    <p:embeddedFont>
      <p:font typeface="Carlito"/>
      <p:regular r:id="rId117"/>
      <p:bold r:id="rId118"/>
      <p:italic r:id="rId119"/>
      <p:boldItalic r:id="rId120"/>
    </p:embeddedFont>
    <p:embeddedFont>
      <p:font typeface="Gill Sans"/>
      <p:regular r:id="rId121"/>
      <p:bold r:id="rId1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123" roundtripDataSignature="AMtx7mgxu7mVOCYfQFjygAwHCugAtNkV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08092A-0E1D-4A29-AAB8-C88494F253AD}">
  <a:tblStyle styleId="{A208092A-0E1D-4A29-AAB8-C88494F253AD}"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0B9DC0A3-F2E0-4B43-9110-FBCA3A68A366}"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382893B-5562-418D-B9E1-4DB01A97DB84}" styleName="Table_2">
    <a:wholeTbl>
      <a:tcTxStyle b="off" i="off">
        <a:font>
          <a:latin typeface="Franklin Gothic Book"/>
          <a:ea typeface="Franklin Gothic Book"/>
          <a:cs typeface="Franklin Gothic Book"/>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121" Type="http://schemas.openxmlformats.org/officeDocument/2006/relationships/font" Target="fonts/GillSans-regular.fntdata"/><Relationship Id="rId25" Type="http://schemas.openxmlformats.org/officeDocument/2006/relationships/slide" Target="slides/slide19.xml"/><Relationship Id="rId120" Type="http://schemas.openxmlformats.org/officeDocument/2006/relationships/font" Target="fonts/Carlito-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23" Type="http://customschemas.google.com/relationships/presentationmetadata" Target="metadata"/><Relationship Id="rId122" Type="http://schemas.openxmlformats.org/officeDocument/2006/relationships/font" Target="fonts/GillSans-bold.fntdata"/><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Carlito-bold.fntdata"/><Relationship Id="rId117" Type="http://schemas.openxmlformats.org/officeDocument/2006/relationships/font" Target="fonts/Carlito-regular.fntdata"/><Relationship Id="rId116" Type="http://schemas.openxmlformats.org/officeDocument/2006/relationships/font" Target="fonts/NotoSansSymbols-bold.fntdata"/><Relationship Id="rId115" Type="http://schemas.openxmlformats.org/officeDocument/2006/relationships/font" Target="fonts/NotoSansSymbols-regular.fntdata"/><Relationship Id="rId119" Type="http://schemas.openxmlformats.org/officeDocument/2006/relationships/font" Target="fonts/Carlito-italic.fntdata"/><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LibreFranklin-boldItalic.fntdata"/><Relationship Id="rId18" Type="http://schemas.openxmlformats.org/officeDocument/2006/relationships/slide" Target="slides/slide12.xml"/><Relationship Id="rId113" Type="http://schemas.openxmlformats.org/officeDocument/2006/relationships/font" Target="fonts/LibreFranklin-italic.fntdata"/><Relationship Id="rId112" Type="http://schemas.openxmlformats.org/officeDocument/2006/relationships/font" Target="fonts/LibreFranklin-bold.fntdata"/><Relationship Id="rId111" Type="http://schemas.openxmlformats.org/officeDocument/2006/relationships/font" Target="fonts/LibreFranklin-regular.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5e051f3650_0_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25e051f3650_0_0: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5e051f3650_0_26: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25e051f3650_0_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2" name="Google Shape;182;g25e051f3650_0_2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5e051f3650_0_3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g25e051f3650_0_33: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5e051f3650_0_4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g25e051f3650_0_46: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5e051f3650_0_5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g25e051f3650_0_59: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5e051f3650_0_23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g25e051f3650_0_237: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3" name="Google Shape;423;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3d4a897f4b_0_189: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23d4a897f4b_0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MSP- Main Stack Pointer, Process Stack Pointer</a:t>
            </a:r>
            <a:endParaRPr/>
          </a:p>
        </p:txBody>
      </p:sp>
      <p:sp>
        <p:nvSpPr>
          <p:cNvPr id="430" name="Google Shape;430;g23d4a897f4b_0_18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3d6451c848_0_15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23d6451c848_0_151: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2f394ee367_0_0: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2f394ee367_0_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5" name="Google Shape;455;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1" name="Google Shape;461;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7" name="Google Shape;467;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3" name="Google Shape;473;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3d4b7dccf2_0_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9" name="Google Shape;479;g23d4b7dccf2_0_5: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3d6451c848_0_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g23d6451c848_0_5: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 name="Google Shape;491;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7" name="Google Shape;497;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3" name="Google Shape;503;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9" name="Google Shape;509;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8" name="Google Shape;518;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 name="Google Shape;524;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1" name="Google Shape;531;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7" name="Google Shape;537;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3d4c276b34_1_1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3" name="Google Shape;543;g23d4c276b34_1_15: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3edef7ba2a_0_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g23edef7ba2a_0_0: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3edef7ba2a_0_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g23edef7ba2a_0_8: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23edef7ba2a_0_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g23edef7ba2a_0_18: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23edef7ba2a_0_3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g23edef7ba2a_0_32: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2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3" name="Google Shape;583;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3" name="Google Shape;593;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1" name="Google Shape;601;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9" name="Google Shape;609;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2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5" name="Google Shape;615;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1" name="Google Shape;621;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7" name="Google Shape;627;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23d6451c848_0_6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g23d6451c848_0_62: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23d6451c848_0_7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g23d6451c848_0_71: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23d6451c848_0_14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7" name="Google Shape;647;g23d6451c848_0_141: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23d6451c848_0_14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3" name="Google Shape;653;g23d6451c848_0_146: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6aad31d8c3_1_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g26aad31d8c3_1_0: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23d6451c848_0_8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g23d6451c848_0_80: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3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6" name="Google Shape;676;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3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5" name="Google Shape;685;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3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6" name="Google Shape;696;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3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2" name="Google Shape;702;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3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1" name="Google Shape;711;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3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2" name="Google Shape;722;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26ae2a73202_0_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g26ae2a73202_0_0: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3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6" name="Google Shape;746;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4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2" name="Google Shape;752;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4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8" name="Google Shape;758;p4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4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4" name="Google Shape;764;p4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4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6" name="Google Shape;776;p4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4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9" name="Google Shape;789;p4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4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6" name="Google Shape;806;p4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4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3" name="Google Shape;813;p4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3d6451c848_0_2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g23d6451c848_0_227: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23d6451c848_0_24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g23d6451c848_0_246: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3d6451c848_0_25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g23d6451c848_0_257: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3d6451c848_0_27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g23d6451c848_0_277: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23d6451c848_0_28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g23d6451c848_0_285: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23d6451c848_0_29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g23d6451c848_0_292: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23d6451c848_0_29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g23d6451c848_0_299: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3d6451c848_0_30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g23d6451c848_0_305: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23d6451c848_0_3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g23d6451c848_0_311: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23d6451c848_0_3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g23d6451c848_0_317: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23d6451c848_0_3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g23d6451c848_0_326: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4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4" name="Google Shape;934;p4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4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0" name="Google Shape;940;p4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4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7" name="Google Shape;967;p4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5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5" name="Google Shape;995;p5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5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4" name="Google Shape;1024;p5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5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3" name="Google Shape;1053;p5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5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3" name="Google Shape;1083;p5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5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3" name="Google Shape;1113;p5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p5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3" name="Google Shape;1123;p5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23d4a897f4b_0_212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3" name="Google Shape;1133;g23d4a897f4b_0_2128: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23d4a897f4b_0_151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6" name="Google Shape;1156;g23d4a897f4b_0_1512: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23d4a897f4b_0_153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9" name="Google Shape;1179;g23d4a897f4b_0_1534: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23d4a897f4b_0_154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8" name="Google Shape;1188;g23d4a897f4b_0_1542: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23d4a897f4b_0_155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7" name="Google Shape;1197;g23d4a897f4b_0_1550: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23d4a897f4b_0_161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2" name="Google Shape;1262;g23d4a897f4b_0_1618: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23d4a897f4b_0_1687: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8" name="Google Shape;1328;g23d4a897f4b_0_16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329" name="Google Shape;1329;g23d4a897f4b_0_168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g23d4a897f4b_0_175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5" name="Google Shape;1395;g23d4a897f4b_0_1757: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g23d4a897f4b_0_182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5" name="Google Shape;1465;g23d4a897f4b_0_1826: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23d4a897f4b_0_189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5" name="Google Shape;1535;g23d4a897f4b_0_1899: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g23d4a897f4b_0_196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1" name="Google Shape;1601;g23d4a897f4b_0_1968: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g23d4a897f4b_0_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7" name="Google Shape;1667;g23d4a897f4b_0_0: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2" name="Shape 1672"/>
        <p:cNvGrpSpPr/>
        <p:nvPr/>
      </p:nvGrpSpPr>
      <p:grpSpPr>
        <a:xfrm>
          <a:off x="0" y="0"/>
          <a:ext cx="0" cy="0"/>
          <a:chOff x="0" y="0"/>
          <a:chExt cx="0" cy="0"/>
        </a:xfrm>
      </p:grpSpPr>
      <p:sp>
        <p:nvSpPr>
          <p:cNvPr id="1673" name="Google Shape;1673;g23d4a897f4b_0_6: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4" name="Google Shape;1674;g23d4a897f4b_0_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#define     __I     volatile const    /*!&lt; defines 'read only' permissions      */</a:t>
            </a:r>
            <a:endParaRPr/>
          </a:p>
          <a:p>
            <a:pPr indent="0" lvl="0" marL="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#define     __O     volatile          /*!&lt; defines 'write only' permissions     */</a:t>
            </a:r>
            <a:endParaRPr/>
          </a:p>
          <a:p>
            <a:pPr indent="0" lvl="0" marL="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#define     __IO    volatile          /*!&lt; defines 'read / write' permissions   */</a:t>
            </a:r>
            <a:endParaRPr/>
          </a:p>
          <a:p>
            <a:pPr indent="0" lvl="0" marL="0" rtl="0" algn="l">
              <a:lnSpc>
                <a:spcPct val="100000"/>
              </a:lnSpc>
              <a:spcBef>
                <a:spcPts val="0"/>
              </a:spcBef>
              <a:spcAft>
                <a:spcPts val="0"/>
              </a:spcAft>
              <a:buSzPts val="1100"/>
              <a:buNone/>
            </a:pPr>
            <a:r>
              <a:t/>
            </a:r>
            <a:endParaRPr/>
          </a:p>
        </p:txBody>
      </p:sp>
      <p:sp>
        <p:nvSpPr>
          <p:cNvPr id="1675" name="Google Shape;1675;g23d4a897f4b_0_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4" name="Shape 1694"/>
        <p:cNvGrpSpPr/>
        <p:nvPr/>
      </p:nvGrpSpPr>
      <p:grpSpPr>
        <a:xfrm>
          <a:off x="0" y="0"/>
          <a:ext cx="0" cy="0"/>
          <a:chOff x="0" y="0"/>
          <a:chExt cx="0" cy="0"/>
        </a:xfrm>
      </p:grpSpPr>
      <p:sp>
        <p:nvSpPr>
          <p:cNvPr id="1695" name="Google Shape;1695;g23d4a897f4b_0_27: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6" name="Google Shape;1696;g23d4a897f4b_0_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#define     __I     volatile const    /*!&lt; defines 'read only' permissions      */</a:t>
            </a:r>
            <a:endParaRPr/>
          </a:p>
          <a:p>
            <a:pPr indent="0" lvl="0" marL="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#define     __O     volatile          /*!&lt; defines 'write only' permissions     */</a:t>
            </a:r>
            <a:endParaRPr/>
          </a:p>
          <a:p>
            <a:pPr indent="0" lvl="0" marL="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#define     __IO    volatile          /*!&lt; defines 'read / write' permissions   */</a:t>
            </a:r>
            <a:endParaRPr/>
          </a:p>
          <a:p>
            <a:pPr indent="0" lvl="0" marL="0" rtl="0" algn="l">
              <a:lnSpc>
                <a:spcPct val="100000"/>
              </a:lnSpc>
              <a:spcBef>
                <a:spcPts val="0"/>
              </a:spcBef>
              <a:spcAft>
                <a:spcPts val="0"/>
              </a:spcAft>
              <a:buSzPts val="1100"/>
              <a:buNone/>
            </a:pPr>
            <a:r>
              <a:t/>
            </a:r>
            <a:endParaRPr/>
          </a:p>
        </p:txBody>
      </p:sp>
      <p:sp>
        <p:nvSpPr>
          <p:cNvPr id="1697" name="Google Shape;1697;g23d4a897f4b_0_2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2" name="Shape 1712"/>
        <p:cNvGrpSpPr/>
        <p:nvPr/>
      </p:nvGrpSpPr>
      <p:grpSpPr>
        <a:xfrm>
          <a:off x="0" y="0"/>
          <a:ext cx="0" cy="0"/>
          <a:chOff x="0" y="0"/>
          <a:chExt cx="0" cy="0"/>
        </a:xfrm>
      </p:grpSpPr>
      <p:sp>
        <p:nvSpPr>
          <p:cNvPr id="1713" name="Google Shape;1713;g23d4a897f4b_0_44: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4" name="Google Shape;1714;g23d4a897f4b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#define     __I     volatile const    /*!&lt; defines 'read only' permissions      */</a:t>
            </a:r>
            <a:endParaRPr/>
          </a:p>
          <a:p>
            <a:pPr indent="0" lvl="0" marL="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#define     __O     volatile          /*!&lt; defines 'write only' permissions     */</a:t>
            </a:r>
            <a:endParaRPr/>
          </a:p>
          <a:p>
            <a:pPr indent="0" lvl="0" marL="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#define     __IO    volatile          /*!&lt; defines 'read / write' permissions   */</a:t>
            </a:r>
            <a:endParaRPr/>
          </a:p>
          <a:p>
            <a:pPr indent="0" lvl="0" marL="0" rtl="0" algn="l">
              <a:lnSpc>
                <a:spcPct val="100000"/>
              </a:lnSpc>
              <a:spcBef>
                <a:spcPts val="0"/>
              </a:spcBef>
              <a:spcAft>
                <a:spcPts val="0"/>
              </a:spcAft>
              <a:buSzPts val="1100"/>
              <a:buNone/>
            </a:pPr>
            <a:r>
              <a:t/>
            </a:r>
            <a:endParaRPr/>
          </a:p>
        </p:txBody>
      </p:sp>
      <p:sp>
        <p:nvSpPr>
          <p:cNvPr id="1715" name="Google Shape;1715;g23d4a897f4b_0_4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g23d4a897f4b_0_6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3" name="Google Shape;1733;g23d4a897f4b_0_62: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g23d4a897f4b_0_7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6" name="Google Shape;1746;g23d4a897f4b_0_74: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g23d4a897f4b_0_8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9" name="Google Shape;1759;g23d4a897f4b_0_86: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1" name="Shape 11"/>
        <p:cNvGrpSpPr/>
        <p:nvPr/>
      </p:nvGrpSpPr>
      <p:grpSpPr>
        <a:xfrm>
          <a:off x="0" y="0"/>
          <a:ext cx="0" cy="0"/>
          <a:chOff x="0" y="0"/>
          <a:chExt cx="0" cy="0"/>
        </a:xfrm>
      </p:grpSpPr>
      <p:sp>
        <p:nvSpPr>
          <p:cNvPr id="12" name="Google Shape;12;p57"/>
          <p:cNvSpPr txBox="1"/>
          <p:nvPr>
            <p:ph type="ctrTitle"/>
          </p:nvPr>
        </p:nvSpPr>
        <p:spPr>
          <a:xfrm>
            <a:off x="1425194" y="2146554"/>
            <a:ext cx="6293611" cy="136652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400">
                <a:solidFill>
                  <a:schemeClr val="dk1"/>
                </a:solidFill>
                <a:latin typeface="Carlito"/>
                <a:ea typeface="Carlito"/>
                <a:cs typeface="Carlito"/>
                <a:sym typeface="Carli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7"/>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7"/>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7"/>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sp>
        <p:nvSpPr>
          <p:cNvPr id="18" name="Google Shape;18;p58"/>
          <p:cNvSpPr txBox="1"/>
          <p:nvPr>
            <p:ph type="title"/>
          </p:nvPr>
        </p:nvSpPr>
        <p:spPr>
          <a:xfrm>
            <a:off x="3234562" y="462279"/>
            <a:ext cx="2674874" cy="6959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400">
                <a:solidFill>
                  <a:schemeClr val="dk1"/>
                </a:solidFill>
                <a:latin typeface="Carlito"/>
                <a:ea typeface="Carlito"/>
                <a:cs typeface="Carlito"/>
                <a:sym typeface="Carli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8"/>
          <p:cNvSpPr txBox="1"/>
          <p:nvPr>
            <p:ph idx="1" type="body"/>
          </p:nvPr>
        </p:nvSpPr>
        <p:spPr>
          <a:xfrm>
            <a:off x="450850" y="1593850"/>
            <a:ext cx="8310880" cy="44069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 name="Google Shape;20;p58"/>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8"/>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23" name="Shape 23"/>
        <p:cNvGrpSpPr/>
        <p:nvPr/>
      </p:nvGrpSpPr>
      <p:grpSpPr>
        <a:xfrm>
          <a:off x="0" y="0"/>
          <a:ext cx="0" cy="0"/>
          <a:chOff x="0" y="0"/>
          <a:chExt cx="0" cy="0"/>
        </a:xfrm>
      </p:grpSpPr>
      <p:sp>
        <p:nvSpPr>
          <p:cNvPr id="24" name="Google Shape;24;g25e051f3650_0_341"/>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g25e051f3650_0_341"/>
          <p:cNvSpPr txBox="1"/>
          <p:nvPr>
            <p:ph idx="1" type="body"/>
          </p:nvPr>
        </p:nvSpPr>
        <p:spPr>
          <a:xfrm>
            <a:off x="1028700" y="2286000"/>
            <a:ext cx="7200900" cy="3581400"/>
          </a:xfrm>
          <a:prstGeom prst="rect">
            <a:avLst/>
          </a:prstGeom>
          <a:noFill/>
          <a:ln>
            <a:noFill/>
          </a:ln>
        </p:spPr>
        <p:txBody>
          <a:bodyPr anchorCtr="0" anchor="t" bIns="45700" lIns="91425" spcFirstLastPara="1" rIns="91425" wrap="square" tIns="45700">
            <a:normAutofit/>
          </a:bodyPr>
          <a:lstStyle>
            <a:lvl1pPr indent="-228600" lvl="0" marL="457200" algn="l">
              <a:lnSpc>
                <a:spcPct val="94000"/>
              </a:lnSpc>
              <a:spcBef>
                <a:spcPts val="1000"/>
              </a:spcBef>
              <a:spcAft>
                <a:spcPts val="0"/>
              </a:spcAft>
              <a:buClr>
                <a:schemeClr val="dk2"/>
              </a:buClr>
              <a:buSzPts val="1800"/>
              <a:buNone/>
              <a:defRPr/>
            </a:lvl1pPr>
            <a:lvl2pPr indent="-228600" lvl="1" marL="914400" algn="l">
              <a:lnSpc>
                <a:spcPct val="94000"/>
              </a:lnSpc>
              <a:spcBef>
                <a:spcPts val="500"/>
              </a:spcBef>
              <a:spcAft>
                <a:spcPts val="0"/>
              </a:spcAft>
              <a:buClr>
                <a:schemeClr val="dk2"/>
              </a:buClr>
              <a:buSzPts val="1800"/>
              <a:buNone/>
              <a:defRPr/>
            </a:lvl2pPr>
            <a:lvl3pPr indent="-228600" lvl="2" marL="1371600" algn="l">
              <a:lnSpc>
                <a:spcPct val="94000"/>
              </a:lnSpc>
              <a:spcBef>
                <a:spcPts val="500"/>
              </a:spcBef>
              <a:spcAft>
                <a:spcPts val="0"/>
              </a:spcAft>
              <a:buClr>
                <a:schemeClr val="dk2"/>
              </a:buClr>
              <a:buSzPts val="1800"/>
              <a:buNone/>
              <a:defRPr/>
            </a:lvl3pPr>
            <a:lvl4pPr indent="-228600" lvl="3" marL="1828800" algn="l">
              <a:lnSpc>
                <a:spcPct val="94000"/>
              </a:lnSpc>
              <a:spcBef>
                <a:spcPts val="500"/>
              </a:spcBef>
              <a:spcAft>
                <a:spcPts val="0"/>
              </a:spcAft>
              <a:buClr>
                <a:schemeClr val="dk2"/>
              </a:buClr>
              <a:buSzPts val="1800"/>
              <a:buNone/>
              <a:defRPr/>
            </a:lvl4pPr>
            <a:lvl5pPr indent="-228600" lvl="4" marL="2286000" algn="l">
              <a:lnSpc>
                <a:spcPct val="94000"/>
              </a:lnSpc>
              <a:spcBef>
                <a:spcPts val="500"/>
              </a:spcBef>
              <a:spcAft>
                <a:spcPts val="0"/>
              </a:spcAft>
              <a:buClr>
                <a:schemeClr val="dk2"/>
              </a:buClr>
              <a:buSzPts val="1800"/>
              <a:buNone/>
              <a:defRPr/>
            </a:lvl5pPr>
            <a:lvl6pPr indent="-228600" lvl="5" marL="2743200" algn="l">
              <a:lnSpc>
                <a:spcPct val="94000"/>
              </a:lnSpc>
              <a:spcBef>
                <a:spcPts val="500"/>
              </a:spcBef>
              <a:spcAft>
                <a:spcPts val="0"/>
              </a:spcAft>
              <a:buClr>
                <a:schemeClr val="dk2"/>
              </a:buClr>
              <a:buSzPts val="1800"/>
              <a:buNone/>
              <a:defRPr/>
            </a:lvl6pPr>
            <a:lvl7pPr indent="-228600" lvl="6" marL="3200400" algn="l">
              <a:lnSpc>
                <a:spcPct val="94000"/>
              </a:lnSpc>
              <a:spcBef>
                <a:spcPts val="500"/>
              </a:spcBef>
              <a:spcAft>
                <a:spcPts val="0"/>
              </a:spcAft>
              <a:buClr>
                <a:schemeClr val="dk2"/>
              </a:buClr>
              <a:buSzPts val="1800"/>
              <a:buNone/>
              <a:defRPr/>
            </a:lvl7pPr>
            <a:lvl8pPr indent="-228600" lvl="7" marL="3657600" algn="l">
              <a:lnSpc>
                <a:spcPct val="94000"/>
              </a:lnSpc>
              <a:spcBef>
                <a:spcPts val="500"/>
              </a:spcBef>
              <a:spcAft>
                <a:spcPts val="0"/>
              </a:spcAft>
              <a:buClr>
                <a:schemeClr val="dk2"/>
              </a:buClr>
              <a:buSzPts val="1800"/>
              <a:buNone/>
              <a:defRPr/>
            </a:lvl8pPr>
            <a:lvl9pPr indent="-228600" lvl="8" marL="4114800" algn="l">
              <a:lnSpc>
                <a:spcPct val="94000"/>
              </a:lnSpc>
              <a:spcBef>
                <a:spcPts val="500"/>
              </a:spcBef>
              <a:spcAft>
                <a:spcPts val="200"/>
              </a:spcAft>
              <a:buClr>
                <a:schemeClr val="dk2"/>
              </a:buClr>
              <a:buSzPts val="1800"/>
              <a:buNone/>
              <a:defRPr/>
            </a:lvl9pPr>
          </a:lstStyle>
          <a:p/>
        </p:txBody>
      </p:sp>
      <p:sp>
        <p:nvSpPr>
          <p:cNvPr id="26" name="Google Shape;26;g25e051f3650_0_341"/>
          <p:cNvSpPr txBox="1"/>
          <p:nvPr>
            <p:ph idx="10" type="dt"/>
          </p:nvPr>
        </p:nvSpPr>
        <p:spPr>
          <a:xfrm>
            <a:off x="1042988" y="6453386"/>
            <a:ext cx="9033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g25e051f3650_0_341"/>
          <p:cNvSpPr txBox="1"/>
          <p:nvPr>
            <p:ph idx="11" type="ftr"/>
          </p:nvPr>
        </p:nvSpPr>
        <p:spPr>
          <a:xfrm>
            <a:off x="2170173" y="6453386"/>
            <a:ext cx="47106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g25e051f3650_0_341"/>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type="titleOnly">
  <p:cSld name="TITLE_ONLY">
    <p:spTree>
      <p:nvGrpSpPr>
        <p:cNvPr id="29" name="Shape 29"/>
        <p:cNvGrpSpPr/>
        <p:nvPr/>
      </p:nvGrpSpPr>
      <p:grpSpPr>
        <a:xfrm>
          <a:off x="0" y="0"/>
          <a:ext cx="0" cy="0"/>
          <a:chOff x="0" y="0"/>
          <a:chExt cx="0" cy="0"/>
        </a:xfrm>
      </p:grpSpPr>
      <p:sp>
        <p:nvSpPr>
          <p:cNvPr id="30" name="Google Shape;30;g25e051f3650_0_347"/>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g25e051f3650_0_347"/>
          <p:cNvSpPr txBox="1"/>
          <p:nvPr>
            <p:ph idx="10" type="dt"/>
          </p:nvPr>
        </p:nvSpPr>
        <p:spPr>
          <a:xfrm>
            <a:off x="1042988" y="6453386"/>
            <a:ext cx="9033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g25e051f3650_0_347"/>
          <p:cNvSpPr txBox="1"/>
          <p:nvPr>
            <p:ph idx="11" type="ftr"/>
          </p:nvPr>
        </p:nvSpPr>
        <p:spPr>
          <a:xfrm>
            <a:off x="2170173" y="6453386"/>
            <a:ext cx="47106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25e051f3650_0_347"/>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p:cSld name="OBJECT_3">
    <p:spTree>
      <p:nvGrpSpPr>
        <p:cNvPr id="34" name="Shape 34"/>
        <p:cNvGrpSpPr/>
        <p:nvPr/>
      </p:nvGrpSpPr>
      <p:grpSpPr>
        <a:xfrm>
          <a:off x="0" y="0"/>
          <a:ext cx="0" cy="0"/>
          <a:chOff x="0" y="0"/>
          <a:chExt cx="0" cy="0"/>
        </a:xfrm>
      </p:grpSpPr>
      <p:sp>
        <p:nvSpPr>
          <p:cNvPr id="35" name="Google Shape;35;g23d4a897f4b_0_282"/>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g23d4a897f4b_0_282"/>
          <p:cNvSpPr txBox="1"/>
          <p:nvPr>
            <p:ph idx="1" type="body"/>
          </p:nvPr>
        </p:nvSpPr>
        <p:spPr>
          <a:xfrm>
            <a:off x="1028700" y="2286000"/>
            <a:ext cx="7200900" cy="3581400"/>
          </a:xfrm>
          <a:prstGeom prst="rect">
            <a:avLst/>
          </a:prstGeom>
          <a:noFill/>
          <a:ln>
            <a:noFill/>
          </a:ln>
        </p:spPr>
        <p:txBody>
          <a:bodyPr anchorCtr="0" anchor="t" bIns="45700" lIns="91425" spcFirstLastPara="1" rIns="91425" wrap="square" tIns="45700">
            <a:normAutofit/>
          </a:bodyPr>
          <a:lstStyle>
            <a:lvl1pPr indent="-228600" lvl="0" marL="457200" algn="l">
              <a:lnSpc>
                <a:spcPct val="94000"/>
              </a:lnSpc>
              <a:spcBef>
                <a:spcPts val="1000"/>
              </a:spcBef>
              <a:spcAft>
                <a:spcPts val="0"/>
              </a:spcAft>
              <a:buClr>
                <a:schemeClr val="dk2"/>
              </a:buClr>
              <a:buSzPts val="1800"/>
              <a:buNone/>
              <a:defRPr/>
            </a:lvl1pPr>
            <a:lvl2pPr indent="-228600" lvl="1" marL="914400" algn="l">
              <a:lnSpc>
                <a:spcPct val="94000"/>
              </a:lnSpc>
              <a:spcBef>
                <a:spcPts val="500"/>
              </a:spcBef>
              <a:spcAft>
                <a:spcPts val="0"/>
              </a:spcAft>
              <a:buClr>
                <a:schemeClr val="dk2"/>
              </a:buClr>
              <a:buSzPts val="1800"/>
              <a:buNone/>
              <a:defRPr/>
            </a:lvl2pPr>
            <a:lvl3pPr indent="-228600" lvl="2" marL="1371600" algn="l">
              <a:lnSpc>
                <a:spcPct val="94000"/>
              </a:lnSpc>
              <a:spcBef>
                <a:spcPts val="500"/>
              </a:spcBef>
              <a:spcAft>
                <a:spcPts val="0"/>
              </a:spcAft>
              <a:buClr>
                <a:schemeClr val="dk2"/>
              </a:buClr>
              <a:buSzPts val="1800"/>
              <a:buNone/>
              <a:defRPr/>
            </a:lvl3pPr>
            <a:lvl4pPr indent="-228600" lvl="3" marL="1828800" algn="l">
              <a:lnSpc>
                <a:spcPct val="94000"/>
              </a:lnSpc>
              <a:spcBef>
                <a:spcPts val="500"/>
              </a:spcBef>
              <a:spcAft>
                <a:spcPts val="0"/>
              </a:spcAft>
              <a:buClr>
                <a:schemeClr val="dk2"/>
              </a:buClr>
              <a:buSzPts val="1800"/>
              <a:buNone/>
              <a:defRPr/>
            </a:lvl4pPr>
            <a:lvl5pPr indent="-228600" lvl="4" marL="2286000" algn="l">
              <a:lnSpc>
                <a:spcPct val="94000"/>
              </a:lnSpc>
              <a:spcBef>
                <a:spcPts val="500"/>
              </a:spcBef>
              <a:spcAft>
                <a:spcPts val="0"/>
              </a:spcAft>
              <a:buClr>
                <a:schemeClr val="dk2"/>
              </a:buClr>
              <a:buSzPts val="1800"/>
              <a:buNone/>
              <a:defRPr/>
            </a:lvl5pPr>
            <a:lvl6pPr indent="-228600" lvl="5" marL="2743200" algn="l">
              <a:lnSpc>
                <a:spcPct val="94000"/>
              </a:lnSpc>
              <a:spcBef>
                <a:spcPts val="500"/>
              </a:spcBef>
              <a:spcAft>
                <a:spcPts val="0"/>
              </a:spcAft>
              <a:buClr>
                <a:schemeClr val="dk2"/>
              </a:buClr>
              <a:buSzPts val="1800"/>
              <a:buNone/>
              <a:defRPr/>
            </a:lvl6pPr>
            <a:lvl7pPr indent="-228600" lvl="6" marL="3200400" algn="l">
              <a:lnSpc>
                <a:spcPct val="94000"/>
              </a:lnSpc>
              <a:spcBef>
                <a:spcPts val="500"/>
              </a:spcBef>
              <a:spcAft>
                <a:spcPts val="0"/>
              </a:spcAft>
              <a:buClr>
                <a:schemeClr val="dk2"/>
              </a:buClr>
              <a:buSzPts val="1800"/>
              <a:buNone/>
              <a:defRPr/>
            </a:lvl7pPr>
            <a:lvl8pPr indent="-228600" lvl="7" marL="3657600" algn="l">
              <a:lnSpc>
                <a:spcPct val="94000"/>
              </a:lnSpc>
              <a:spcBef>
                <a:spcPts val="500"/>
              </a:spcBef>
              <a:spcAft>
                <a:spcPts val="0"/>
              </a:spcAft>
              <a:buClr>
                <a:schemeClr val="dk2"/>
              </a:buClr>
              <a:buSzPts val="1800"/>
              <a:buNone/>
              <a:defRPr/>
            </a:lvl8pPr>
            <a:lvl9pPr indent="-228600" lvl="8" marL="4114800" algn="l">
              <a:lnSpc>
                <a:spcPct val="94000"/>
              </a:lnSpc>
              <a:spcBef>
                <a:spcPts val="500"/>
              </a:spcBef>
              <a:spcAft>
                <a:spcPts val="200"/>
              </a:spcAft>
              <a:buClr>
                <a:schemeClr val="dk2"/>
              </a:buClr>
              <a:buSzPts val="1800"/>
              <a:buNone/>
              <a:defRPr/>
            </a:lvl9pPr>
          </a:lstStyle>
          <a:p/>
        </p:txBody>
      </p:sp>
      <p:sp>
        <p:nvSpPr>
          <p:cNvPr id="37" name="Google Shape;37;g23d4a897f4b_0_282"/>
          <p:cNvSpPr txBox="1"/>
          <p:nvPr>
            <p:ph idx="10" type="dt"/>
          </p:nvPr>
        </p:nvSpPr>
        <p:spPr>
          <a:xfrm>
            <a:off x="1042988" y="6453386"/>
            <a:ext cx="9033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g23d4a897f4b_0_282"/>
          <p:cNvSpPr txBox="1"/>
          <p:nvPr>
            <p:ph idx="11" type="ftr"/>
          </p:nvPr>
        </p:nvSpPr>
        <p:spPr>
          <a:xfrm>
            <a:off x="2170173" y="6453386"/>
            <a:ext cx="47106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g23d4a897f4b_0_282"/>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0" name="Shape 40"/>
        <p:cNvGrpSpPr/>
        <p:nvPr/>
      </p:nvGrpSpPr>
      <p:grpSpPr>
        <a:xfrm>
          <a:off x="0" y="0"/>
          <a:ext cx="0" cy="0"/>
          <a:chOff x="0" y="0"/>
          <a:chExt cx="0" cy="0"/>
        </a:xfrm>
      </p:grpSpPr>
      <p:sp>
        <p:nvSpPr>
          <p:cNvPr id="41" name="Google Shape;41;p59"/>
          <p:cNvSpPr txBox="1"/>
          <p:nvPr>
            <p:ph type="title"/>
          </p:nvPr>
        </p:nvSpPr>
        <p:spPr>
          <a:xfrm>
            <a:off x="3234562" y="462279"/>
            <a:ext cx="2674874" cy="6959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400">
                <a:solidFill>
                  <a:schemeClr val="dk1"/>
                </a:solidFill>
                <a:latin typeface="Carlito"/>
                <a:ea typeface="Carlito"/>
                <a:cs typeface="Carlito"/>
                <a:sym typeface="Carli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9"/>
          <p:cNvSpPr txBox="1"/>
          <p:nvPr>
            <p:ph idx="1" type="body"/>
          </p:nvPr>
        </p:nvSpPr>
        <p:spPr>
          <a:xfrm>
            <a:off x="535940" y="1524507"/>
            <a:ext cx="2034539" cy="353695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400">
                <a:solidFill>
                  <a:schemeClr val="dk1"/>
                </a:solidFill>
                <a:latin typeface="Courier New"/>
                <a:ea typeface="Courier New"/>
                <a:cs typeface="Courier New"/>
                <a:sym typeface="Courier New"/>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3" name="Google Shape;43;p59"/>
          <p:cNvSpPr txBox="1"/>
          <p:nvPr>
            <p:ph idx="2" type="body"/>
          </p:nvPr>
        </p:nvSpPr>
        <p:spPr>
          <a:xfrm>
            <a:off x="5083302" y="1537004"/>
            <a:ext cx="2958465" cy="409194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800">
                <a:solidFill>
                  <a:schemeClr val="dk1"/>
                </a:solidFill>
                <a:latin typeface="Carlito"/>
                <a:ea typeface="Carlito"/>
                <a:cs typeface="Carlito"/>
                <a:sym typeface="Carlito"/>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4" name="Google Shape;44;p59"/>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9"/>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5">
  <p:cSld name="OBJECT_5">
    <p:spTree>
      <p:nvGrpSpPr>
        <p:cNvPr id="47" name="Shape 47"/>
        <p:cNvGrpSpPr/>
        <p:nvPr/>
      </p:nvGrpSpPr>
      <p:grpSpPr>
        <a:xfrm>
          <a:off x="0" y="0"/>
          <a:ext cx="0" cy="0"/>
          <a:chOff x="0" y="0"/>
          <a:chExt cx="0" cy="0"/>
        </a:xfrm>
      </p:grpSpPr>
      <p:sp>
        <p:nvSpPr>
          <p:cNvPr id="48" name="Google Shape;48;g23d4a897f4b_0_2235"/>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g23d4a897f4b_0_2235"/>
          <p:cNvSpPr txBox="1"/>
          <p:nvPr>
            <p:ph idx="1" type="body"/>
          </p:nvPr>
        </p:nvSpPr>
        <p:spPr>
          <a:xfrm>
            <a:off x="1028700" y="2286000"/>
            <a:ext cx="7200900" cy="3581400"/>
          </a:xfrm>
          <a:prstGeom prst="rect">
            <a:avLst/>
          </a:prstGeom>
          <a:noFill/>
          <a:ln>
            <a:noFill/>
          </a:ln>
        </p:spPr>
        <p:txBody>
          <a:bodyPr anchorCtr="0" anchor="t" bIns="45700" lIns="91425" spcFirstLastPara="1" rIns="91425" wrap="square" tIns="45700">
            <a:normAutofit/>
          </a:bodyPr>
          <a:lstStyle>
            <a:lvl1pPr indent="-228600" lvl="0" marL="457200" algn="l">
              <a:lnSpc>
                <a:spcPct val="94000"/>
              </a:lnSpc>
              <a:spcBef>
                <a:spcPts val="1000"/>
              </a:spcBef>
              <a:spcAft>
                <a:spcPts val="0"/>
              </a:spcAft>
              <a:buClr>
                <a:schemeClr val="dk2"/>
              </a:buClr>
              <a:buSzPts val="1800"/>
              <a:buNone/>
              <a:defRPr/>
            </a:lvl1pPr>
            <a:lvl2pPr indent="-228600" lvl="1" marL="914400" algn="l">
              <a:lnSpc>
                <a:spcPct val="94000"/>
              </a:lnSpc>
              <a:spcBef>
                <a:spcPts val="500"/>
              </a:spcBef>
              <a:spcAft>
                <a:spcPts val="0"/>
              </a:spcAft>
              <a:buClr>
                <a:schemeClr val="dk2"/>
              </a:buClr>
              <a:buSzPts val="1800"/>
              <a:buNone/>
              <a:defRPr/>
            </a:lvl2pPr>
            <a:lvl3pPr indent="-228600" lvl="2" marL="1371600" algn="l">
              <a:lnSpc>
                <a:spcPct val="94000"/>
              </a:lnSpc>
              <a:spcBef>
                <a:spcPts val="500"/>
              </a:spcBef>
              <a:spcAft>
                <a:spcPts val="0"/>
              </a:spcAft>
              <a:buClr>
                <a:schemeClr val="dk2"/>
              </a:buClr>
              <a:buSzPts val="1800"/>
              <a:buNone/>
              <a:defRPr/>
            </a:lvl3pPr>
            <a:lvl4pPr indent="-228600" lvl="3" marL="1828800" algn="l">
              <a:lnSpc>
                <a:spcPct val="94000"/>
              </a:lnSpc>
              <a:spcBef>
                <a:spcPts val="500"/>
              </a:spcBef>
              <a:spcAft>
                <a:spcPts val="0"/>
              </a:spcAft>
              <a:buClr>
                <a:schemeClr val="dk2"/>
              </a:buClr>
              <a:buSzPts val="1800"/>
              <a:buNone/>
              <a:defRPr/>
            </a:lvl4pPr>
            <a:lvl5pPr indent="-228600" lvl="4" marL="2286000" algn="l">
              <a:lnSpc>
                <a:spcPct val="94000"/>
              </a:lnSpc>
              <a:spcBef>
                <a:spcPts val="500"/>
              </a:spcBef>
              <a:spcAft>
                <a:spcPts val="0"/>
              </a:spcAft>
              <a:buClr>
                <a:schemeClr val="dk2"/>
              </a:buClr>
              <a:buSzPts val="1800"/>
              <a:buNone/>
              <a:defRPr/>
            </a:lvl5pPr>
            <a:lvl6pPr indent="-228600" lvl="5" marL="2743200" algn="l">
              <a:lnSpc>
                <a:spcPct val="94000"/>
              </a:lnSpc>
              <a:spcBef>
                <a:spcPts val="500"/>
              </a:spcBef>
              <a:spcAft>
                <a:spcPts val="0"/>
              </a:spcAft>
              <a:buClr>
                <a:schemeClr val="dk2"/>
              </a:buClr>
              <a:buSzPts val="1800"/>
              <a:buNone/>
              <a:defRPr/>
            </a:lvl6pPr>
            <a:lvl7pPr indent="-228600" lvl="6" marL="3200400" algn="l">
              <a:lnSpc>
                <a:spcPct val="94000"/>
              </a:lnSpc>
              <a:spcBef>
                <a:spcPts val="500"/>
              </a:spcBef>
              <a:spcAft>
                <a:spcPts val="0"/>
              </a:spcAft>
              <a:buClr>
                <a:schemeClr val="dk2"/>
              </a:buClr>
              <a:buSzPts val="1800"/>
              <a:buNone/>
              <a:defRPr/>
            </a:lvl7pPr>
            <a:lvl8pPr indent="-228600" lvl="7" marL="3657600" algn="l">
              <a:lnSpc>
                <a:spcPct val="94000"/>
              </a:lnSpc>
              <a:spcBef>
                <a:spcPts val="500"/>
              </a:spcBef>
              <a:spcAft>
                <a:spcPts val="0"/>
              </a:spcAft>
              <a:buClr>
                <a:schemeClr val="dk2"/>
              </a:buClr>
              <a:buSzPts val="1800"/>
              <a:buNone/>
              <a:defRPr/>
            </a:lvl8pPr>
            <a:lvl9pPr indent="-228600" lvl="8" marL="4114800" algn="l">
              <a:lnSpc>
                <a:spcPct val="94000"/>
              </a:lnSpc>
              <a:spcBef>
                <a:spcPts val="500"/>
              </a:spcBef>
              <a:spcAft>
                <a:spcPts val="200"/>
              </a:spcAft>
              <a:buClr>
                <a:schemeClr val="dk2"/>
              </a:buClr>
              <a:buSzPts val="1800"/>
              <a:buNone/>
              <a:defRPr/>
            </a:lvl9pPr>
          </a:lstStyle>
          <a:p/>
        </p:txBody>
      </p:sp>
      <p:sp>
        <p:nvSpPr>
          <p:cNvPr id="50" name="Google Shape;50;g23d4a897f4b_0_2235"/>
          <p:cNvSpPr txBox="1"/>
          <p:nvPr>
            <p:ph idx="10" type="dt"/>
          </p:nvPr>
        </p:nvSpPr>
        <p:spPr>
          <a:xfrm>
            <a:off x="1042988" y="6453386"/>
            <a:ext cx="9033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g23d4a897f4b_0_2235"/>
          <p:cNvSpPr txBox="1"/>
          <p:nvPr>
            <p:ph idx="11" type="ftr"/>
          </p:nvPr>
        </p:nvSpPr>
        <p:spPr>
          <a:xfrm>
            <a:off x="2170173" y="6453386"/>
            <a:ext cx="47106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g23d4a897f4b_0_2235"/>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4">
  <p:cSld name="OBJECT_4">
    <p:spTree>
      <p:nvGrpSpPr>
        <p:cNvPr id="53" name="Shape 53"/>
        <p:cNvGrpSpPr/>
        <p:nvPr/>
      </p:nvGrpSpPr>
      <p:grpSpPr>
        <a:xfrm>
          <a:off x="0" y="0"/>
          <a:ext cx="0" cy="0"/>
          <a:chOff x="0" y="0"/>
          <a:chExt cx="0" cy="0"/>
        </a:xfrm>
      </p:grpSpPr>
      <p:sp>
        <p:nvSpPr>
          <p:cNvPr id="54" name="Google Shape;54;g23d4a897f4b_0_2121"/>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g23d4a897f4b_0_2121"/>
          <p:cNvSpPr txBox="1"/>
          <p:nvPr>
            <p:ph idx="1" type="body"/>
          </p:nvPr>
        </p:nvSpPr>
        <p:spPr>
          <a:xfrm>
            <a:off x="1028700" y="2286000"/>
            <a:ext cx="7200900" cy="3581400"/>
          </a:xfrm>
          <a:prstGeom prst="rect">
            <a:avLst/>
          </a:prstGeom>
          <a:noFill/>
          <a:ln>
            <a:noFill/>
          </a:ln>
        </p:spPr>
        <p:txBody>
          <a:bodyPr anchorCtr="0" anchor="t" bIns="45700" lIns="91425" spcFirstLastPara="1" rIns="91425" wrap="square" tIns="45700">
            <a:normAutofit/>
          </a:bodyPr>
          <a:lstStyle>
            <a:lvl1pPr indent="-228600" lvl="0" marL="457200" algn="l">
              <a:lnSpc>
                <a:spcPct val="94000"/>
              </a:lnSpc>
              <a:spcBef>
                <a:spcPts val="1000"/>
              </a:spcBef>
              <a:spcAft>
                <a:spcPts val="0"/>
              </a:spcAft>
              <a:buClr>
                <a:schemeClr val="dk2"/>
              </a:buClr>
              <a:buSzPts val="1800"/>
              <a:buNone/>
              <a:defRPr/>
            </a:lvl1pPr>
            <a:lvl2pPr indent="-228600" lvl="1" marL="914400" algn="l">
              <a:lnSpc>
                <a:spcPct val="94000"/>
              </a:lnSpc>
              <a:spcBef>
                <a:spcPts val="500"/>
              </a:spcBef>
              <a:spcAft>
                <a:spcPts val="0"/>
              </a:spcAft>
              <a:buClr>
                <a:schemeClr val="dk2"/>
              </a:buClr>
              <a:buSzPts val="1800"/>
              <a:buNone/>
              <a:defRPr/>
            </a:lvl2pPr>
            <a:lvl3pPr indent="-228600" lvl="2" marL="1371600" algn="l">
              <a:lnSpc>
                <a:spcPct val="94000"/>
              </a:lnSpc>
              <a:spcBef>
                <a:spcPts val="500"/>
              </a:spcBef>
              <a:spcAft>
                <a:spcPts val="0"/>
              </a:spcAft>
              <a:buClr>
                <a:schemeClr val="dk2"/>
              </a:buClr>
              <a:buSzPts val="1800"/>
              <a:buNone/>
              <a:defRPr/>
            </a:lvl3pPr>
            <a:lvl4pPr indent="-228600" lvl="3" marL="1828800" algn="l">
              <a:lnSpc>
                <a:spcPct val="94000"/>
              </a:lnSpc>
              <a:spcBef>
                <a:spcPts val="500"/>
              </a:spcBef>
              <a:spcAft>
                <a:spcPts val="0"/>
              </a:spcAft>
              <a:buClr>
                <a:schemeClr val="dk2"/>
              </a:buClr>
              <a:buSzPts val="1800"/>
              <a:buNone/>
              <a:defRPr/>
            </a:lvl4pPr>
            <a:lvl5pPr indent="-228600" lvl="4" marL="2286000" algn="l">
              <a:lnSpc>
                <a:spcPct val="94000"/>
              </a:lnSpc>
              <a:spcBef>
                <a:spcPts val="500"/>
              </a:spcBef>
              <a:spcAft>
                <a:spcPts val="0"/>
              </a:spcAft>
              <a:buClr>
                <a:schemeClr val="dk2"/>
              </a:buClr>
              <a:buSzPts val="1800"/>
              <a:buNone/>
              <a:defRPr/>
            </a:lvl5pPr>
            <a:lvl6pPr indent="-228600" lvl="5" marL="2743200" algn="l">
              <a:lnSpc>
                <a:spcPct val="94000"/>
              </a:lnSpc>
              <a:spcBef>
                <a:spcPts val="500"/>
              </a:spcBef>
              <a:spcAft>
                <a:spcPts val="0"/>
              </a:spcAft>
              <a:buClr>
                <a:schemeClr val="dk2"/>
              </a:buClr>
              <a:buSzPts val="1800"/>
              <a:buNone/>
              <a:defRPr/>
            </a:lvl6pPr>
            <a:lvl7pPr indent="-228600" lvl="6" marL="3200400" algn="l">
              <a:lnSpc>
                <a:spcPct val="94000"/>
              </a:lnSpc>
              <a:spcBef>
                <a:spcPts val="500"/>
              </a:spcBef>
              <a:spcAft>
                <a:spcPts val="0"/>
              </a:spcAft>
              <a:buClr>
                <a:schemeClr val="dk2"/>
              </a:buClr>
              <a:buSzPts val="1800"/>
              <a:buNone/>
              <a:defRPr/>
            </a:lvl7pPr>
            <a:lvl8pPr indent="-228600" lvl="7" marL="3657600" algn="l">
              <a:lnSpc>
                <a:spcPct val="94000"/>
              </a:lnSpc>
              <a:spcBef>
                <a:spcPts val="500"/>
              </a:spcBef>
              <a:spcAft>
                <a:spcPts val="0"/>
              </a:spcAft>
              <a:buClr>
                <a:schemeClr val="dk2"/>
              </a:buClr>
              <a:buSzPts val="1800"/>
              <a:buNone/>
              <a:defRPr/>
            </a:lvl8pPr>
            <a:lvl9pPr indent="-228600" lvl="8" marL="4114800" algn="l">
              <a:lnSpc>
                <a:spcPct val="94000"/>
              </a:lnSpc>
              <a:spcBef>
                <a:spcPts val="500"/>
              </a:spcBef>
              <a:spcAft>
                <a:spcPts val="200"/>
              </a:spcAft>
              <a:buClr>
                <a:schemeClr val="dk2"/>
              </a:buClr>
              <a:buSzPts val="1800"/>
              <a:buNone/>
              <a:defRPr/>
            </a:lvl9pPr>
          </a:lstStyle>
          <a:p/>
        </p:txBody>
      </p:sp>
      <p:sp>
        <p:nvSpPr>
          <p:cNvPr id="56" name="Google Shape;56;g23d4a897f4b_0_2121"/>
          <p:cNvSpPr txBox="1"/>
          <p:nvPr>
            <p:ph idx="10" type="dt"/>
          </p:nvPr>
        </p:nvSpPr>
        <p:spPr>
          <a:xfrm>
            <a:off x="1042988" y="6453386"/>
            <a:ext cx="9033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g23d4a897f4b_0_2121"/>
          <p:cNvSpPr txBox="1"/>
          <p:nvPr>
            <p:ph idx="11" type="ftr"/>
          </p:nvPr>
        </p:nvSpPr>
        <p:spPr>
          <a:xfrm>
            <a:off x="2170173" y="6453386"/>
            <a:ext cx="47106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g23d4a897f4b_0_2121"/>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OBJECT_2">
    <p:spTree>
      <p:nvGrpSpPr>
        <p:cNvPr id="59" name="Shape 59"/>
        <p:cNvGrpSpPr/>
        <p:nvPr/>
      </p:nvGrpSpPr>
      <p:grpSpPr>
        <a:xfrm>
          <a:off x="0" y="0"/>
          <a:ext cx="0" cy="0"/>
          <a:chOff x="0" y="0"/>
          <a:chExt cx="0" cy="0"/>
        </a:xfrm>
      </p:grpSpPr>
      <p:sp>
        <p:nvSpPr>
          <p:cNvPr id="60" name="Google Shape;60;g23d4a897f4b_0_178"/>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g23d4a897f4b_0_178"/>
          <p:cNvSpPr txBox="1"/>
          <p:nvPr>
            <p:ph idx="1" type="body"/>
          </p:nvPr>
        </p:nvSpPr>
        <p:spPr>
          <a:xfrm>
            <a:off x="1028700" y="2286000"/>
            <a:ext cx="7200900" cy="3581400"/>
          </a:xfrm>
          <a:prstGeom prst="rect">
            <a:avLst/>
          </a:prstGeom>
          <a:noFill/>
          <a:ln>
            <a:noFill/>
          </a:ln>
        </p:spPr>
        <p:txBody>
          <a:bodyPr anchorCtr="0" anchor="t" bIns="45700" lIns="91425" spcFirstLastPara="1" rIns="91425" wrap="square" tIns="45700">
            <a:normAutofit/>
          </a:bodyPr>
          <a:lstStyle>
            <a:lvl1pPr indent="-228600" lvl="0" marL="457200" algn="l">
              <a:lnSpc>
                <a:spcPct val="94000"/>
              </a:lnSpc>
              <a:spcBef>
                <a:spcPts val="1000"/>
              </a:spcBef>
              <a:spcAft>
                <a:spcPts val="0"/>
              </a:spcAft>
              <a:buClr>
                <a:schemeClr val="dk2"/>
              </a:buClr>
              <a:buSzPts val="1800"/>
              <a:buNone/>
              <a:defRPr/>
            </a:lvl1pPr>
            <a:lvl2pPr indent="-228600" lvl="1" marL="914400" algn="l">
              <a:lnSpc>
                <a:spcPct val="94000"/>
              </a:lnSpc>
              <a:spcBef>
                <a:spcPts val="500"/>
              </a:spcBef>
              <a:spcAft>
                <a:spcPts val="0"/>
              </a:spcAft>
              <a:buClr>
                <a:schemeClr val="dk2"/>
              </a:buClr>
              <a:buSzPts val="1800"/>
              <a:buNone/>
              <a:defRPr/>
            </a:lvl2pPr>
            <a:lvl3pPr indent="-228600" lvl="2" marL="1371600" algn="l">
              <a:lnSpc>
                <a:spcPct val="94000"/>
              </a:lnSpc>
              <a:spcBef>
                <a:spcPts val="500"/>
              </a:spcBef>
              <a:spcAft>
                <a:spcPts val="0"/>
              </a:spcAft>
              <a:buClr>
                <a:schemeClr val="dk2"/>
              </a:buClr>
              <a:buSzPts val="1800"/>
              <a:buNone/>
              <a:defRPr/>
            </a:lvl3pPr>
            <a:lvl4pPr indent="-228600" lvl="3" marL="1828800" algn="l">
              <a:lnSpc>
                <a:spcPct val="94000"/>
              </a:lnSpc>
              <a:spcBef>
                <a:spcPts val="500"/>
              </a:spcBef>
              <a:spcAft>
                <a:spcPts val="0"/>
              </a:spcAft>
              <a:buClr>
                <a:schemeClr val="dk2"/>
              </a:buClr>
              <a:buSzPts val="1800"/>
              <a:buNone/>
              <a:defRPr/>
            </a:lvl4pPr>
            <a:lvl5pPr indent="-228600" lvl="4" marL="2286000" algn="l">
              <a:lnSpc>
                <a:spcPct val="94000"/>
              </a:lnSpc>
              <a:spcBef>
                <a:spcPts val="500"/>
              </a:spcBef>
              <a:spcAft>
                <a:spcPts val="0"/>
              </a:spcAft>
              <a:buClr>
                <a:schemeClr val="dk2"/>
              </a:buClr>
              <a:buSzPts val="1800"/>
              <a:buNone/>
              <a:defRPr/>
            </a:lvl5pPr>
            <a:lvl6pPr indent="-228600" lvl="5" marL="2743200" algn="l">
              <a:lnSpc>
                <a:spcPct val="94000"/>
              </a:lnSpc>
              <a:spcBef>
                <a:spcPts val="500"/>
              </a:spcBef>
              <a:spcAft>
                <a:spcPts val="0"/>
              </a:spcAft>
              <a:buClr>
                <a:schemeClr val="dk2"/>
              </a:buClr>
              <a:buSzPts val="1800"/>
              <a:buNone/>
              <a:defRPr/>
            </a:lvl6pPr>
            <a:lvl7pPr indent="-228600" lvl="6" marL="3200400" algn="l">
              <a:lnSpc>
                <a:spcPct val="94000"/>
              </a:lnSpc>
              <a:spcBef>
                <a:spcPts val="500"/>
              </a:spcBef>
              <a:spcAft>
                <a:spcPts val="0"/>
              </a:spcAft>
              <a:buClr>
                <a:schemeClr val="dk2"/>
              </a:buClr>
              <a:buSzPts val="1800"/>
              <a:buNone/>
              <a:defRPr/>
            </a:lvl7pPr>
            <a:lvl8pPr indent="-228600" lvl="7" marL="3657600" algn="l">
              <a:lnSpc>
                <a:spcPct val="94000"/>
              </a:lnSpc>
              <a:spcBef>
                <a:spcPts val="500"/>
              </a:spcBef>
              <a:spcAft>
                <a:spcPts val="0"/>
              </a:spcAft>
              <a:buClr>
                <a:schemeClr val="dk2"/>
              </a:buClr>
              <a:buSzPts val="1800"/>
              <a:buNone/>
              <a:defRPr/>
            </a:lvl8pPr>
            <a:lvl9pPr indent="-228600" lvl="8" marL="4114800" algn="l">
              <a:lnSpc>
                <a:spcPct val="94000"/>
              </a:lnSpc>
              <a:spcBef>
                <a:spcPts val="500"/>
              </a:spcBef>
              <a:spcAft>
                <a:spcPts val="200"/>
              </a:spcAft>
              <a:buClr>
                <a:schemeClr val="dk2"/>
              </a:buClr>
              <a:buSzPts val="1800"/>
              <a:buNone/>
              <a:defRPr/>
            </a:lvl9pPr>
          </a:lstStyle>
          <a:p/>
        </p:txBody>
      </p:sp>
      <p:sp>
        <p:nvSpPr>
          <p:cNvPr id="62" name="Google Shape;62;g23d4a897f4b_0_178"/>
          <p:cNvSpPr txBox="1"/>
          <p:nvPr>
            <p:ph idx="10" type="dt"/>
          </p:nvPr>
        </p:nvSpPr>
        <p:spPr>
          <a:xfrm>
            <a:off x="1042988" y="6453386"/>
            <a:ext cx="9033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g23d4a897f4b_0_178"/>
          <p:cNvSpPr txBox="1"/>
          <p:nvPr>
            <p:ph idx="11" type="ftr"/>
          </p:nvPr>
        </p:nvSpPr>
        <p:spPr>
          <a:xfrm>
            <a:off x="2170173" y="6453386"/>
            <a:ext cx="4710600" cy="4047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g23d4a897f4b_0_178"/>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5" name="Shape 65"/>
        <p:cNvGrpSpPr/>
        <p:nvPr/>
      </p:nvGrpSpPr>
      <p:grpSpPr>
        <a:xfrm>
          <a:off x="0" y="0"/>
          <a:ext cx="0" cy="0"/>
          <a:chOff x="0" y="0"/>
          <a:chExt cx="0" cy="0"/>
        </a:xfrm>
      </p:grpSpPr>
      <p:sp>
        <p:nvSpPr>
          <p:cNvPr id="66" name="Google Shape;66;p60"/>
          <p:cNvSpPr txBox="1"/>
          <p:nvPr>
            <p:ph type="title"/>
          </p:nvPr>
        </p:nvSpPr>
        <p:spPr>
          <a:xfrm>
            <a:off x="3234562" y="462279"/>
            <a:ext cx="2674874" cy="6959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400">
                <a:solidFill>
                  <a:schemeClr val="dk1"/>
                </a:solidFill>
                <a:latin typeface="Carlito"/>
                <a:ea typeface="Carlito"/>
                <a:cs typeface="Carlito"/>
                <a:sym typeface="Carli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0"/>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60"/>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0" name="Shape 70"/>
        <p:cNvGrpSpPr/>
        <p:nvPr/>
      </p:nvGrpSpPr>
      <p:grpSpPr>
        <a:xfrm>
          <a:off x="0" y="0"/>
          <a:ext cx="0" cy="0"/>
          <a:chOff x="0" y="0"/>
          <a:chExt cx="0" cy="0"/>
        </a:xfrm>
      </p:grpSpPr>
      <p:sp>
        <p:nvSpPr>
          <p:cNvPr id="71" name="Google Shape;71;p61"/>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1"/>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6" showMasterSp="0">
  <p:cSld name="OBJECT_6">
    <p:bg>
      <p:bgPr>
        <a:solidFill>
          <a:schemeClr val="lt1"/>
        </a:solidFill>
      </p:bgPr>
    </p:bg>
    <p:spTree>
      <p:nvGrpSpPr>
        <p:cNvPr id="74" name="Shape 74"/>
        <p:cNvGrpSpPr/>
        <p:nvPr/>
      </p:nvGrpSpPr>
      <p:grpSpPr>
        <a:xfrm>
          <a:off x="0" y="0"/>
          <a:ext cx="0" cy="0"/>
          <a:chOff x="0" y="0"/>
          <a:chExt cx="0" cy="0"/>
        </a:xfrm>
      </p:grpSpPr>
      <p:sp>
        <p:nvSpPr>
          <p:cNvPr id="75" name="Google Shape;75;g23d6451c848_0_55"/>
          <p:cNvSpPr txBox="1"/>
          <p:nvPr>
            <p:ph type="title"/>
          </p:nvPr>
        </p:nvSpPr>
        <p:spPr>
          <a:xfrm>
            <a:off x="1727961" y="93929"/>
            <a:ext cx="5688000" cy="5748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b="1" i="0" sz="3600">
                <a:solidFill>
                  <a:srgbClr val="00007E"/>
                </a:solidFill>
                <a:latin typeface="Trebuchet MS"/>
                <a:ea typeface="Trebuchet MS"/>
                <a:cs typeface="Trebuchet MS"/>
                <a:sym typeface="Trebuchet M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6" name="Google Shape;76;g23d6451c848_0_55"/>
          <p:cNvSpPr txBox="1"/>
          <p:nvPr>
            <p:ph idx="1" type="body"/>
          </p:nvPr>
        </p:nvSpPr>
        <p:spPr>
          <a:xfrm>
            <a:off x="536701" y="1858598"/>
            <a:ext cx="7080300" cy="17475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1400"/>
              <a:buNone/>
              <a:defRPr b="0" i="0">
                <a:solidFill>
                  <a:schemeClr val="dk1"/>
                </a:solidFill>
              </a:defRPr>
            </a:lvl1pPr>
            <a:lvl2pPr indent="-228600" lvl="1" marL="914400" rtl="0" algn="l">
              <a:spcBef>
                <a:spcPts val="0"/>
              </a:spcBef>
              <a:spcAft>
                <a:spcPts val="0"/>
              </a:spcAft>
              <a:buSzPts val="1400"/>
              <a:buNone/>
              <a:defRPr/>
            </a:lvl2pPr>
            <a:lvl3pPr indent="-228600" lvl="2" marL="1371600" rtl="0" algn="l">
              <a:spcBef>
                <a:spcPts val="0"/>
              </a:spcBef>
              <a:spcAft>
                <a:spcPts val="0"/>
              </a:spcAft>
              <a:buSzPts val="1400"/>
              <a:buNone/>
              <a:defRPr/>
            </a:lvl3pPr>
            <a:lvl4pPr indent="-228600" lvl="3" marL="1828800" rtl="0" algn="l">
              <a:spcBef>
                <a:spcPts val="0"/>
              </a:spcBef>
              <a:spcAft>
                <a:spcPts val="0"/>
              </a:spcAft>
              <a:buSzPts val="1400"/>
              <a:buNone/>
              <a:defRPr/>
            </a:lvl4pPr>
            <a:lvl5pPr indent="-228600" lvl="4" marL="2286000" rtl="0" algn="l">
              <a:spcBef>
                <a:spcPts val="0"/>
              </a:spcBef>
              <a:spcAft>
                <a:spcPts val="0"/>
              </a:spcAft>
              <a:buSzPts val="1400"/>
              <a:buNone/>
              <a:defRPr/>
            </a:lvl5pPr>
            <a:lvl6pPr indent="-228600" lvl="5" marL="2743200" rtl="0" algn="l">
              <a:spcBef>
                <a:spcPts val="0"/>
              </a:spcBef>
              <a:spcAft>
                <a:spcPts val="0"/>
              </a:spcAft>
              <a:buSzPts val="1400"/>
              <a:buNone/>
              <a:defRPr/>
            </a:lvl6pPr>
            <a:lvl7pPr indent="-228600" lvl="6" marL="3200400" rtl="0" algn="l">
              <a:spcBef>
                <a:spcPts val="0"/>
              </a:spcBef>
              <a:spcAft>
                <a:spcPts val="0"/>
              </a:spcAft>
              <a:buSzPts val="1400"/>
              <a:buNone/>
              <a:defRPr/>
            </a:lvl7pPr>
            <a:lvl8pPr indent="-228600" lvl="7" marL="3657600" rtl="0" algn="l">
              <a:spcBef>
                <a:spcPts val="0"/>
              </a:spcBef>
              <a:spcAft>
                <a:spcPts val="0"/>
              </a:spcAft>
              <a:buSzPts val="1400"/>
              <a:buNone/>
              <a:defRPr/>
            </a:lvl8pPr>
            <a:lvl9pPr indent="-228600" lvl="8" marL="4114800" rtl="0" algn="l">
              <a:spcBef>
                <a:spcPts val="0"/>
              </a:spcBef>
              <a:spcAft>
                <a:spcPts val="0"/>
              </a:spcAft>
              <a:buSzPts val="1400"/>
              <a:buNone/>
              <a:defRPr/>
            </a:lvl9pPr>
          </a:lstStyle>
          <a:p/>
        </p:txBody>
      </p:sp>
      <p:sp>
        <p:nvSpPr>
          <p:cNvPr id="77" name="Google Shape;77;g23d6451c848_0_55"/>
          <p:cNvSpPr txBox="1"/>
          <p:nvPr>
            <p:ph idx="11" type="ftr"/>
          </p:nvPr>
        </p:nvSpPr>
        <p:spPr>
          <a:xfrm>
            <a:off x="3108960" y="6377940"/>
            <a:ext cx="2926200" cy="342900"/>
          </a:xfrm>
          <a:prstGeom prst="rect">
            <a:avLst/>
          </a:prstGeom>
          <a:noFill/>
          <a:ln>
            <a:noFill/>
          </a:ln>
        </p:spPr>
        <p:txBody>
          <a:bodyPr anchorCtr="0" anchor="t" bIns="0" lIns="0" spcFirstLastPara="1" rIns="0" wrap="square" tIns="0">
            <a:spAutoFit/>
          </a:bodyPr>
          <a:lstStyle>
            <a:lvl1pPr lvl="0" rtl="0" algn="ctr">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8" name="Google Shape;78;g23d6451c848_0_55"/>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9" name="Google Shape;79;g23d6451c848_0_55"/>
          <p:cNvSpPr txBox="1"/>
          <p:nvPr>
            <p:ph idx="12" type="sldNum"/>
          </p:nvPr>
        </p:nvSpPr>
        <p:spPr>
          <a:xfrm>
            <a:off x="6583680" y="6377940"/>
            <a:ext cx="2103000" cy="277200"/>
          </a:xfrm>
          <a:prstGeom prst="rect">
            <a:avLst/>
          </a:prstGeom>
          <a:noFill/>
          <a:ln>
            <a:noFill/>
          </a:ln>
        </p:spPr>
        <p:txBody>
          <a:bodyPr anchorCtr="0" anchor="t" bIns="0" lIns="0" spcFirstLastPara="1" rIns="0" wrap="square" tIns="0">
            <a:spAutoFit/>
          </a:bodyPr>
          <a:lstStyle>
            <a:lvl1pPr indent="0" lvl="0" marL="0" rtl="0" algn="r">
              <a:spcBef>
                <a:spcPts val="0"/>
              </a:spcBef>
              <a:buNone/>
              <a:defRPr>
                <a:solidFill>
                  <a:srgbClr val="888888"/>
                </a:solidFill>
              </a:defRPr>
            </a:lvl1pPr>
            <a:lvl2pPr indent="0" lvl="1" marL="0" rtl="0" algn="r">
              <a:spcBef>
                <a:spcPts val="0"/>
              </a:spcBef>
              <a:buNone/>
              <a:defRPr>
                <a:solidFill>
                  <a:srgbClr val="888888"/>
                </a:solidFill>
              </a:defRPr>
            </a:lvl2pPr>
            <a:lvl3pPr indent="0" lvl="2" marL="0" rtl="0" algn="r">
              <a:spcBef>
                <a:spcPts val="0"/>
              </a:spcBef>
              <a:buNone/>
              <a:defRPr>
                <a:solidFill>
                  <a:srgbClr val="888888"/>
                </a:solidFill>
              </a:defRPr>
            </a:lvl3pPr>
            <a:lvl4pPr indent="0" lvl="3" marL="0" rtl="0" algn="r">
              <a:spcBef>
                <a:spcPts val="0"/>
              </a:spcBef>
              <a:buNone/>
              <a:defRPr>
                <a:solidFill>
                  <a:srgbClr val="888888"/>
                </a:solidFill>
              </a:defRPr>
            </a:lvl4pPr>
            <a:lvl5pPr indent="0" lvl="4" marL="0" rtl="0" algn="r">
              <a:spcBef>
                <a:spcPts val="0"/>
              </a:spcBef>
              <a:buNone/>
              <a:defRPr>
                <a:solidFill>
                  <a:srgbClr val="888888"/>
                </a:solidFill>
              </a:defRPr>
            </a:lvl5pPr>
            <a:lvl6pPr indent="0" lvl="5" marL="0" rtl="0" algn="r">
              <a:spcBef>
                <a:spcPts val="0"/>
              </a:spcBef>
              <a:buNone/>
              <a:defRPr>
                <a:solidFill>
                  <a:srgbClr val="888888"/>
                </a:solidFill>
              </a:defRPr>
            </a:lvl6pPr>
            <a:lvl7pPr indent="0" lvl="6" marL="0" rtl="0" algn="r">
              <a:spcBef>
                <a:spcPts val="0"/>
              </a:spcBef>
              <a:buNone/>
              <a:defRPr>
                <a:solidFill>
                  <a:srgbClr val="888888"/>
                </a:solidFill>
              </a:defRPr>
            </a:lvl7pPr>
            <a:lvl8pPr indent="0" lvl="7" marL="0" rtl="0" algn="r">
              <a:spcBef>
                <a:spcPts val="0"/>
              </a:spcBef>
              <a:buNone/>
              <a:defRPr>
                <a:solidFill>
                  <a:srgbClr val="888888"/>
                </a:solidFill>
              </a:defRPr>
            </a:lvl8pPr>
            <a:lvl9pPr indent="0" lvl="8" marL="0" rt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7" showMasterSp="0">
  <p:cSld name="OBJECT_7">
    <p:bg>
      <p:bgPr>
        <a:solidFill>
          <a:schemeClr val="lt1"/>
        </a:solidFill>
      </p:bgPr>
    </p:bg>
    <p:spTree>
      <p:nvGrpSpPr>
        <p:cNvPr id="80" name="Shape 80"/>
        <p:cNvGrpSpPr/>
        <p:nvPr/>
      </p:nvGrpSpPr>
      <p:grpSpPr>
        <a:xfrm>
          <a:off x="0" y="0"/>
          <a:ext cx="0" cy="0"/>
          <a:chOff x="0" y="0"/>
          <a:chExt cx="0" cy="0"/>
        </a:xfrm>
      </p:grpSpPr>
      <p:sp>
        <p:nvSpPr>
          <p:cNvPr id="81" name="Google Shape;81;g23d6451c848_0_135"/>
          <p:cNvSpPr txBox="1"/>
          <p:nvPr>
            <p:ph type="title"/>
          </p:nvPr>
        </p:nvSpPr>
        <p:spPr>
          <a:xfrm>
            <a:off x="1727961" y="93929"/>
            <a:ext cx="5688000" cy="5748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b="1" i="0" sz="3600">
                <a:solidFill>
                  <a:srgbClr val="00007E"/>
                </a:solidFill>
                <a:latin typeface="Trebuchet MS"/>
                <a:ea typeface="Trebuchet MS"/>
                <a:cs typeface="Trebuchet MS"/>
                <a:sym typeface="Trebuchet M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2" name="Google Shape;82;g23d6451c848_0_135"/>
          <p:cNvSpPr txBox="1"/>
          <p:nvPr>
            <p:ph idx="1" type="body"/>
          </p:nvPr>
        </p:nvSpPr>
        <p:spPr>
          <a:xfrm>
            <a:off x="536701" y="1858598"/>
            <a:ext cx="7080300" cy="17475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1400"/>
              <a:buNone/>
              <a:defRPr b="0" i="0">
                <a:solidFill>
                  <a:schemeClr val="dk1"/>
                </a:solidFill>
              </a:defRPr>
            </a:lvl1pPr>
            <a:lvl2pPr indent="-228600" lvl="1" marL="914400" rtl="0" algn="l">
              <a:spcBef>
                <a:spcPts val="0"/>
              </a:spcBef>
              <a:spcAft>
                <a:spcPts val="0"/>
              </a:spcAft>
              <a:buSzPts val="1400"/>
              <a:buNone/>
              <a:defRPr/>
            </a:lvl2pPr>
            <a:lvl3pPr indent="-228600" lvl="2" marL="1371600" rtl="0" algn="l">
              <a:spcBef>
                <a:spcPts val="0"/>
              </a:spcBef>
              <a:spcAft>
                <a:spcPts val="0"/>
              </a:spcAft>
              <a:buSzPts val="1400"/>
              <a:buNone/>
              <a:defRPr/>
            </a:lvl3pPr>
            <a:lvl4pPr indent="-228600" lvl="3" marL="1828800" rtl="0" algn="l">
              <a:spcBef>
                <a:spcPts val="0"/>
              </a:spcBef>
              <a:spcAft>
                <a:spcPts val="0"/>
              </a:spcAft>
              <a:buSzPts val="1400"/>
              <a:buNone/>
              <a:defRPr/>
            </a:lvl4pPr>
            <a:lvl5pPr indent="-228600" lvl="4" marL="2286000" rtl="0" algn="l">
              <a:spcBef>
                <a:spcPts val="0"/>
              </a:spcBef>
              <a:spcAft>
                <a:spcPts val="0"/>
              </a:spcAft>
              <a:buSzPts val="1400"/>
              <a:buNone/>
              <a:defRPr/>
            </a:lvl5pPr>
            <a:lvl6pPr indent="-228600" lvl="5" marL="2743200" rtl="0" algn="l">
              <a:spcBef>
                <a:spcPts val="0"/>
              </a:spcBef>
              <a:spcAft>
                <a:spcPts val="0"/>
              </a:spcAft>
              <a:buSzPts val="1400"/>
              <a:buNone/>
              <a:defRPr/>
            </a:lvl6pPr>
            <a:lvl7pPr indent="-228600" lvl="6" marL="3200400" rtl="0" algn="l">
              <a:spcBef>
                <a:spcPts val="0"/>
              </a:spcBef>
              <a:spcAft>
                <a:spcPts val="0"/>
              </a:spcAft>
              <a:buSzPts val="1400"/>
              <a:buNone/>
              <a:defRPr/>
            </a:lvl7pPr>
            <a:lvl8pPr indent="-228600" lvl="7" marL="3657600" rtl="0" algn="l">
              <a:spcBef>
                <a:spcPts val="0"/>
              </a:spcBef>
              <a:spcAft>
                <a:spcPts val="0"/>
              </a:spcAft>
              <a:buSzPts val="1400"/>
              <a:buNone/>
              <a:defRPr/>
            </a:lvl8pPr>
            <a:lvl9pPr indent="-228600" lvl="8" marL="4114800" rtl="0" algn="l">
              <a:spcBef>
                <a:spcPts val="0"/>
              </a:spcBef>
              <a:spcAft>
                <a:spcPts val="0"/>
              </a:spcAft>
              <a:buSzPts val="1400"/>
              <a:buNone/>
              <a:defRPr/>
            </a:lvl9pPr>
          </a:lstStyle>
          <a:p/>
        </p:txBody>
      </p:sp>
      <p:sp>
        <p:nvSpPr>
          <p:cNvPr id="83" name="Google Shape;83;g23d6451c848_0_135"/>
          <p:cNvSpPr txBox="1"/>
          <p:nvPr>
            <p:ph idx="11" type="ftr"/>
          </p:nvPr>
        </p:nvSpPr>
        <p:spPr>
          <a:xfrm>
            <a:off x="3108960" y="6377940"/>
            <a:ext cx="2926200" cy="342900"/>
          </a:xfrm>
          <a:prstGeom prst="rect">
            <a:avLst/>
          </a:prstGeom>
          <a:noFill/>
          <a:ln>
            <a:noFill/>
          </a:ln>
        </p:spPr>
        <p:txBody>
          <a:bodyPr anchorCtr="0" anchor="t" bIns="0" lIns="0" spcFirstLastPara="1" rIns="0" wrap="square" tIns="0">
            <a:spAutoFit/>
          </a:bodyPr>
          <a:lstStyle>
            <a:lvl1pPr lvl="0" rtl="0" algn="ctr">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4" name="Google Shape;84;g23d6451c848_0_135"/>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5" name="Google Shape;85;g23d6451c848_0_135"/>
          <p:cNvSpPr txBox="1"/>
          <p:nvPr>
            <p:ph idx="12" type="sldNum"/>
          </p:nvPr>
        </p:nvSpPr>
        <p:spPr>
          <a:xfrm>
            <a:off x="6583680" y="6377940"/>
            <a:ext cx="2103000" cy="277200"/>
          </a:xfrm>
          <a:prstGeom prst="rect">
            <a:avLst/>
          </a:prstGeom>
          <a:noFill/>
          <a:ln>
            <a:noFill/>
          </a:ln>
        </p:spPr>
        <p:txBody>
          <a:bodyPr anchorCtr="0" anchor="t" bIns="0" lIns="0" spcFirstLastPara="1" rIns="0" wrap="square" tIns="0">
            <a:spAutoFit/>
          </a:bodyPr>
          <a:lstStyle>
            <a:lvl1pPr indent="0" lvl="0" marL="0" rtl="0" algn="r">
              <a:spcBef>
                <a:spcPts val="0"/>
              </a:spcBef>
              <a:buNone/>
              <a:defRPr>
                <a:solidFill>
                  <a:srgbClr val="888888"/>
                </a:solidFill>
              </a:defRPr>
            </a:lvl1pPr>
            <a:lvl2pPr indent="0" lvl="1" marL="0" rtl="0" algn="r">
              <a:spcBef>
                <a:spcPts val="0"/>
              </a:spcBef>
              <a:buNone/>
              <a:defRPr>
                <a:solidFill>
                  <a:srgbClr val="888888"/>
                </a:solidFill>
              </a:defRPr>
            </a:lvl2pPr>
            <a:lvl3pPr indent="0" lvl="2" marL="0" rtl="0" algn="r">
              <a:spcBef>
                <a:spcPts val="0"/>
              </a:spcBef>
              <a:buNone/>
              <a:defRPr>
                <a:solidFill>
                  <a:srgbClr val="888888"/>
                </a:solidFill>
              </a:defRPr>
            </a:lvl3pPr>
            <a:lvl4pPr indent="0" lvl="3" marL="0" rtl="0" algn="r">
              <a:spcBef>
                <a:spcPts val="0"/>
              </a:spcBef>
              <a:buNone/>
              <a:defRPr>
                <a:solidFill>
                  <a:srgbClr val="888888"/>
                </a:solidFill>
              </a:defRPr>
            </a:lvl4pPr>
            <a:lvl5pPr indent="0" lvl="4" marL="0" rtl="0" algn="r">
              <a:spcBef>
                <a:spcPts val="0"/>
              </a:spcBef>
              <a:buNone/>
              <a:defRPr>
                <a:solidFill>
                  <a:srgbClr val="888888"/>
                </a:solidFill>
              </a:defRPr>
            </a:lvl5pPr>
            <a:lvl6pPr indent="0" lvl="5" marL="0" rtl="0" algn="r">
              <a:spcBef>
                <a:spcPts val="0"/>
              </a:spcBef>
              <a:buNone/>
              <a:defRPr>
                <a:solidFill>
                  <a:srgbClr val="888888"/>
                </a:solidFill>
              </a:defRPr>
            </a:lvl6pPr>
            <a:lvl7pPr indent="0" lvl="6" marL="0" rtl="0" algn="r">
              <a:spcBef>
                <a:spcPts val="0"/>
              </a:spcBef>
              <a:buNone/>
              <a:defRPr>
                <a:solidFill>
                  <a:srgbClr val="888888"/>
                </a:solidFill>
              </a:defRPr>
            </a:lvl7pPr>
            <a:lvl8pPr indent="0" lvl="7" marL="0" rtl="0" algn="r">
              <a:spcBef>
                <a:spcPts val="0"/>
              </a:spcBef>
              <a:buNone/>
              <a:defRPr>
                <a:solidFill>
                  <a:srgbClr val="888888"/>
                </a:solidFill>
              </a:defRPr>
            </a:lvl8pPr>
            <a:lvl9pPr indent="0" lvl="8" marL="0" rt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8" showMasterSp="0">
  <p:cSld name="OBJECT_8">
    <p:bg>
      <p:bgPr>
        <a:solidFill>
          <a:schemeClr val="lt1"/>
        </a:solidFill>
      </p:bgPr>
    </p:bg>
    <p:spTree>
      <p:nvGrpSpPr>
        <p:cNvPr id="86" name="Shape 86"/>
        <p:cNvGrpSpPr/>
        <p:nvPr/>
      </p:nvGrpSpPr>
      <p:grpSpPr>
        <a:xfrm>
          <a:off x="0" y="0"/>
          <a:ext cx="0" cy="0"/>
          <a:chOff x="0" y="0"/>
          <a:chExt cx="0" cy="0"/>
        </a:xfrm>
      </p:grpSpPr>
      <p:sp>
        <p:nvSpPr>
          <p:cNvPr id="87" name="Google Shape;87;g23d6451c848_0_220"/>
          <p:cNvSpPr txBox="1"/>
          <p:nvPr>
            <p:ph type="title"/>
          </p:nvPr>
        </p:nvSpPr>
        <p:spPr>
          <a:xfrm>
            <a:off x="1727961" y="93929"/>
            <a:ext cx="5688000" cy="5748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b="1" i="0" sz="3600">
                <a:solidFill>
                  <a:srgbClr val="00007E"/>
                </a:solidFill>
                <a:latin typeface="Trebuchet MS"/>
                <a:ea typeface="Trebuchet MS"/>
                <a:cs typeface="Trebuchet MS"/>
                <a:sym typeface="Trebuchet M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8" name="Google Shape;88;g23d6451c848_0_220"/>
          <p:cNvSpPr txBox="1"/>
          <p:nvPr>
            <p:ph idx="1" type="body"/>
          </p:nvPr>
        </p:nvSpPr>
        <p:spPr>
          <a:xfrm>
            <a:off x="536701" y="1858598"/>
            <a:ext cx="7080300" cy="17475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1400"/>
              <a:buNone/>
              <a:defRPr b="0" i="0">
                <a:solidFill>
                  <a:schemeClr val="dk1"/>
                </a:solidFill>
              </a:defRPr>
            </a:lvl1pPr>
            <a:lvl2pPr indent="-228600" lvl="1" marL="914400" rtl="0" algn="l">
              <a:spcBef>
                <a:spcPts val="0"/>
              </a:spcBef>
              <a:spcAft>
                <a:spcPts val="0"/>
              </a:spcAft>
              <a:buSzPts val="1400"/>
              <a:buNone/>
              <a:defRPr/>
            </a:lvl2pPr>
            <a:lvl3pPr indent="-228600" lvl="2" marL="1371600" rtl="0" algn="l">
              <a:spcBef>
                <a:spcPts val="0"/>
              </a:spcBef>
              <a:spcAft>
                <a:spcPts val="0"/>
              </a:spcAft>
              <a:buSzPts val="1400"/>
              <a:buNone/>
              <a:defRPr/>
            </a:lvl3pPr>
            <a:lvl4pPr indent="-228600" lvl="3" marL="1828800" rtl="0" algn="l">
              <a:spcBef>
                <a:spcPts val="0"/>
              </a:spcBef>
              <a:spcAft>
                <a:spcPts val="0"/>
              </a:spcAft>
              <a:buSzPts val="1400"/>
              <a:buNone/>
              <a:defRPr/>
            </a:lvl4pPr>
            <a:lvl5pPr indent="-228600" lvl="4" marL="2286000" rtl="0" algn="l">
              <a:spcBef>
                <a:spcPts val="0"/>
              </a:spcBef>
              <a:spcAft>
                <a:spcPts val="0"/>
              </a:spcAft>
              <a:buSzPts val="1400"/>
              <a:buNone/>
              <a:defRPr/>
            </a:lvl5pPr>
            <a:lvl6pPr indent="-228600" lvl="5" marL="2743200" rtl="0" algn="l">
              <a:spcBef>
                <a:spcPts val="0"/>
              </a:spcBef>
              <a:spcAft>
                <a:spcPts val="0"/>
              </a:spcAft>
              <a:buSzPts val="1400"/>
              <a:buNone/>
              <a:defRPr/>
            </a:lvl6pPr>
            <a:lvl7pPr indent="-228600" lvl="6" marL="3200400" rtl="0" algn="l">
              <a:spcBef>
                <a:spcPts val="0"/>
              </a:spcBef>
              <a:spcAft>
                <a:spcPts val="0"/>
              </a:spcAft>
              <a:buSzPts val="1400"/>
              <a:buNone/>
              <a:defRPr/>
            </a:lvl7pPr>
            <a:lvl8pPr indent="-228600" lvl="7" marL="3657600" rtl="0" algn="l">
              <a:spcBef>
                <a:spcPts val="0"/>
              </a:spcBef>
              <a:spcAft>
                <a:spcPts val="0"/>
              </a:spcAft>
              <a:buSzPts val="1400"/>
              <a:buNone/>
              <a:defRPr/>
            </a:lvl8pPr>
            <a:lvl9pPr indent="-228600" lvl="8" marL="4114800" rtl="0" algn="l">
              <a:spcBef>
                <a:spcPts val="0"/>
              </a:spcBef>
              <a:spcAft>
                <a:spcPts val="0"/>
              </a:spcAft>
              <a:buSzPts val="1400"/>
              <a:buNone/>
              <a:defRPr/>
            </a:lvl9pPr>
          </a:lstStyle>
          <a:p/>
        </p:txBody>
      </p:sp>
      <p:sp>
        <p:nvSpPr>
          <p:cNvPr id="89" name="Google Shape;89;g23d6451c848_0_220"/>
          <p:cNvSpPr txBox="1"/>
          <p:nvPr>
            <p:ph idx="11" type="ftr"/>
          </p:nvPr>
        </p:nvSpPr>
        <p:spPr>
          <a:xfrm>
            <a:off x="3108960" y="6377940"/>
            <a:ext cx="2926200" cy="342900"/>
          </a:xfrm>
          <a:prstGeom prst="rect">
            <a:avLst/>
          </a:prstGeom>
          <a:noFill/>
          <a:ln>
            <a:noFill/>
          </a:ln>
        </p:spPr>
        <p:txBody>
          <a:bodyPr anchorCtr="0" anchor="t" bIns="0" lIns="0" spcFirstLastPara="1" rIns="0" wrap="square" tIns="0">
            <a:spAutoFit/>
          </a:bodyPr>
          <a:lstStyle>
            <a:lvl1pPr lvl="0" rtl="0" algn="ctr">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0" name="Google Shape;90;g23d6451c848_0_220"/>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1" name="Google Shape;91;g23d6451c848_0_220"/>
          <p:cNvSpPr txBox="1"/>
          <p:nvPr>
            <p:ph idx="12" type="sldNum"/>
          </p:nvPr>
        </p:nvSpPr>
        <p:spPr>
          <a:xfrm>
            <a:off x="6583680" y="6377940"/>
            <a:ext cx="2103000" cy="277200"/>
          </a:xfrm>
          <a:prstGeom prst="rect">
            <a:avLst/>
          </a:prstGeom>
          <a:noFill/>
          <a:ln>
            <a:noFill/>
          </a:ln>
        </p:spPr>
        <p:txBody>
          <a:bodyPr anchorCtr="0" anchor="t" bIns="0" lIns="0" spcFirstLastPara="1" rIns="0" wrap="square" tIns="0">
            <a:spAutoFit/>
          </a:bodyPr>
          <a:lstStyle>
            <a:lvl1pPr indent="0" lvl="0" marL="0" rtl="0" algn="r">
              <a:spcBef>
                <a:spcPts val="0"/>
              </a:spcBef>
              <a:buNone/>
              <a:defRPr>
                <a:solidFill>
                  <a:srgbClr val="888888"/>
                </a:solidFill>
              </a:defRPr>
            </a:lvl1pPr>
            <a:lvl2pPr indent="0" lvl="1" marL="0" rtl="0" algn="r">
              <a:spcBef>
                <a:spcPts val="0"/>
              </a:spcBef>
              <a:buNone/>
              <a:defRPr>
                <a:solidFill>
                  <a:srgbClr val="888888"/>
                </a:solidFill>
              </a:defRPr>
            </a:lvl2pPr>
            <a:lvl3pPr indent="0" lvl="2" marL="0" rtl="0" algn="r">
              <a:spcBef>
                <a:spcPts val="0"/>
              </a:spcBef>
              <a:buNone/>
              <a:defRPr>
                <a:solidFill>
                  <a:srgbClr val="888888"/>
                </a:solidFill>
              </a:defRPr>
            </a:lvl3pPr>
            <a:lvl4pPr indent="0" lvl="3" marL="0" rtl="0" algn="r">
              <a:spcBef>
                <a:spcPts val="0"/>
              </a:spcBef>
              <a:buNone/>
              <a:defRPr>
                <a:solidFill>
                  <a:srgbClr val="888888"/>
                </a:solidFill>
              </a:defRPr>
            </a:lvl4pPr>
            <a:lvl5pPr indent="0" lvl="4" marL="0" rtl="0" algn="r">
              <a:spcBef>
                <a:spcPts val="0"/>
              </a:spcBef>
              <a:buNone/>
              <a:defRPr>
                <a:solidFill>
                  <a:srgbClr val="888888"/>
                </a:solidFill>
              </a:defRPr>
            </a:lvl5pPr>
            <a:lvl6pPr indent="0" lvl="5" marL="0" rtl="0" algn="r">
              <a:spcBef>
                <a:spcPts val="0"/>
              </a:spcBef>
              <a:buNone/>
              <a:defRPr>
                <a:solidFill>
                  <a:srgbClr val="888888"/>
                </a:solidFill>
              </a:defRPr>
            </a:lvl6pPr>
            <a:lvl7pPr indent="0" lvl="6" marL="0" rtl="0" algn="r">
              <a:spcBef>
                <a:spcPts val="0"/>
              </a:spcBef>
              <a:buNone/>
              <a:defRPr>
                <a:solidFill>
                  <a:srgbClr val="888888"/>
                </a:solidFill>
              </a:defRPr>
            </a:lvl7pPr>
            <a:lvl8pPr indent="0" lvl="7" marL="0" rtl="0" algn="r">
              <a:spcBef>
                <a:spcPts val="0"/>
              </a:spcBef>
              <a:buNone/>
              <a:defRPr>
                <a:solidFill>
                  <a:srgbClr val="888888"/>
                </a:solidFill>
              </a:defRPr>
            </a:lvl8pPr>
            <a:lvl9pPr indent="0" lvl="8" marL="0" rt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9" showMasterSp="0">
  <p:cSld name="OBJECT_9">
    <p:bg>
      <p:bgPr>
        <a:solidFill>
          <a:schemeClr val="lt1"/>
        </a:solidFill>
      </p:bgPr>
    </p:bg>
    <p:spTree>
      <p:nvGrpSpPr>
        <p:cNvPr id="92" name="Shape 92"/>
        <p:cNvGrpSpPr/>
        <p:nvPr/>
      </p:nvGrpSpPr>
      <p:grpSpPr>
        <a:xfrm>
          <a:off x="0" y="0"/>
          <a:ext cx="0" cy="0"/>
          <a:chOff x="0" y="0"/>
          <a:chExt cx="0" cy="0"/>
        </a:xfrm>
      </p:grpSpPr>
      <p:sp>
        <p:nvSpPr>
          <p:cNvPr id="93" name="Google Shape;93;g23d6451c848_0_381"/>
          <p:cNvSpPr txBox="1"/>
          <p:nvPr>
            <p:ph type="title"/>
          </p:nvPr>
        </p:nvSpPr>
        <p:spPr>
          <a:xfrm>
            <a:off x="1727961" y="93929"/>
            <a:ext cx="5688000" cy="5748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b="1" i="0" sz="3600">
                <a:solidFill>
                  <a:srgbClr val="00007E"/>
                </a:solidFill>
                <a:latin typeface="Trebuchet MS"/>
                <a:ea typeface="Trebuchet MS"/>
                <a:cs typeface="Trebuchet MS"/>
                <a:sym typeface="Trebuchet M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4" name="Google Shape;94;g23d6451c848_0_381"/>
          <p:cNvSpPr txBox="1"/>
          <p:nvPr>
            <p:ph idx="1" type="body"/>
          </p:nvPr>
        </p:nvSpPr>
        <p:spPr>
          <a:xfrm>
            <a:off x="536701" y="1858598"/>
            <a:ext cx="7080300" cy="17475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1400"/>
              <a:buNone/>
              <a:defRPr b="0" i="0">
                <a:solidFill>
                  <a:schemeClr val="dk1"/>
                </a:solidFill>
              </a:defRPr>
            </a:lvl1pPr>
            <a:lvl2pPr indent="-228600" lvl="1" marL="914400" rtl="0" algn="l">
              <a:spcBef>
                <a:spcPts val="0"/>
              </a:spcBef>
              <a:spcAft>
                <a:spcPts val="0"/>
              </a:spcAft>
              <a:buSzPts val="1400"/>
              <a:buNone/>
              <a:defRPr/>
            </a:lvl2pPr>
            <a:lvl3pPr indent="-228600" lvl="2" marL="1371600" rtl="0" algn="l">
              <a:spcBef>
                <a:spcPts val="0"/>
              </a:spcBef>
              <a:spcAft>
                <a:spcPts val="0"/>
              </a:spcAft>
              <a:buSzPts val="1400"/>
              <a:buNone/>
              <a:defRPr/>
            </a:lvl3pPr>
            <a:lvl4pPr indent="-228600" lvl="3" marL="1828800" rtl="0" algn="l">
              <a:spcBef>
                <a:spcPts val="0"/>
              </a:spcBef>
              <a:spcAft>
                <a:spcPts val="0"/>
              </a:spcAft>
              <a:buSzPts val="1400"/>
              <a:buNone/>
              <a:defRPr/>
            </a:lvl4pPr>
            <a:lvl5pPr indent="-228600" lvl="4" marL="2286000" rtl="0" algn="l">
              <a:spcBef>
                <a:spcPts val="0"/>
              </a:spcBef>
              <a:spcAft>
                <a:spcPts val="0"/>
              </a:spcAft>
              <a:buSzPts val="1400"/>
              <a:buNone/>
              <a:defRPr/>
            </a:lvl5pPr>
            <a:lvl6pPr indent="-228600" lvl="5" marL="2743200" rtl="0" algn="l">
              <a:spcBef>
                <a:spcPts val="0"/>
              </a:spcBef>
              <a:spcAft>
                <a:spcPts val="0"/>
              </a:spcAft>
              <a:buSzPts val="1400"/>
              <a:buNone/>
              <a:defRPr/>
            </a:lvl6pPr>
            <a:lvl7pPr indent="-228600" lvl="6" marL="3200400" rtl="0" algn="l">
              <a:spcBef>
                <a:spcPts val="0"/>
              </a:spcBef>
              <a:spcAft>
                <a:spcPts val="0"/>
              </a:spcAft>
              <a:buSzPts val="1400"/>
              <a:buNone/>
              <a:defRPr/>
            </a:lvl7pPr>
            <a:lvl8pPr indent="-228600" lvl="7" marL="3657600" rtl="0" algn="l">
              <a:spcBef>
                <a:spcPts val="0"/>
              </a:spcBef>
              <a:spcAft>
                <a:spcPts val="0"/>
              </a:spcAft>
              <a:buSzPts val="1400"/>
              <a:buNone/>
              <a:defRPr/>
            </a:lvl8pPr>
            <a:lvl9pPr indent="-228600" lvl="8" marL="4114800" rtl="0" algn="l">
              <a:spcBef>
                <a:spcPts val="0"/>
              </a:spcBef>
              <a:spcAft>
                <a:spcPts val="0"/>
              </a:spcAft>
              <a:buSzPts val="1400"/>
              <a:buNone/>
              <a:defRPr/>
            </a:lvl9pPr>
          </a:lstStyle>
          <a:p/>
        </p:txBody>
      </p:sp>
      <p:sp>
        <p:nvSpPr>
          <p:cNvPr id="95" name="Google Shape;95;g23d6451c848_0_381"/>
          <p:cNvSpPr txBox="1"/>
          <p:nvPr>
            <p:ph idx="11" type="ftr"/>
          </p:nvPr>
        </p:nvSpPr>
        <p:spPr>
          <a:xfrm>
            <a:off x="3108960" y="6377940"/>
            <a:ext cx="2926200" cy="342900"/>
          </a:xfrm>
          <a:prstGeom prst="rect">
            <a:avLst/>
          </a:prstGeom>
          <a:noFill/>
          <a:ln>
            <a:noFill/>
          </a:ln>
        </p:spPr>
        <p:txBody>
          <a:bodyPr anchorCtr="0" anchor="t" bIns="0" lIns="0" spcFirstLastPara="1" rIns="0" wrap="square" tIns="0">
            <a:spAutoFit/>
          </a:bodyPr>
          <a:lstStyle>
            <a:lvl1pPr lvl="0" rtl="0" algn="ctr">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6" name="Google Shape;96;g23d6451c848_0_381"/>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7" name="Google Shape;97;g23d6451c848_0_381"/>
          <p:cNvSpPr txBox="1"/>
          <p:nvPr>
            <p:ph idx="12" type="sldNum"/>
          </p:nvPr>
        </p:nvSpPr>
        <p:spPr>
          <a:xfrm>
            <a:off x="6583680" y="6377940"/>
            <a:ext cx="2103000" cy="277200"/>
          </a:xfrm>
          <a:prstGeom prst="rect">
            <a:avLst/>
          </a:prstGeom>
          <a:noFill/>
          <a:ln>
            <a:noFill/>
          </a:ln>
        </p:spPr>
        <p:txBody>
          <a:bodyPr anchorCtr="0" anchor="t" bIns="0" lIns="0" spcFirstLastPara="1" rIns="0" wrap="square" tIns="0">
            <a:spAutoFit/>
          </a:bodyPr>
          <a:lstStyle>
            <a:lvl1pPr indent="0" lvl="0" marL="0" rtl="0" algn="r">
              <a:spcBef>
                <a:spcPts val="0"/>
              </a:spcBef>
              <a:buNone/>
              <a:defRPr>
                <a:solidFill>
                  <a:srgbClr val="888888"/>
                </a:solidFill>
              </a:defRPr>
            </a:lvl1pPr>
            <a:lvl2pPr indent="0" lvl="1" marL="0" rtl="0" algn="r">
              <a:spcBef>
                <a:spcPts val="0"/>
              </a:spcBef>
              <a:buNone/>
              <a:defRPr>
                <a:solidFill>
                  <a:srgbClr val="888888"/>
                </a:solidFill>
              </a:defRPr>
            </a:lvl2pPr>
            <a:lvl3pPr indent="0" lvl="2" marL="0" rtl="0" algn="r">
              <a:spcBef>
                <a:spcPts val="0"/>
              </a:spcBef>
              <a:buNone/>
              <a:defRPr>
                <a:solidFill>
                  <a:srgbClr val="888888"/>
                </a:solidFill>
              </a:defRPr>
            </a:lvl3pPr>
            <a:lvl4pPr indent="0" lvl="3" marL="0" rtl="0" algn="r">
              <a:spcBef>
                <a:spcPts val="0"/>
              </a:spcBef>
              <a:buNone/>
              <a:defRPr>
                <a:solidFill>
                  <a:srgbClr val="888888"/>
                </a:solidFill>
              </a:defRPr>
            </a:lvl4pPr>
            <a:lvl5pPr indent="0" lvl="4" marL="0" rtl="0" algn="r">
              <a:spcBef>
                <a:spcPts val="0"/>
              </a:spcBef>
              <a:buNone/>
              <a:defRPr>
                <a:solidFill>
                  <a:srgbClr val="888888"/>
                </a:solidFill>
              </a:defRPr>
            </a:lvl5pPr>
            <a:lvl6pPr indent="0" lvl="5" marL="0" rtl="0" algn="r">
              <a:spcBef>
                <a:spcPts val="0"/>
              </a:spcBef>
              <a:buNone/>
              <a:defRPr>
                <a:solidFill>
                  <a:srgbClr val="888888"/>
                </a:solidFill>
              </a:defRPr>
            </a:lvl6pPr>
            <a:lvl7pPr indent="0" lvl="6" marL="0" rtl="0" algn="r">
              <a:spcBef>
                <a:spcPts val="0"/>
              </a:spcBef>
              <a:buNone/>
              <a:defRPr>
                <a:solidFill>
                  <a:srgbClr val="888888"/>
                </a:solidFill>
              </a:defRPr>
            </a:lvl7pPr>
            <a:lvl8pPr indent="0" lvl="7" marL="0" rtl="0" algn="r">
              <a:spcBef>
                <a:spcPts val="0"/>
              </a:spcBef>
              <a:buNone/>
              <a:defRPr>
                <a:solidFill>
                  <a:srgbClr val="888888"/>
                </a:solidFill>
              </a:defRPr>
            </a:lvl8pPr>
            <a:lvl9pPr indent="0" lvl="8" marL="0" rt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0">
  <p:cSld name="OBJECT_10">
    <p:spTree>
      <p:nvGrpSpPr>
        <p:cNvPr id="98" name="Shape 98"/>
        <p:cNvGrpSpPr/>
        <p:nvPr/>
      </p:nvGrpSpPr>
      <p:grpSpPr>
        <a:xfrm>
          <a:off x="0" y="0"/>
          <a:ext cx="0" cy="0"/>
          <a:chOff x="0" y="0"/>
          <a:chExt cx="0" cy="0"/>
        </a:xfrm>
      </p:grpSpPr>
      <p:sp>
        <p:nvSpPr>
          <p:cNvPr id="99" name="Google Shape;99;g23edef7ba2a_0_76"/>
          <p:cNvSpPr txBox="1"/>
          <p:nvPr>
            <p:ph type="title"/>
          </p:nvPr>
        </p:nvSpPr>
        <p:spPr>
          <a:xfrm>
            <a:off x="513562" y="165303"/>
            <a:ext cx="8116800" cy="5748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b="1" i="0" sz="3600">
                <a:solidFill>
                  <a:srgbClr val="00007E"/>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0" name="Google Shape;100;g23edef7ba2a_0_76"/>
          <p:cNvSpPr txBox="1"/>
          <p:nvPr>
            <p:ph idx="1" type="body"/>
          </p:nvPr>
        </p:nvSpPr>
        <p:spPr>
          <a:xfrm>
            <a:off x="1107744" y="3263265"/>
            <a:ext cx="5121300" cy="18465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1400"/>
              <a:buNone/>
              <a:defRPr b="0" i="0" sz="2800">
                <a:solidFill>
                  <a:schemeClr val="dk1"/>
                </a:solidFill>
                <a:latin typeface="Courier New"/>
                <a:ea typeface="Courier New"/>
                <a:cs typeface="Courier New"/>
                <a:sym typeface="Courier New"/>
              </a:defRPr>
            </a:lvl1pPr>
            <a:lvl2pPr indent="-228600" lvl="1" marL="914400" rtl="0" algn="l">
              <a:spcBef>
                <a:spcPts val="0"/>
              </a:spcBef>
              <a:spcAft>
                <a:spcPts val="0"/>
              </a:spcAft>
              <a:buSzPts val="1400"/>
              <a:buNone/>
              <a:defRPr/>
            </a:lvl2pPr>
            <a:lvl3pPr indent="-228600" lvl="2" marL="1371600" rtl="0" algn="l">
              <a:spcBef>
                <a:spcPts val="0"/>
              </a:spcBef>
              <a:spcAft>
                <a:spcPts val="0"/>
              </a:spcAft>
              <a:buSzPts val="1400"/>
              <a:buNone/>
              <a:defRPr/>
            </a:lvl3pPr>
            <a:lvl4pPr indent="-228600" lvl="3" marL="1828800" rtl="0" algn="l">
              <a:spcBef>
                <a:spcPts val="0"/>
              </a:spcBef>
              <a:spcAft>
                <a:spcPts val="0"/>
              </a:spcAft>
              <a:buSzPts val="1400"/>
              <a:buNone/>
              <a:defRPr/>
            </a:lvl4pPr>
            <a:lvl5pPr indent="-228600" lvl="4" marL="2286000" rtl="0" algn="l">
              <a:spcBef>
                <a:spcPts val="0"/>
              </a:spcBef>
              <a:spcAft>
                <a:spcPts val="0"/>
              </a:spcAft>
              <a:buSzPts val="1400"/>
              <a:buNone/>
              <a:defRPr/>
            </a:lvl5pPr>
            <a:lvl6pPr indent="-228600" lvl="5" marL="2743200" rtl="0" algn="l">
              <a:spcBef>
                <a:spcPts val="0"/>
              </a:spcBef>
              <a:spcAft>
                <a:spcPts val="0"/>
              </a:spcAft>
              <a:buSzPts val="1400"/>
              <a:buNone/>
              <a:defRPr/>
            </a:lvl6pPr>
            <a:lvl7pPr indent="-228600" lvl="6" marL="3200400" rtl="0" algn="l">
              <a:spcBef>
                <a:spcPts val="0"/>
              </a:spcBef>
              <a:spcAft>
                <a:spcPts val="0"/>
              </a:spcAft>
              <a:buSzPts val="1400"/>
              <a:buNone/>
              <a:defRPr/>
            </a:lvl7pPr>
            <a:lvl8pPr indent="-228600" lvl="7" marL="3657600" rtl="0" algn="l">
              <a:spcBef>
                <a:spcPts val="0"/>
              </a:spcBef>
              <a:spcAft>
                <a:spcPts val="0"/>
              </a:spcAft>
              <a:buSzPts val="1400"/>
              <a:buNone/>
              <a:defRPr/>
            </a:lvl8pPr>
            <a:lvl9pPr indent="-228600" lvl="8" marL="4114800" rtl="0" algn="l">
              <a:spcBef>
                <a:spcPts val="0"/>
              </a:spcBef>
              <a:spcAft>
                <a:spcPts val="0"/>
              </a:spcAft>
              <a:buSzPts val="1400"/>
              <a:buNone/>
              <a:defRPr/>
            </a:lvl9pPr>
          </a:lstStyle>
          <a:p/>
        </p:txBody>
      </p:sp>
      <p:sp>
        <p:nvSpPr>
          <p:cNvPr id="101" name="Google Shape;101;g23edef7ba2a_0_76"/>
          <p:cNvSpPr txBox="1"/>
          <p:nvPr>
            <p:ph idx="11" type="ftr"/>
          </p:nvPr>
        </p:nvSpPr>
        <p:spPr>
          <a:xfrm>
            <a:off x="3108960" y="6377940"/>
            <a:ext cx="2926200" cy="342900"/>
          </a:xfrm>
          <a:prstGeom prst="rect">
            <a:avLst/>
          </a:prstGeom>
          <a:noFill/>
          <a:ln>
            <a:noFill/>
          </a:ln>
        </p:spPr>
        <p:txBody>
          <a:bodyPr anchorCtr="0" anchor="t" bIns="0" lIns="0" spcFirstLastPara="1" rIns="0" wrap="square" tIns="0">
            <a:spAutoFit/>
          </a:bodyPr>
          <a:lstStyle>
            <a:lvl1pPr lvl="0" rtl="0" algn="ctr">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2" name="Google Shape;102;g23edef7ba2a_0_76"/>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3" name="Google Shape;103;g23edef7ba2a_0_76"/>
          <p:cNvSpPr txBox="1"/>
          <p:nvPr>
            <p:ph idx="12" type="sldNum"/>
          </p:nvPr>
        </p:nvSpPr>
        <p:spPr>
          <a:xfrm>
            <a:off x="6583680" y="6377940"/>
            <a:ext cx="2103000" cy="277200"/>
          </a:xfrm>
          <a:prstGeom prst="rect">
            <a:avLst/>
          </a:prstGeom>
          <a:noFill/>
          <a:ln>
            <a:noFill/>
          </a:ln>
        </p:spPr>
        <p:txBody>
          <a:bodyPr anchorCtr="0" anchor="t" bIns="0" lIns="0" spcFirstLastPara="1" rIns="0" wrap="square" tIns="0">
            <a:spAutoFit/>
          </a:bodyPr>
          <a:lstStyle>
            <a:lvl1pPr indent="0" lvl="0" marL="0" rtl="0" algn="r">
              <a:spcBef>
                <a:spcPts val="0"/>
              </a:spcBef>
              <a:buNone/>
              <a:defRPr>
                <a:solidFill>
                  <a:srgbClr val="888888"/>
                </a:solidFill>
              </a:defRPr>
            </a:lvl1pPr>
            <a:lvl2pPr indent="0" lvl="1" marL="0" rtl="0" algn="r">
              <a:spcBef>
                <a:spcPts val="0"/>
              </a:spcBef>
              <a:buNone/>
              <a:defRPr>
                <a:solidFill>
                  <a:srgbClr val="888888"/>
                </a:solidFill>
              </a:defRPr>
            </a:lvl2pPr>
            <a:lvl3pPr indent="0" lvl="2" marL="0" rtl="0" algn="r">
              <a:spcBef>
                <a:spcPts val="0"/>
              </a:spcBef>
              <a:buNone/>
              <a:defRPr>
                <a:solidFill>
                  <a:srgbClr val="888888"/>
                </a:solidFill>
              </a:defRPr>
            </a:lvl3pPr>
            <a:lvl4pPr indent="0" lvl="3" marL="0" rtl="0" algn="r">
              <a:spcBef>
                <a:spcPts val="0"/>
              </a:spcBef>
              <a:buNone/>
              <a:defRPr>
                <a:solidFill>
                  <a:srgbClr val="888888"/>
                </a:solidFill>
              </a:defRPr>
            </a:lvl4pPr>
            <a:lvl5pPr indent="0" lvl="4" marL="0" rtl="0" algn="r">
              <a:spcBef>
                <a:spcPts val="0"/>
              </a:spcBef>
              <a:buNone/>
              <a:defRPr>
                <a:solidFill>
                  <a:srgbClr val="888888"/>
                </a:solidFill>
              </a:defRPr>
            </a:lvl5pPr>
            <a:lvl6pPr indent="0" lvl="5" marL="0" rtl="0" algn="r">
              <a:spcBef>
                <a:spcPts val="0"/>
              </a:spcBef>
              <a:buNone/>
              <a:defRPr>
                <a:solidFill>
                  <a:srgbClr val="888888"/>
                </a:solidFill>
              </a:defRPr>
            </a:lvl6pPr>
            <a:lvl7pPr indent="0" lvl="6" marL="0" rtl="0" algn="r">
              <a:spcBef>
                <a:spcPts val="0"/>
              </a:spcBef>
              <a:buNone/>
              <a:defRPr>
                <a:solidFill>
                  <a:srgbClr val="888888"/>
                </a:solidFill>
              </a:defRPr>
            </a:lvl7pPr>
            <a:lvl8pPr indent="0" lvl="7" marL="0" rtl="0" algn="r">
              <a:spcBef>
                <a:spcPts val="0"/>
              </a:spcBef>
              <a:buNone/>
              <a:defRPr>
                <a:solidFill>
                  <a:srgbClr val="888888"/>
                </a:solidFill>
              </a:defRPr>
            </a:lvl8pPr>
            <a:lvl9pPr indent="0" lvl="8" marL="0" rt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3234562" y="462279"/>
            <a:ext cx="2674874" cy="69596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arlito"/>
                <a:ea typeface="Carlito"/>
                <a:cs typeface="Carlito"/>
                <a:sym typeface="Carli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6"/>
          <p:cNvSpPr txBox="1"/>
          <p:nvPr>
            <p:ph idx="1" type="body"/>
          </p:nvPr>
        </p:nvSpPr>
        <p:spPr>
          <a:xfrm>
            <a:off x="450850" y="1593850"/>
            <a:ext cx="8310880" cy="44069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56"/>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56"/>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5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silver.arm.com/download/Software/BX100-DA-98001-r0p0-01rel3/DEN0013D_cortex_a_series_PG.pdf" TargetMode="External"/><Relationship Id="rId4" Type="http://schemas.openxmlformats.org/officeDocument/2006/relationships/hyperlink" Target="https://silver.arm.com/download/Software/BX100-DA-98001-r0p0-01rel3/DEN0013D_cortex_a_series_PG.pdf" TargetMode="External"/><Relationship Id="rId5" Type="http://schemas.openxmlformats.org/officeDocument/2006/relationships/hyperlink" Target="https://www.raspberrypi.org/documentation/hardware/raspberrypi/bcm2835/BCM2835-ARM-Peripherals.pdf" TargetMode="External"/><Relationship Id="rId6" Type="http://schemas.openxmlformats.org/officeDocument/2006/relationships/hyperlink" Target="https://www.raspberrypi.org/documentation/hardware/raspberrypi/bcm2835/BCM2835-ARM-Peripherals.pdf" TargetMode="External"/><Relationship Id="rId7" Type="http://schemas.openxmlformats.org/officeDocument/2006/relationships/hyperlink" Target="https://www.raspberrypi.org/documentation/hardware/raspberrypi/bcm2835/BCM2835-ARM-Peripherals.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hyperlink" Target="https://developer.arm.com/documentation/dui0472/m/Compiler-Command-line-Options/--cpu-name" TargetMode="External"/><Relationship Id="rId4" Type="http://schemas.openxmlformats.org/officeDocument/2006/relationships/hyperlink" Target="https://developer.arm.com/documentation/ddi0406/c/System-Level-Architecture/The-System-Level-Programmers--Model/Jazelle-direct-bytecode-execution/Jazelle-state?lang=en"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8.png"/><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 Id="rId3" Type="http://schemas.openxmlformats.org/officeDocument/2006/relationships/image" Target="../media/image10.png"/><Relationship Id="rId4" Type="http://schemas.openxmlformats.org/officeDocument/2006/relationships/image" Target="../media/image1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8.xml"/><Relationship Id="rId3" Type="http://schemas.openxmlformats.org/officeDocument/2006/relationships/image" Target="../media/image1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 Id="rId3" Type="http://schemas.openxmlformats.org/officeDocument/2006/relationships/image" Target="../media/image18.png"/><Relationship Id="rId4" Type="http://schemas.openxmlformats.org/officeDocument/2006/relationships/image" Target="../media/image1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0.xml"/><Relationship Id="rId3" Type="http://schemas.openxmlformats.org/officeDocument/2006/relationships/image" Target="../media/image2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1.xml"/><Relationship Id="rId3" Type="http://schemas.openxmlformats.org/officeDocument/2006/relationships/image" Target="../media/image2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2.xml"/><Relationship Id="rId3" Type="http://schemas.openxmlformats.org/officeDocument/2006/relationships/image" Target="../media/image2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3.xml"/><Relationship Id="rId3" Type="http://schemas.openxmlformats.org/officeDocument/2006/relationships/image" Target="../media/image2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5.xml"/><Relationship Id="rId3" Type="http://schemas.openxmlformats.org/officeDocument/2006/relationships/image" Target="../media/image2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6.xml"/><Relationship Id="rId3" Type="http://schemas.openxmlformats.org/officeDocument/2006/relationships/image" Target="../media/image2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7.xml"/><Relationship Id="rId3" Type="http://schemas.openxmlformats.org/officeDocument/2006/relationships/image" Target="../media/image2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9.xml"/><Relationship Id="rId3" Type="http://schemas.openxmlformats.org/officeDocument/2006/relationships/image" Target="../media/image2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0.xml"/><Relationship Id="rId3" Type="http://schemas.openxmlformats.org/officeDocument/2006/relationships/image" Target="../media/image3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2.xml"/><Relationship Id="rId3" Type="http://schemas.openxmlformats.org/officeDocument/2006/relationships/image" Target="../media/image27.jpg"/><Relationship Id="rId4" Type="http://schemas.openxmlformats.org/officeDocument/2006/relationships/image" Target="../media/image30.png"/><Relationship Id="rId5" Type="http://schemas.openxmlformats.org/officeDocument/2006/relationships/image" Target="../media/image2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3.xml"/><Relationship Id="rId3" Type="http://schemas.openxmlformats.org/officeDocument/2006/relationships/image" Target="../media/image27.jpg"/><Relationship Id="rId4" Type="http://schemas.openxmlformats.org/officeDocument/2006/relationships/image" Target="../media/image28.png"/><Relationship Id="rId5" Type="http://schemas.openxmlformats.org/officeDocument/2006/relationships/image" Target="../media/image30.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4.xml"/><Relationship Id="rId3" Type="http://schemas.openxmlformats.org/officeDocument/2006/relationships/image" Target="../media/image28.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p1"/>
          <p:cNvSpPr txBox="1"/>
          <p:nvPr>
            <p:ph type="ctrTitle"/>
          </p:nvPr>
        </p:nvSpPr>
        <p:spPr>
          <a:xfrm>
            <a:off x="1425201" y="2146550"/>
            <a:ext cx="6941100" cy="997200"/>
          </a:xfrm>
          <a:prstGeom prst="rect">
            <a:avLst/>
          </a:prstGeom>
          <a:noFill/>
          <a:ln>
            <a:noFill/>
          </a:ln>
        </p:spPr>
        <p:txBody>
          <a:bodyPr anchorCtr="0" anchor="t" bIns="0" lIns="0" spcFirstLastPara="1" rIns="0" wrap="square" tIns="12050">
            <a:spAutoFit/>
          </a:bodyPr>
          <a:lstStyle/>
          <a:p>
            <a:pPr indent="-2012314" lvl="0" marL="2024379" marR="5080" rtl="0" algn="l">
              <a:lnSpc>
                <a:spcPct val="100000"/>
              </a:lnSpc>
              <a:spcBef>
                <a:spcPts val="0"/>
              </a:spcBef>
              <a:spcAft>
                <a:spcPts val="0"/>
              </a:spcAft>
              <a:buSzPts val="1400"/>
              <a:buNone/>
            </a:pPr>
            <a:r>
              <a:rPr lang="en-US" sz="3200"/>
              <a:t>CSE 331: Microprocessor Interfacing and Embedded Systems</a:t>
            </a:r>
            <a:endParaRPr sz="3200"/>
          </a:p>
        </p:txBody>
      </p:sp>
      <p:sp>
        <p:nvSpPr>
          <p:cNvPr id="109" name="Google Shape;109;p1"/>
          <p:cNvSpPr txBox="1"/>
          <p:nvPr/>
        </p:nvSpPr>
        <p:spPr>
          <a:xfrm>
            <a:off x="1477775" y="3893825"/>
            <a:ext cx="6733800" cy="5046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3200"/>
              <a:buFont typeface="Arial"/>
              <a:buNone/>
            </a:pPr>
            <a:r>
              <a:rPr b="0" i="0" lang="en-US" sz="3200" u="none" cap="none" strike="noStrike">
                <a:solidFill>
                  <a:srgbClr val="888888"/>
                </a:solidFill>
                <a:latin typeface="Carlito"/>
                <a:ea typeface="Carlito"/>
                <a:cs typeface="Carlito"/>
                <a:sym typeface="Carlito"/>
              </a:rPr>
              <a:t>Lecture 3: ARM </a:t>
            </a:r>
            <a:r>
              <a:rPr lang="en-US" sz="3200">
                <a:solidFill>
                  <a:srgbClr val="888888"/>
                </a:solidFill>
                <a:latin typeface="Carlito"/>
                <a:ea typeface="Carlito"/>
                <a:cs typeface="Carlito"/>
                <a:sym typeface="Carlito"/>
              </a:rPr>
              <a:t>ISA (Assembly Language)</a:t>
            </a:r>
            <a:endParaRPr b="0" i="0" sz="3200" u="none" cap="none" strike="noStrike">
              <a:solidFill>
                <a:srgbClr val="000000"/>
              </a:solidFill>
              <a:latin typeface="Carlito"/>
              <a:ea typeface="Carlito"/>
              <a:cs typeface="Carlito"/>
              <a:sym typeface="Carl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 name="Shape 113"/>
        <p:cNvGrpSpPr/>
        <p:nvPr/>
      </p:nvGrpSpPr>
      <p:grpSpPr>
        <a:xfrm>
          <a:off x="0" y="0"/>
          <a:ext cx="0" cy="0"/>
          <a:chOff x="0" y="0"/>
          <a:chExt cx="0" cy="0"/>
        </a:xfrm>
      </p:grpSpPr>
      <p:sp>
        <p:nvSpPr>
          <p:cNvPr id="114" name="Google Shape;114;p2"/>
          <p:cNvSpPr txBox="1"/>
          <p:nvPr>
            <p:ph type="title"/>
          </p:nvPr>
        </p:nvSpPr>
        <p:spPr>
          <a:xfrm>
            <a:off x="3244342" y="462279"/>
            <a:ext cx="265366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CISC &amp; RISC</a:t>
            </a:r>
            <a:endParaRPr/>
          </a:p>
        </p:txBody>
      </p:sp>
      <p:sp>
        <p:nvSpPr>
          <p:cNvPr id="115" name="Google Shape;115;p2"/>
          <p:cNvSpPr txBox="1"/>
          <p:nvPr/>
        </p:nvSpPr>
        <p:spPr>
          <a:xfrm>
            <a:off x="535940" y="1525574"/>
            <a:ext cx="7924800" cy="4780915"/>
          </a:xfrm>
          <a:prstGeom prst="rect">
            <a:avLst/>
          </a:prstGeom>
          <a:noFill/>
          <a:ln>
            <a:noFill/>
          </a:ln>
        </p:spPr>
        <p:txBody>
          <a:bodyPr anchorCtr="0" anchor="t" bIns="0" lIns="0" spcFirstLastPara="1" rIns="0" wrap="square" tIns="97775">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CISC: complex instruction set computer</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original CPUs very simple</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poorly suited to evolving high level languages</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extended with new instructions</a:t>
            </a:r>
            <a:endParaRPr b="0" i="0" sz="2800" u="none" cap="none" strike="noStrike">
              <a:solidFill>
                <a:srgbClr val="000000"/>
              </a:solidFill>
              <a:latin typeface="Carlito"/>
              <a:ea typeface="Carlito"/>
              <a:cs typeface="Carlito"/>
              <a:sym typeface="Carlito"/>
            </a:endParaRPr>
          </a:p>
          <a:p>
            <a:pPr indent="-285750" lvl="1" marL="755650" marR="5080" rtl="0" algn="l">
              <a:lnSpc>
                <a:spcPct val="100000"/>
              </a:lnSpc>
              <a:spcBef>
                <a:spcPts val="59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e.g. function calls, non-linear data structures, array bound  checking, string manipulation</a:t>
            </a:r>
            <a:endParaRPr b="0" i="0" sz="2400" u="none" cap="none" strike="noStrike">
              <a:solidFill>
                <a:srgbClr val="000000"/>
              </a:solidFill>
              <a:latin typeface="Carlito"/>
              <a:ea typeface="Carlito"/>
              <a:cs typeface="Carlito"/>
              <a:sym typeface="Carlito"/>
            </a:endParaRPr>
          </a:p>
          <a:p>
            <a:pPr indent="-342900" lvl="0" marL="355600" marR="0" rtl="0" algn="l">
              <a:lnSpc>
                <a:spcPct val="100000"/>
              </a:lnSpc>
              <a:spcBef>
                <a:spcPts val="65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implemented in </a:t>
            </a:r>
            <a:r>
              <a:rPr b="0" i="1" lang="en-US" sz="2800" u="none" cap="none" strike="noStrike">
                <a:solidFill>
                  <a:srgbClr val="000000"/>
                </a:solidFill>
                <a:latin typeface="Carlito"/>
                <a:ea typeface="Carlito"/>
                <a:cs typeface="Carlito"/>
                <a:sym typeface="Carlito"/>
              </a:rPr>
              <a:t>microcode</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0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sub-machine code for configuring CPU sub-components</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7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1 machine code == &gt; 1 microcode</a:t>
            </a:r>
            <a:endParaRPr b="0" i="0" sz="2400" u="none" cap="none" strike="noStrike">
              <a:solidFill>
                <a:srgbClr val="000000"/>
              </a:solidFill>
              <a:latin typeface="Carlito"/>
              <a:ea typeface="Carlito"/>
              <a:cs typeface="Carlito"/>
              <a:sym typeface="Carlito"/>
            </a:endParaRPr>
          </a:p>
          <a:p>
            <a:pPr indent="-342900" lvl="0" marL="355600" marR="0" rtl="0" algn="l">
              <a:lnSpc>
                <a:spcPct val="100000"/>
              </a:lnSpc>
              <a:spcBef>
                <a:spcPts val="65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e.g. Intel X86 architecture</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9" name="Shape 119"/>
        <p:cNvGrpSpPr/>
        <p:nvPr/>
      </p:nvGrpSpPr>
      <p:grpSpPr>
        <a:xfrm>
          <a:off x="0" y="0"/>
          <a:ext cx="0" cy="0"/>
          <a:chOff x="0" y="0"/>
          <a:chExt cx="0" cy="0"/>
        </a:xfrm>
      </p:grpSpPr>
      <p:sp>
        <p:nvSpPr>
          <p:cNvPr id="120" name="Google Shape;120;p3"/>
          <p:cNvSpPr txBox="1"/>
          <p:nvPr>
            <p:ph type="title"/>
          </p:nvPr>
        </p:nvSpPr>
        <p:spPr>
          <a:xfrm>
            <a:off x="3244342" y="462279"/>
            <a:ext cx="265366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CISC &amp; RISC</a:t>
            </a:r>
            <a:endParaRPr/>
          </a:p>
        </p:txBody>
      </p:sp>
      <p:sp>
        <p:nvSpPr>
          <p:cNvPr id="121" name="Google Shape;121;p3"/>
          <p:cNvSpPr txBox="1"/>
          <p:nvPr/>
        </p:nvSpPr>
        <p:spPr>
          <a:xfrm>
            <a:off x="535940" y="1522006"/>
            <a:ext cx="7903209" cy="3687445"/>
          </a:xfrm>
          <a:prstGeom prst="rect">
            <a:avLst/>
          </a:prstGeom>
          <a:noFill/>
          <a:ln>
            <a:noFill/>
          </a:ln>
        </p:spPr>
        <p:txBody>
          <a:bodyPr anchorCtr="0" anchor="t" bIns="0" lIns="0" spcFirstLastPara="1" rIns="0" wrap="square" tIns="101600">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CISC introduced integrated combinations of features</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59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e.g. multiple address modes, conditional execution</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7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required additional circuitry/power</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8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multiple memory cycles per instruction</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7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over elaborate/engineered</a:t>
            </a:r>
            <a:endParaRPr b="0" i="0" sz="2400" u="none" cap="none" strike="noStrike">
              <a:solidFill>
                <a:srgbClr val="000000"/>
              </a:solidFill>
              <a:latin typeface="Carlito"/>
              <a:ea typeface="Carlito"/>
              <a:cs typeface="Carlito"/>
              <a:sym typeface="Carlito"/>
            </a:endParaRPr>
          </a:p>
          <a:p>
            <a:pPr indent="-229235" lvl="2" marL="1155700" marR="0" rtl="0" algn="l">
              <a:lnSpc>
                <a:spcPct val="100000"/>
              </a:lnSpc>
              <a:spcBef>
                <a:spcPts val="509"/>
              </a:spcBef>
              <a:spcAft>
                <a:spcPts val="0"/>
              </a:spcAft>
              <a:buClr>
                <a:srgbClr val="000000"/>
              </a:buClr>
              <a:buSzPts val="2000"/>
              <a:buFont typeface="Arial"/>
              <a:buChar char="•"/>
            </a:pPr>
            <a:r>
              <a:rPr b="0" i="0" lang="en-US" sz="2000" u="none" cap="none" strike="noStrike">
                <a:solidFill>
                  <a:srgbClr val="000000"/>
                </a:solidFill>
                <a:latin typeface="Carlito"/>
                <a:ea typeface="Carlito"/>
                <a:cs typeface="Carlito"/>
                <a:sym typeface="Carlito"/>
              </a:rPr>
              <a:t>many feature combinations not often used in practise</a:t>
            </a:r>
            <a:endParaRPr b="0" i="0" sz="2000" u="none" cap="none" strike="noStrike">
              <a:solidFill>
                <a:srgbClr val="000000"/>
              </a:solidFill>
              <a:latin typeface="Carlito"/>
              <a:ea typeface="Carlito"/>
              <a:cs typeface="Carlito"/>
              <a:sym typeface="Carlito"/>
            </a:endParaRPr>
          </a:p>
          <a:p>
            <a:pPr indent="-342900" lvl="0" marL="355600" marR="0" rtl="0" algn="l">
              <a:lnSpc>
                <a:spcPct val="100000"/>
              </a:lnSpc>
              <a:spcBef>
                <a:spcPts val="62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could lead to loss of performance</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better to use combinations of simple instructions</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5" name="Shape 125"/>
        <p:cNvGrpSpPr/>
        <p:nvPr/>
      </p:nvGrpSpPr>
      <p:grpSpPr>
        <a:xfrm>
          <a:off x="0" y="0"/>
          <a:ext cx="0" cy="0"/>
          <a:chOff x="0" y="0"/>
          <a:chExt cx="0" cy="0"/>
        </a:xfrm>
      </p:grpSpPr>
      <p:sp>
        <p:nvSpPr>
          <p:cNvPr id="126" name="Google Shape;126;p4"/>
          <p:cNvSpPr txBox="1"/>
          <p:nvPr>
            <p:ph type="title"/>
          </p:nvPr>
        </p:nvSpPr>
        <p:spPr>
          <a:xfrm>
            <a:off x="3244342" y="462279"/>
            <a:ext cx="265366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CISC &amp; RISC</a:t>
            </a:r>
            <a:endParaRPr/>
          </a:p>
        </p:txBody>
      </p:sp>
      <p:sp>
        <p:nvSpPr>
          <p:cNvPr id="127" name="Google Shape;127;p4"/>
          <p:cNvSpPr txBox="1"/>
          <p:nvPr/>
        </p:nvSpPr>
        <p:spPr>
          <a:xfrm>
            <a:off x="535940" y="1525574"/>
            <a:ext cx="7652384" cy="4403090"/>
          </a:xfrm>
          <a:prstGeom prst="rect">
            <a:avLst/>
          </a:prstGeom>
          <a:noFill/>
          <a:ln>
            <a:noFill/>
          </a:ln>
        </p:spPr>
        <p:txBody>
          <a:bodyPr anchorCtr="0" anchor="t" bIns="0" lIns="0" spcFirstLastPara="1" rIns="0" wrap="square" tIns="97775">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RISC: reduced instruction set computer</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return to simpler design</a:t>
            </a:r>
            <a:endParaRPr b="0" i="0" sz="2800" u="none" cap="none" strike="noStrike">
              <a:solidFill>
                <a:srgbClr val="000000"/>
              </a:solidFill>
              <a:latin typeface="Carlito"/>
              <a:ea typeface="Carlito"/>
              <a:cs typeface="Carlito"/>
              <a:sym typeface="Carlito"/>
            </a:endParaRPr>
          </a:p>
          <a:p>
            <a:pPr indent="-342900" lvl="0" marL="355600" marR="508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general purpose instructions with small number of  common features</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0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less circuitry/power</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7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execute in single cycle</a:t>
            </a:r>
            <a:endParaRPr b="0" i="0" sz="2400" u="none" cap="none" strike="noStrike">
              <a:solidFill>
                <a:srgbClr val="000000"/>
              </a:solidFill>
              <a:latin typeface="Carlito"/>
              <a:ea typeface="Carlito"/>
              <a:cs typeface="Carlito"/>
              <a:sym typeface="Carlito"/>
            </a:endParaRPr>
          </a:p>
          <a:p>
            <a:pPr indent="-342900" lvl="0" marL="355600" marR="0" rtl="0" algn="l">
              <a:lnSpc>
                <a:spcPct val="100000"/>
              </a:lnSpc>
              <a:spcBef>
                <a:spcPts val="65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code size grew</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performance improved</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e.g. ARM, MIPS</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1" name="Shape 131"/>
        <p:cNvGrpSpPr/>
        <p:nvPr/>
      </p:nvGrpSpPr>
      <p:grpSpPr>
        <a:xfrm>
          <a:off x="0" y="0"/>
          <a:ext cx="0" cy="0"/>
          <a:chOff x="0" y="0"/>
          <a:chExt cx="0" cy="0"/>
        </a:xfrm>
      </p:grpSpPr>
      <p:sp>
        <p:nvSpPr>
          <p:cNvPr id="132" name="Google Shape;132;p5"/>
          <p:cNvSpPr txBox="1"/>
          <p:nvPr>
            <p:ph type="title"/>
          </p:nvPr>
        </p:nvSpPr>
        <p:spPr>
          <a:xfrm>
            <a:off x="4007103" y="462279"/>
            <a:ext cx="113093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ARM</a:t>
            </a:r>
            <a:endParaRPr/>
          </a:p>
        </p:txBody>
      </p:sp>
      <p:sp>
        <p:nvSpPr>
          <p:cNvPr id="133" name="Google Shape;133;p5"/>
          <p:cNvSpPr txBox="1"/>
          <p:nvPr/>
        </p:nvSpPr>
        <p:spPr>
          <a:xfrm>
            <a:off x="535940" y="1525574"/>
            <a:ext cx="6581140" cy="4710430"/>
          </a:xfrm>
          <a:prstGeom prst="rect">
            <a:avLst/>
          </a:prstGeom>
          <a:noFill/>
          <a:ln>
            <a:noFill/>
          </a:ln>
        </p:spPr>
        <p:txBody>
          <a:bodyPr anchorCtr="0" anchor="t" bIns="0" lIns="0" spcFirstLastPara="1" rIns="0" wrap="square" tIns="97775">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Advanced RISC Machines</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UK company</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0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originally Acorn</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7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made best selling BBC Microcomputer in 1980s</a:t>
            </a:r>
            <a:endParaRPr b="0" i="0" sz="2400" u="none" cap="none" strike="noStrike">
              <a:solidFill>
                <a:srgbClr val="000000"/>
              </a:solidFill>
              <a:latin typeface="Carlito"/>
              <a:ea typeface="Carlito"/>
              <a:cs typeface="Carlito"/>
              <a:sym typeface="Carlito"/>
            </a:endParaRPr>
          </a:p>
          <a:p>
            <a:pPr indent="-424179" lvl="0" marL="436244" marR="0" rtl="0" algn="l">
              <a:lnSpc>
                <a:spcPct val="100000"/>
              </a:lnSpc>
              <a:spcBef>
                <a:spcPts val="65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world leading niche processors</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2015 market share:</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0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85% of apps processors</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7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65% of computer peripherals,</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7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90% of hard-disk and SSD</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8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95% of automotive apps processors</a:t>
            </a:r>
            <a:endParaRPr b="0" i="0" sz="2400" u="none" cap="none" strike="noStrike">
              <a:solidFill>
                <a:srgbClr val="000000"/>
              </a:solidFill>
              <a:latin typeface="Carlito"/>
              <a:ea typeface="Carlito"/>
              <a:cs typeface="Carlito"/>
              <a:sym typeface="Carl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7" name="Shape 137"/>
        <p:cNvGrpSpPr/>
        <p:nvPr/>
      </p:nvGrpSpPr>
      <p:grpSpPr>
        <a:xfrm>
          <a:off x="0" y="0"/>
          <a:ext cx="0" cy="0"/>
          <a:chOff x="0" y="0"/>
          <a:chExt cx="0" cy="0"/>
        </a:xfrm>
      </p:grpSpPr>
      <p:sp>
        <p:nvSpPr>
          <p:cNvPr id="138" name="Google Shape;138;p6"/>
          <p:cNvSpPr txBox="1"/>
          <p:nvPr>
            <p:ph type="title"/>
          </p:nvPr>
        </p:nvSpPr>
        <p:spPr>
          <a:xfrm>
            <a:off x="4007103" y="462279"/>
            <a:ext cx="113093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ARM</a:t>
            </a:r>
            <a:endParaRPr/>
          </a:p>
        </p:txBody>
      </p:sp>
      <p:sp>
        <p:nvSpPr>
          <p:cNvPr id="139" name="Google Shape;139;p6"/>
          <p:cNvSpPr txBox="1"/>
          <p:nvPr/>
        </p:nvSpPr>
        <p:spPr>
          <a:xfrm>
            <a:off x="535940" y="1525574"/>
            <a:ext cx="7119000" cy="3460800"/>
          </a:xfrm>
          <a:prstGeom prst="rect">
            <a:avLst/>
          </a:prstGeom>
          <a:noFill/>
          <a:ln>
            <a:noFill/>
          </a:ln>
        </p:spPr>
        <p:txBody>
          <a:bodyPr anchorCtr="0" anchor="t" bIns="0" lIns="0" spcFirstLastPara="1" rIns="0" wrap="square" tIns="97775">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32 bit RISC</a:t>
            </a:r>
            <a:r>
              <a:rPr lang="en-US" sz="2800">
                <a:latin typeface="Carlito"/>
                <a:ea typeface="Carlito"/>
                <a:cs typeface="Carlito"/>
                <a:sym typeface="Carlito"/>
              </a:rPr>
              <a:t> </a:t>
            </a:r>
            <a:r>
              <a:rPr b="0" i="0" lang="en-US" sz="2800" u="none" cap="none" strike="noStrike">
                <a:solidFill>
                  <a:srgbClr val="000000"/>
                </a:solidFill>
                <a:latin typeface="Carlito"/>
                <a:ea typeface="Carlito"/>
                <a:cs typeface="Carlito"/>
                <a:sym typeface="Carlito"/>
              </a:rPr>
              <a:t>processor architecture family</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many variants:</a:t>
            </a:r>
            <a:endParaRPr b="0" i="0" sz="2800" u="none" cap="none" strike="noStrike">
              <a:solidFill>
                <a:srgbClr val="000000"/>
              </a:solidFill>
              <a:latin typeface="Carlito"/>
              <a:ea typeface="Carlito"/>
              <a:cs typeface="Carlito"/>
              <a:sym typeface="Carlito"/>
            </a:endParaRPr>
          </a:p>
          <a:p>
            <a:pPr indent="-406400" lvl="1" marL="914400" marR="0" rtl="0" algn="l">
              <a:lnSpc>
                <a:spcPct val="100000"/>
              </a:lnSpc>
              <a:spcBef>
                <a:spcPts val="670"/>
              </a:spcBef>
              <a:spcAft>
                <a:spcPts val="0"/>
              </a:spcAft>
              <a:buSzPts val="2800"/>
              <a:buFont typeface="Carlito"/>
              <a:buChar char="○"/>
            </a:pPr>
            <a:r>
              <a:rPr lang="en-US" sz="2800">
                <a:latin typeface="Carlito"/>
                <a:ea typeface="Carlito"/>
                <a:cs typeface="Carlito"/>
                <a:sym typeface="Carlito"/>
              </a:rPr>
              <a:t>A (Application), M (Microcontroller), R (Real Time), X (High Performance)</a:t>
            </a:r>
            <a:endParaRPr sz="2800">
              <a:latin typeface="Carlito"/>
              <a:ea typeface="Carlito"/>
              <a:cs typeface="Carlito"/>
              <a:sym typeface="Carlito"/>
            </a:endParaRPr>
          </a:p>
          <a:p>
            <a:pPr indent="-342900" lvl="0" marL="3556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ARM does not make chips</a:t>
            </a:r>
            <a:endParaRPr b="0" i="0" sz="2800" u="none" cap="none" strike="noStrike">
              <a:solidFill>
                <a:srgbClr val="000000"/>
              </a:solidFill>
              <a:latin typeface="Carlito"/>
              <a:ea typeface="Carlito"/>
              <a:cs typeface="Carlito"/>
              <a:sym typeface="Carlito"/>
            </a:endParaRPr>
          </a:p>
          <a:p>
            <a:pPr indent="-342900" lvl="0" marL="355600" marR="508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licences the </a:t>
            </a:r>
            <a:r>
              <a:rPr b="0" i="1" lang="en-US" sz="2800" u="none" cap="none" strike="noStrike">
                <a:solidFill>
                  <a:srgbClr val="000000"/>
                </a:solidFill>
                <a:latin typeface="Carlito"/>
                <a:ea typeface="Carlito"/>
                <a:cs typeface="Carlito"/>
                <a:sym typeface="Carlito"/>
              </a:rPr>
              <a:t>IP core </a:t>
            </a:r>
            <a:r>
              <a:rPr b="0" i="0" lang="en-US" sz="2800" u="none" cap="none" strike="noStrike">
                <a:solidFill>
                  <a:srgbClr val="000000"/>
                </a:solidFill>
                <a:latin typeface="Carlito"/>
                <a:ea typeface="Carlito"/>
                <a:cs typeface="Carlito"/>
                <a:sym typeface="Carlito"/>
              </a:rPr>
              <a:t>(intellectual property) logic  design to chip manufacturers</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3" name="Shape 143"/>
        <p:cNvGrpSpPr/>
        <p:nvPr/>
      </p:nvGrpSpPr>
      <p:grpSpPr>
        <a:xfrm>
          <a:off x="0" y="0"/>
          <a:ext cx="0" cy="0"/>
          <a:chOff x="0" y="0"/>
          <a:chExt cx="0" cy="0"/>
        </a:xfrm>
      </p:grpSpPr>
      <p:sp>
        <p:nvSpPr>
          <p:cNvPr id="144" name="Google Shape;144;p7"/>
          <p:cNvSpPr txBox="1"/>
          <p:nvPr>
            <p:ph type="title"/>
          </p:nvPr>
        </p:nvSpPr>
        <p:spPr>
          <a:xfrm>
            <a:off x="3879088" y="462279"/>
            <a:ext cx="138684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Books</a:t>
            </a:r>
            <a:endParaRPr/>
          </a:p>
        </p:txBody>
      </p:sp>
      <p:sp>
        <p:nvSpPr>
          <p:cNvPr id="145" name="Google Shape;145;p7"/>
          <p:cNvSpPr txBox="1"/>
          <p:nvPr/>
        </p:nvSpPr>
        <p:spPr>
          <a:xfrm>
            <a:off x="510540" y="1506333"/>
            <a:ext cx="7424420" cy="4105275"/>
          </a:xfrm>
          <a:prstGeom prst="rect">
            <a:avLst/>
          </a:prstGeom>
          <a:noFill/>
          <a:ln>
            <a:noFill/>
          </a:ln>
        </p:spPr>
        <p:txBody>
          <a:bodyPr anchorCtr="0" anchor="t" bIns="0" lIns="0" spcFirstLastPara="1" rIns="0" wrap="square" tIns="113650">
            <a:spAutoFit/>
          </a:bodyPr>
          <a:lstStyle/>
          <a:p>
            <a:pPr indent="-342900" lvl="0" marL="3810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general reference :</a:t>
            </a:r>
            <a:endParaRPr b="0" i="0" sz="3200" u="none" cap="none" strike="noStrike">
              <a:solidFill>
                <a:srgbClr val="000000"/>
              </a:solidFill>
              <a:latin typeface="Carlito"/>
              <a:ea typeface="Carlito"/>
              <a:cs typeface="Carlito"/>
              <a:sym typeface="Carlito"/>
            </a:endParaRPr>
          </a:p>
          <a:p>
            <a:pPr indent="-285750" lvl="1" marL="781050" marR="30480" rtl="0" algn="l">
              <a:lnSpc>
                <a:spcPct val="100000"/>
              </a:lnSpc>
              <a:spcBef>
                <a:spcPts val="70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W. Hohl, </a:t>
            </a:r>
            <a:r>
              <a:rPr b="0" i="1" lang="en-US" sz="2800" u="none" cap="none" strike="noStrike">
                <a:solidFill>
                  <a:srgbClr val="000000"/>
                </a:solidFill>
                <a:latin typeface="Carlito"/>
                <a:ea typeface="Carlito"/>
                <a:cs typeface="Carlito"/>
                <a:sym typeface="Carlito"/>
              </a:rPr>
              <a:t>ARM Assembly Language</a:t>
            </a:r>
            <a:r>
              <a:rPr b="0" i="0" lang="en-US" sz="2800" u="none" cap="none" strike="noStrike">
                <a:solidFill>
                  <a:srgbClr val="000000"/>
                </a:solidFill>
                <a:latin typeface="Carlito"/>
                <a:ea typeface="Carlito"/>
                <a:cs typeface="Carlito"/>
                <a:sym typeface="Carlito"/>
              </a:rPr>
              <a:t>, CRC Press,  2009</a:t>
            </a:r>
            <a:endParaRPr b="0" i="0" sz="2800" u="none" cap="none" strike="noStrike">
              <a:solidFill>
                <a:srgbClr val="000000"/>
              </a:solidFill>
              <a:latin typeface="Carlito"/>
              <a:ea typeface="Carlito"/>
              <a:cs typeface="Carlito"/>
              <a:sym typeface="Carlito"/>
            </a:endParaRPr>
          </a:p>
          <a:p>
            <a:pPr indent="-285750" lvl="1" marL="78105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ARM7TDMI</a:t>
            </a:r>
            <a:endParaRPr b="0" i="0" sz="2800" u="none" cap="none" strike="noStrike">
              <a:solidFill>
                <a:srgbClr val="000000"/>
              </a:solidFill>
              <a:latin typeface="Carlito"/>
              <a:ea typeface="Carlito"/>
              <a:cs typeface="Carlito"/>
              <a:sym typeface="Carlito"/>
            </a:endParaRPr>
          </a:p>
          <a:p>
            <a:pPr indent="-285750" lvl="1" marL="78105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NB not Linux format</a:t>
            </a:r>
            <a:endParaRPr b="0" i="0" sz="2800" u="none" cap="none" strike="noStrike">
              <a:solidFill>
                <a:srgbClr val="000000"/>
              </a:solidFill>
              <a:latin typeface="Carlito"/>
              <a:ea typeface="Carlito"/>
              <a:cs typeface="Carlito"/>
              <a:sym typeface="Carlito"/>
            </a:endParaRPr>
          </a:p>
          <a:p>
            <a:pPr indent="-342900" lvl="0" marL="381000" marR="0" rtl="0" algn="l">
              <a:lnSpc>
                <a:spcPct val="100000"/>
              </a:lnSpc>
              <a:spcBef>
                <a:spcPts val="740"/>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for Raspberry Pi:</a:t>
            </a:r>
            <a:endParaRPr b="0" i="0" sz="3200" u="none" cap="none" strike="noStrike">
              <a:solidFill>
                <a:srgbClr val="000000"/>
              </a:solidFill>
              <a:latin typeface="Carlito"/>
              <a:ea typeface="Carlito"/>
              <a:cs typeface="Carlito"/>
              <a:sym typeface="Carlito"/>
            </a:endParaRPr>
          </a:p>
          <a:p>
            <a:pPr indent="-285750" lvl="1" marL="781050" marR="528955" rtl="0" algn="l">
              <a:lnSpc>
                <a:spcPct val="100000"/>
              </a:lnSpc>
              <a:spcBef>
                <a:spcPts val="70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B. Smith, </a:t>
            </a:r>
            <a:r>
              <a:rPr b="0" i="1" lang="en-US" sz="2800" u="none" cap="none" strike="noStrike">
                <a:solidFill>
                  <a:srgbClr val="000000"/>
                </a:solidFill>
                <a:latin typeface="Carlito"/>
                <a:ea typeface="Carlito"/>
                <a:cs typeface="Carlito"/>
                <a:sym typeface="Carlito"/>
              </a:rPr>
              <a:t>Raspberry Pi Assembly Language  Raspbian Hands On Guide (2</a:t>
            </a:r>
            <a:r>
              <a:rPr b="0" baseline="30000" i="1" lang="en-US" sz="2775" u="none" cap="none" strike="noStrike">
                <a:solidFill>
                  <a:srgbClr val="000000"/>
                </a:solidFill>
                <a:latin typeface="Carlito"/>
                <a:ea typeface="Carlito"/>
                <a:cs typeface="Carlito"/>
                <a:sym typeface="Carlito"/>
              </a:rPr>
              <a:t>nd </a:t>
            </a:r>
            <a:r>
              <a:rPr b="0" i="1" lang="en-US" sz="2800" u="none" cap="none" strike="noStrike">
                <a:solidFill>
                  <a:srgbClr val="000000"/>
                </a:solidFill>
                <a:latin typeface="Carlito"/>
                <a:ea typeface="Carlito"/>
                <a:cs typeface="Carlito"/>
                <a:sym typeface="Carlito"/>
              </a:rPr>
              <a:t>Ed)</a:t>
            </a:r>
            <a:r>
              <a:rPr b="0" i="0" lang="en-US" sz="2800" u="none" cap="none" strike="noStrike">
                <a:solidFill>
                  <a:srgbClr val="000000"/>
                </a:solidFill>
                <a:latin typeface="Carlito"/>
                <a:ea typeface="Carlito"/>
                <a:cs typeface="Carlito"/>
                <a:sym typeface="Carlito"/>
              </a:rPr>
              <a:t>, 2014</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9" name="Shape 149"/>
        <p:cNvGrpSpPr/>
        <p:nvPr/>
      </p:nvGrpSpPr>
      <p:grpSpPr>
        <a:xfrm>
          <a:off x="0" y="0"/>
          <a:ext cx="0" cy="0"/>
          <a:chOff x="0" y="0"/>
          <a:chExt cx="0" cy="0"/>
        </a:xfrm>
      </p:grpSpPr>
      <p:sp>
        <p:nvSpPr>
          <p:cNvPr id="150" name="Google Shape;150;p8"/>
          <p:cNvSpPr txBox="1"/>
          <p:nvPr>
            <p:ph type="title"/>
          </p:nvPr>
        </p:nvSpPr>
        <p:spPr>
          <a:xfrm>
            <a:off x="3312159" y="462279"/>
            <a:ext cx="252095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References</a:t>
            </a:r>
            <a:endParaRPr/>
          </a:p>
        </p:txBody>
      </p:sp>
      <p:sp>
        <p:nvSpPr>
          <p:cNvPr id="151" name="Google Shape;151;p8"/>
          <p:cNvSpPr txBox="1"/>
          <p:nvPr/>
        </p:nvSpPr>
        <p:spPr>
          <a:xfrm>
            <a:off x="535940" y="1525574"/>
            <a:ext cx="8040370" cy="3354070"/>
          </a:xfrm>
          <a:prstGeom prst="rect">
            <a:avLst/>
          </a:prstGeom>
          <a:noFill/>
          <a:ln>
            <a:noFill/>
          </a:ln>
        </p:spPr>
        <p:txBody>
          <a:bodyPr anchorCtr="0" anchor="t" bIns="0" lIns="0" spcFirstLastPara="1" rIns="0" wrap="square" tIns="97775">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rlito"/>
                <a:ea typeface="Carlito"/>
                <a:cs typeface="Carlito"/>
                <a:sym typeface="Carlito"/>
              </a:rPr>
              <a:t>ARM Cortex A processor:</a:t>
            </a:r>
            <a:endParaRPr b="0" i="0" sz="2800" u="none" cap="none" strike="noStrike">
              <a:solidFill>
                <a:srgbClr val="000000"/>
              </a:solidFill>
              <a:latin typeface="Carlito"/>
              <a:ea typeface="Carlito"/>
              <a:cs typeface="Carlito"/>
              <a:sym typeface="Carlito"/>
            </a:endParaRPr>
          </a:p>
          <a:p>
            <a:pPr indent="0" lvl="0" marL="12700" marR="5080" rtl="0" algn="l">
              <a:lnSpc>
                <a:spcPct val="110000"/>
              </a:lnSpc>
              <a:spcBef>
                <a:spcPts val="335"/>
              </a:spcBef>
              <a:spcAft>
                <a:spcPts val="0"/>
              </a:spcAft>
              <a:buClr>
                <a:srgbClr val="000000"/>
              </a:buClr>
              <a:buSzPts val="2800"/>
              <a:buFont typeface="Arial"/>
              <a:buNone/>
            </a:pPr>
            <a:r>
              <a:rPr b="0" i="0" lang="en-US" sz="2800" u="sng" cap="none" strike="noStrike">
                <a:solidFill>
                  <a:srgbClr val="0000FF"/>
                </a:solidFill>
                <a:latin typeface="Carlito"/>
                <a:ea typeface="Carlito"/>
                <a:cs typeface="Carlito"/>
                <a:sym typeface="Carlito"/>
                <a:hlinkClick r:id="rId3">
                  <a:extLst>
                    <a:ext uri="{A12FA001-AC4F-418D-AE19-62706E023703}">
                      <ahyp:hlinkClr val="tx"/>
                    </a:ext>
                  </a:extLst>
                </a:hlinkClick>
              </a:rPr>
              <a:t>https://silver.arm.com/download/Software/BX100-DA- </a:t>
            </a:r>
            <a:r>
              <a:rPr b="0" i="0" lang="en-US" sz="2800" u="none" cap="none" strike="noStrike">
                <a:solidFill>
                  <a:srgbClr val="0000FF"/>
                </a:solidFill>
                <a:latin typeface="Carlito"/>
                <a:ea typeface="Carlito"/>
                <a:cs typeface="Carlito"/>
                <a:sym typeface="Carlito"/>
              </a:rPr>
              <a:t> </a:t>
            </a:r>
            <a:r>
              <a:rPr b="0" i="0" lang="en-US" sz="2800" u="sng" cap="none" strike="noStrike">
                <a:solidFill>
                  <a:srgbClr val="0000FF"/>
                </a:solidFill>
                <a:latin typeface="Carlito"/>
                <a:ea typeface="Carlito"/>
                <a:cs typeface="Carlito"/>
                <a:sym typeface="Carlito"/>
                <a:hlinkClick r:id="rId4">
                  <a:extLst>
                    <a:ext uri="{A12FA001-AC4F-418D-AE19-62706E023703}">
                      <ahyp:hlinkClr val="tx"/>
                    </a:ext>
                  </a:extLst>
                </a:hlinkClick>
              </a:rPr>
              <a:t>98001-r0p0-01rel3/DEN0013D_cortex_a_series_PG.pdf </a:t>
            </a:r>
            <a:r>
              <a:rPr b="0" i="0" lang="en-US" sz="2800" u="none" cap="none" strike="noStrike">
                <a:solidFill>
                  <a:srgbClr val="0000FF"/>
                </a:solidFill>
                <a:latin typeface="Carlito"/>
                <a:ea typeface="Carlito"/>
                <a:cs typeface="Carlito"/>
                <a:sym typeface="Carlito"/>
              </a:rPr>
              <a:t> </a:t>
            </a:r>
            <a:r>
              <a:rPr b="0" i="0" lang="en-US" sz="2800" u="none" cap="none" strike="noStrike">
                <a:solidFill>
                  <a:srgbClr val="000000"/>
                </a:solidFill>
                <a:latin typeface="Carlito"/>
                <a:ea typeface="Carlito"/>
                <a:cs typeface="Carlito"/>
                <a:sym typeface="Carlito"/>
              </a:rPr>
              <a:t>General Purpose IO:</a:t>
            </a:r>
            <a:endParaRPr b="0" i="0" sz="2800" u="none" cap="none" strike="noStrike">
              <a:solidFill>
                <a:srgbClr val="000000"/>
              </a:solidFill>
              <a:latin typeface="Carlito"/>
              <a:ea typeface="Carlito"/>
              <a:cs typeface="Carlito"/>
              <a:sym typeface="Carlito"/>
            </a:endParaRPr>
          </a:p>
          <a:p>
            <a:pPr indent="0" lvl="0" marL="12700" marR="149225" rtl="0" algn="l">
              <a:lnSpc>
                <a:spcPct val="100000"/>
              </a:lnSpc>
              <a:spcBef>
                <a:spcPts val="675"/>
              </a:spcBef>
              <a:spcAft>
                <a:spcPts val="0"/>
              </a:spcAft>
              <a:buClr>
                <a:srgbClr val="000000"/>
              </a:buClr>
              <a:buSzPts val="2800"/>
              <a:buFont typeface="Arial"/>
              <a:buNone/>
            </a:pPr>
            <a:r>
              <a:rPr b="0" i="0" lang="en-US" sz="2800" u="sng" cap="none" strike="noStrike">
                <a:solidFill>
                  <a:srgbClr val="0000FF"/>
                </a:solidFill>
                <a:latin typeface="Carlito"/>
                <a:ea typeface="Carlito"/>
                <a:cs typeface="Carlito"/>
                <a:sym typeface="Carlito"/>
                <a:hlinkClick r:id="rId5">
                  <a:extLst>
                    <a:ext uri="{A12FA001-AC4F-418D-AE19-62706E023703}">
                      <ahyp:hlinkClr val="tx"/>
                    </a:ext>
                  </a:extLst>
                </a:hlinkClick>
              </a:rPr>
              <a:t>https://www.raspberrypi.org/documentation/hardwar </a:t>
            </a:r>
            <a:r>
              <a:rPr b="0" i="0" lang="en-US" sz="2800" u="none" cap="none" strike="noStrike">
                <a:solidFill>
                  <a:srgbClr val="0000FF"/>
                </a:solidFill>
                <a:latin typeface="Carlito"/>
                <a:ea typeface="Carlito"/>
                <a:cs typeface="Carlito"/>
                <a:sym typeface="Carlito"/>
              </a:rPr>
              <a:t> </a:t>
            </a:r>
            <a:r>
              <a:rPr b="0" i="0" lang="en-US" sz="2800" u="sng" cap="none" strike="noStrike">
                <a:solidFill>
                  <a:srgbClr val="0000FF"/>
                </a:solidFill>
                <a:latin typeface="Carlito"/>
                <a:ea typeface="Carlito"/>
                <a:cs typeface="Carlito"/>
                <a:sym typeface="Carlito"/>
                <a:hlinkClick r:id="rId6">
                  <a:extLst>
                    <a:ext uri="{A12FA001-AC4F-418D-AE19-62706E023703}">
                      <ahyp:hlinkClr val="tx"/>
                    </a:ext>
                  </a:extLst>
                </a:hlinkClick>
              </a:rPr>
              <a:t>e/raspberrypi/bcm2835/BCM2835-ARM- </a:t>
            </a:r>
            <a:r>
              <a:rPr b="0" i="0" lang="en-US" sz="2800" u="none" cap="none" strike="noStrike">
                <a:solidFill>
                  <a:srgbClr val="0000FF"/>
                </a:solidFill>
                <a:latin typeface="Carlito"/>
                <a:ea typeface="Carlito"/>
                <a:cs typeface="Carlito"/>
                <a:sym typeface="Carlito"/>
              </a:rPr>
              <a:t> </a:t>
            </a:r>
            <a:r>
              <a:rPr b="0" i="0" lang="en-US" sz="2800" u="sng" cap="none" strike="noStrike">
                <a:solidFill>
                  <a:srgbClr val="0000FF"/>
                </a:solidFill>
                <a:latin typeface="Carlito"/>
                <a:ea typeface="Carlito"/>
                <a:cs typeface="Carlito"/>
                <a:sym typeface="Carlito"/>
                <a:hlinkClick r:id="rId7">
                  <a:extLst>
                    <a:ext uri="{A12FA001-AC4F-418D-AE19-62706E023703}">
                      <ahyp:hlinkClr val="tx"/>
                    </a:ext>
                  </a:extLst>
                </a:hlinkClick>
              </a:rPr>
              <a:t>Peripherals.pdf</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25e051f3650_0_0"/>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Memory</a:t>
            </a:r>
            <a:endParaRPr/>
          </a:p>
        </p:txBody>
      </p:sp>
      <p:sp>
        <p:nvSpPr>
          <p:cNvPr id="157" name="Google Shape;157;g25e051f3650_0_0"/>
          <p:cNvSpPr txBox="1"/>
          <p:nvPr>
            <p:ph idx="1" type="body"/>
          </p:nvPr>
        </p:nvSpPr>
        <p:spPr>
          <a:xfrm>
            <a:off x="752075" y="1219200"/>
            <a:ext cx="5477400" cy="4937700"/>
          </a:xfrm>
          <a:prstGeom prst="rect">
            <a:avLst/>
          </a:prstGeom>
          <a:noFill/>
          <a:ln>
            <a:noFill/>
          </a:ln>
        </p:spPr>
        <p:txBody>
          <a:bodyPr anchorCtr="0" anchor="t" bIns="45700" lIns="91425" spcFirstLastPara="1" rIns="91425" wrap="square" tIns="45700">
            <a:normAutofit lnSpcReduction="10000"/>
          </a:bodyPr>
          <a:lstStyle/>
          <a:p>
            <a:pPr indent="-257048" lvl="0" marL="384048" rtl="0" algn="l">
              <a:lnSpc>
                <a:spcPct val="94000"/>
              </a:lnSpc>
              <a:spcBef>
                <a:spcPts val="0"/>
              </a:spcBef>
              <a:spcAft>
                <a:spcPts val="0"/>
              </a:spcAft>
              <a:buClr>
                <a:schemeClr val="dk2"/>
              </a:buClr>
              <a:buSzPts val="2000"/>
              <a:buNone/>
            </a:pPr>
            <a:r>
              <a:rPr lang="en-US"/>
              <a:t> Memory is arranged as a series of “locations”</a:t>
            </a:r>
            <a:endParaRPr/>
          </a:p>
          <a:p>
            <a:pPr indent="-257048" lvl="1" marL="914400" rtl="0" algn="l">
              <a:lnSpc>
                <a:spcPct val="94000"/>
              </a:lnSpc>
              <a:spcBef>
                <a:spcPts val="700"/>
              </a:spcBef>
              <a:spcAft>
                <a:spcPts val="0"/>
              </a:spcAft>
              <a:buClr>
                <a:schemeClr val="dk2"/>
              </a:buClr>
              <a:buSzPts val="2000"/>
              <a:buNone/>
            </a:pPr>
            <a:r>
              <a:rPr lang="en-US"/>
              <a:t>Each location has a unique “address”</a:t>
            </a:r>
            <a:endParaRPr/>
          </a:p>
          <a:p>
            <a:pPr indent="-257048" lvl="1" marL="914400" rtl="0" algn="l">
              <a:lnSpc>
                <a:spcPct val="94000"/>
              </a:lnSpc>
              <a:spcBef>
                <a:spcPts val="700"/>
              </a:spcBef>
              <a:spcAft>
                <a:spcPts val="0"/>
              </a:spcAft>
              <a:buClr>
                <a:schemeClr val="dk2"/>
              </a:buClr>
              <a:buSzPts val="2000"/>
              <a:buNone/>
            </a:pPr>
            <a:r>
              <a:rPr lang="en-US"/>
              <a:t>Each location holds a byte (</a:t>
            </a:r>
            <a:r>
              <a:rPr b="1" i="1" lang="en-US">
                <a:solidFill>
                  <a:srgbClr val="C00000"/>
                </a:solidFill>
              </a:rPr>
              <a:t>byte-addressable</a:t>
            </a:r>
            <a:r>
              <a:rPr lang="en-US"/>
              <a:t>)</a:t>
            </a:r>
            <a:endParaRPr/>
          </a:p>
          <a:p>
            <a:pPr indent="-257048" lvl="1" marL="914400" rtl="0" algn="l">
              <a:lnSpc>
                <a:spcPct val="94000"/>
              </a:lnSpc>
              <a:spcBef>
                <a:spcPts val="700"/>
              </a:spcBef>
              <a:spcAft>
                <a:spcPts val="0"/>
              </a:spcAft>
              <a:buClr>
                <a:schemeClr val="dk2"/>
              </a:buClr>
              <a:buSzPts val="2000"/>
              <a:buNone/>
            </a:pPr>
            <a:r>
              <a:rPr lang="en-US"/>
              <a:t>e.g. the memory location at address </a:t>
            </a:r>
            <a:r>
              <a:rPr lang="en-US">
                <a:latin typeface="Consolas"/>
                <a:ea typeface="Consolas"/>
                <a:cs typeface="Consolas"/>
                <a:sym typeface="Consolas"/>
              </a:rPr>
              <a:t>0x080001B0</a:t>
            </a:r>
            <a:r>
              <a:rPr lang="en-US"/>
              <a:t> contains the byte value </a:t>
            </a:r>
            <a:r>
              <a:rPr lang="en-US">
                <a:latin typeface="Consolas"/>
                <a:ea typeface="Consolas"/>
                <a:cs typeface="Consolas"/>
                <a:sym typeface="Consolas"/>
              </a:rPr>
              <a:t>0x70</a:t>
            </a:r>
            <a:r>
              <a:rPr lang="en-US"/>
              <a:t>, i.e., </a:t>
            </a:r>
            <a:r>
              <a:rPr lang="en-US">
                <a:latin typeface="Consolas"/>
                <a:ea typeface="Consolas"/>
                <a:cs typeface="Consolas"/>
                <a:sym typeface="Consolas"/>
              </a:rPr>
              <a:t>112</a:t>
            </a:r>
            <a:endParaRPr/>
          </a:p>
          <a:p>
            <a:pPr indent="-257048" lvl="0" marL="384048" rtl="0" algn="l">
              <a:lnSpc>
                <a:spcPct val="94000"/>
              </a:lnSpc>
              <a:spcBef>
                <a:spcPts val="1200"/>
              </a:spcBef>
              <a:spcAft>
                <a:spcPts val="0"/>
              </a:spcAft>
              <a:buClr>
                <a:schemeClr val="dk2"/>
              </a:buClr>
              <a:buSzPts val="2000"/>
              <a:buNone/>
            </a:pPr>
            <a:r>
              <a:rPr lang="en-US"/>
              <a:t>The number of locations in memory is limited</a:t>
            </a:r>
            <a:endParaRPr/>
          </a:p>
          <a:p>
            <a:pPr indent="-257048" lvl="1" marL="914400" rtl="0" algn="l">
              <a:lnSpc>
                <a:spcPct val="94000"/>
              </a:lnSpc>
              <a:spcBef>
                <a:spcPts val="700"/>
              </a:spcBef>
              <a:spcAft>
                <a:spcPts val="0"/>
              </a:spcAft>
              <a:buClr>
                <a:schemeClr val="dk2"/>
              </a:buClr>
              <a:buSzPts val="2000"/>
              <a:buNone/>
            </a:pPr>
            <a:r>
              <a:rPr lang="en-US"/>
              <a:t>e.g. 4 GB of RAM</a:t>
            </a:r>
            <a:endParaRPr/>
          </a:p>
          <a:p>
            <a:pPr indent="-257048" lvl="1" marL="914400" rtl="0" algn="l">
              <a:lnSpc>
                <a:spcPct val="94000"/>
              </a:lnSpc>
              <a:spcBef>
                <a:spcPts val="700"/>
              </a:spcBef>
              <a:spcAft>
                <a:spcPts val="0"/>
              </a:spcAft>
              <a:buClr>
                <a:schemeClr val="dk2"/>
              </a:buClr>
              <a:buSzPts val="2000"/>
              <a:buNone/>
            </a:pPr>
            <a:r>
              <a:rPr lang="en-US">
                <a:latin typeface="Consolas"/>
                <a:ea typeface="Consolas"/>
                <a:cs typeface="Consolas"/>
                <a:sym typeface="Consolas"/>
              </a:rPr>
              <a:t>1</a:t>
            </a:r>
            <a:r>
              <a:rPr lang="en-US"/>
              <a:t> Gigabyte (GB) = 2</a:t>
            </a:r>
            <a:r>
              <a:rPr baseline="30000" lang="en-US"/>
              <a:t>30</a:t>
            </a:r>
            <a:r>
              <a:rPr lang="en-US"/>
              <a:t> bytes</a:t>
            </a:r>
            <a:endParaRPr/>
          </a:p>
          <a:p>
            <a:pPr indent="-257048" lvl="1" marL="914400" rtl="0" algn="l">
              <a:lnSpc>
                <a:spcPct val="94000"/>
              </a:lnSpc>
              <a:spcBef>
                <a:spcPts val="700"/>
              </a:spcBef>
              <a:spcAft>
                <a:spcPts val="0"/>
              </a:spcAft>
              <a:buClr>
                <a:schemeClr val="dk2"/>
              </a:buClr>
              <a:buSzPts val="2000"/>
              <a:buNone/>
            </a:pPr>
            <a:r>
              <a:rPr lang="en-US"/>
              <a:t>2</a:t>
            </a:r>
            <a:r>
              <a:rPr baseline="30000" lang="en-US"/>
              <a:t>32</a:t>
            </a:r>
            <a:r>
              <a:rPr lang="en-US"/>
              <a:t> locations </a:t>
            </a:r>
            <a:r>
              <a:rPr lang="en-US">
                <a:latin typeface="Noto Sans Symbols"/>
                <a:ea typeface="Noto Sans Symbols"/>
                <a:cs typeface="Noto Sans Symbols"/>
                <a:sym typeface="Noto Sans Symbols"/>
              </a:rPr>
              <a:t>🡺</a:t>
            </a:r>
            <a:r>
              <a:rPr lang="en-US"/>
              <a:t> 4,294,967,296 locations!</a:t>
            </a:r>
            <a:endParaRPr/>
          </a:p>
          <a:p>
            <a:pPr indent="-257048" lvl="0" marL="384048" rtl="0" algn="l">
              <a:lnSpc>
                <a:spcPct val="94000"/>
              </a:lnSpc>
              <a:spcBef>
                <a:spcPts val="1200"/>
              </a:spcBef>
              <a:spcAft>
                <a:spcPts val="0"/>
              </a:spcAft>
              <a:buClr>
                <a:schemeClr val="dk2"/>
              </a:buClr>
              <a:buSzPts val="2000"/>
              <a:buNone/>
            </a:pPr>
            <a:r>
              <a:rPr lang="en-US"/>
              <a:t>Values stored at each location can represent either </a:t>
            </a:r>
            <a:r>
              <a:rPr lang="en-US">
                <a:solidFill>
                  <a:srgbClr val="C00000"/>
                </a:solidFill>
              </a:rPr>
              <a:t>program data </a:t>
            </a:r>
            <a:r>
              <a:rPr lang="en-US"/>
              <a:t>or </a:t>
            </a:r>
            <a:r>
              <a:rPr lang="en-US">
                <a:solidFill>
                  <a:srgbClr val="C00000"/>
                </a:solidFill>
              </a:rPr>
              <a:t>program instructions</a:t>
            </a:r>
            <a:endParaRPr/>
          </a:p>
          <a:p>
            <a:pPr indent="-257048" lvl="1" marL="914400" rtl="0" algn="l">
              <a:lnSpc>
                <a:spcPct val="94000"/>
              </a:lnSpc>
              <a:spcBef>
                <a:spcPts val="700"/>
              </a:spcBef>
              <a:spcAft>
                <a:spcPts val="0"/>
              </a:spcAft>
              <a:buClr>
                <a:schemeClr val="dk2"/>
              </a:buClr>
              <a:buSzPts val="2000"/>
              <a:buNone/>
            </a:pPr>
            <a:r>
              <a:rPr lang="en-US"/>
              <a:t>e.g. the value </a:t>
            </a:r>
            <a:r>
              <a:rPr lang="en-US">
                <a:latin typeface="Consolas"/>
                <a:ea typeface="Consolas"/>
                <a:cs typeface="Consolas"/>
                <a:sym typeface="Consolas"/>
              </a:rPr>
              <a:t>0x70</a:t>
            </a:r>
            <a:r>
              <a:rPr lang="en-US"/>
              <a:t> might be the code used to tell the processor to add two values together</a:t>
            </a:r>
            <a:endParaRPr/>
          </a:p>
          <a:p>
            <a:pPr indent="-257048" lvl="0" marL="384048" rtl="0" algn="l">
              <a:lnSpc>
                <a:spcPct val="94000"/>
              </a:lnSpc>
              <a:spcBef>
                <a:spcPts val="1200"/>
              </a:spcBef>
              <a:spcAft>
                <a:spcPts val="0"/>
              </a:spcAft>
              <a:buClr>
                <a:schemeClr val="dk2"/>
              </a:buClr>
              <a:buSzPts val="2000"/>
              <a:buNone/>
            </a:pPr>
            <a:r>
              <a:t/>
            </a:r>
            <a:endParaRPr/>
          </a:p>
        </p:txBody>
      </p:sp>
      <p:sp>
        <p:nvSpPr>
          <p:cNvPr id="158" name="Google Shape;158;g25e051f3650_0_0"/>
          <p:cNvSpPr txBox="1"/>
          <p:nvPr>
            <p:ph idx="12" type="sldNum"/>
          </p:nvPr>
        </p:nvSpPr>
        <p:spPr>
          <a:xfrm>
            <a:off x="1602486" y="6356350"/>
            <a:ext cx="14859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59" name="Google Shape;159;g25e051f3650_0_0"/>
          <p:cNvSpPr/>
          <p:nvPr/>
        </p:nvSpPr>
        <p:spPr>
          <a:xfrm>
            <a:off x="6462450" y="1359932"/>
            <a:ext cx="514500" cy="49530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olas"/>
              <a:ea typeface="Consolas"/>
              <a:cs typeface="Consolas"/>
              <a:sym typeface="Consolas"/>
            </a:endParaRPr>
          </a:p>
        </p:txBody>
      </p:sp>
      <p:sp>
        <p:nvSpPr>
          <p:cNvPr id="160" name="Google Shape;160;g25e051f3650_0_0"/>
          <p:cNvSpPr/>
          <p:nvPr/>
        </p:nvSpPr>
        <p:spPr>
          <a:xfrm>
            <a:off x="6462450" y="3126270"/>
            <a:ext cx="514500" cy="1477200"/>
          </a:xfrm>
          <a:prstGeom prst="rect">
            <a:avLst/>
          </a:prstGeom>
          <a:solidFill>
            <a:schemeClr val="lt1"/>
          </a:solidFill>
          <a:ln cap="flat" cmpd="sng" w="349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701A0708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18 </a:t>
            </a:r>
            <a:endParaRPr b="1"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p:txBody>
      </p:sp>
      <p:sp>
        <p:nvSpPr>
          <p:cNvPr id="161" name="Google Shape;161;g25e051f3650_0_0"/>
          <p:cNvSpPr txBox="1"/>
          <p:nvPr/>
        </p:nvSpPr>
        <p:spPr>
          <a:xfrm>
            <a:off x="6959449" y="6031475"/>
            <a:ext cx="1542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C00000"/>
                </a:solidFill>
                <a:latin typeface="Consolas"/>
                <a:ea typeface="Consolas"/>
                <a:cs typeface="Consolas"/>
                <a:sym typeface="Consolas"/>
              </a:rPr>
              <a:t>0x00000000</a:t>
            </a:r>
            <a:endParaRPr b="0" i="0" sz="1400" u="none" cap="none" strike="noStrike">
              <a:solidFill>
                <a:srgbClr val="000000"/>
              </a:solidFill>
              <a:latin typeface="Arial"/>
              <a:ea typeface="Arial"/>
              <a:cs typeface="Arial"/>
              <a:sym typeface="Arial"/>
            </a:endParaRPr>
          </a:p>
        </p:txBody>
      </p:sp>
      <p:sp>
        <p:nvSpPr>
          <p:cNvPr id="162" name="Google Shape;162;g25e051f3650_0_0"/>
          <p:cNvSpPr txBox="1"/>
          <p:nvPr/>
        </p:nvSpPr>
        <p:spPr>
          <a:xfrm>
            <a:off x="6939724" y="1295400"/>
            <a:ext cx="1485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C00000"/>
                </a:solidFill>
                <a:latin typeface="Consolas"/>
                <a:ea typeface="Consolas"/>
                <a:cs typeface="Consolas"/>
                <a:sym typeface="Consolas"/>
              </a:rPr>
              <a:t>0xFFFFFFFF</a:t>
            </a:r>
            <a:endParaRPr b="0" i="0" sz="1400" u="none" cap="none" strike="noStrike">
              <a:solidFill>
                <a:srgbClr val="000000"/>
              </a:solidFill>
              <a:latin typeface="Arial"/>
              <a:ea typeface="Arial"/>
              <a:cs typeface="Arial"/>
              <a:sym typeface="Arial"/>
            </a:endParaRPr>
          </a:p>
        </p:txBody>
      </p:sp>
      <p:sp>
        <p:nvSpPr>
          <p:cNvPr id="163" name="Google Shape;163;g25e051f3650_0_0"/>
          <p:cNvSpPr/>
          <p:nvPr/>
        </p:nvSpPr>
        <p:spPr>
          <a:xfrm>
            <a:off x="6960448" y="3124200"/>
            <a:ext cx="1707600" cy="147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C00000"/>
                </a:solidFill>
                <a:latin typeface="Consolas"/>
                <a:ea typeface="Consolas"/>
                <a:cs typeface="Consolas"/>
                <a:sym typeface="Consolas"/>
              </a:rPr>
              <a:t>0x080001B0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C00000"/>
                </a:solidFill>
                <a:latin typeface="Consolas"/>
                <a:ea typeface="Consolas"/>
                <a:cs typeface="Consolas"/>
                <a:sym typeface="Consolas"/>
              </a:rPr>
              <a:t>0x080001AF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C00000"/>
                </a:solidFill>
                <a:latin typeface="Consolas"/>
                <a:ea typeface="Consolas"/>
                <a:cs typeface="Consolas"/>
                <a:sym typeface="Consolas"/>
              </a:rPr>
              <a:t>0x080001AE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C00000"/>
                </a:solidFill>
                <a:latin typeface="Consolas"/>
                <a:ea typeface="Consolas"/>
                <a:cs typeface="Consolas"/>
                <a:sym typeface="Consolas"/>
              </a:rPr>
              <a:t>0x080001AD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C00000"/>
                </a:solidFill>
                <a:latin typeface="Consolas"/>
                <a:ea typeface="Consolas"/>
                <a:cs typeface="Consolas"/>
                <a:sym typeface="Consolas"/>
              </a:rPr>
              <a:t>0x080001AC</a:t>
            </a:r>
            <a:endParaRPr b="0" i="0" sz="1400" u="none" cap="none" strike="noStrike">
              <a:solidFill>
                <a:srgbClr val="000000"/>
              </a:solidFill>
              <a:latin typeface="Arial"/>
              <a:ea typeface="Arial"/>
              <a:cs typeface="Arial"/>
              <a:sym typeface="Arial"/>
            </a:endParaRPr>
          </a:p>
        </p:txBody>
      </p:sp>
      <p:sp>
        <p:nvSpPr>
          <p:cNvPr id="164" name="Google Shape;164;g25e051f3650_0_0"/>
          <p:cNvSpPr txBox="1"/>
          <p:nvPr/>
        </p:nvSpPr>
        <p:spPr>
          <a:xfrm>
            <a:off x="6462451" y="6399229"/>
            <a:ext cx="14814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C00000"/>
                </a:solidFill>
                <a:latin typeface="Consolas"/>
                <a:ea typeface="Consolas"/>
                <a:cs typeface="Consolas"/>
                <a:sym typeface="Consolas"/>
              </a:rPr>
              <a:t>Memory</a:t>
            </a:r>
            <a:endParaRPr b="0" i="0" sz="1400" u="none" cap="none" strike="noStrike">
              <a:solidFill>
                <a:srgbClr val="000000"/>
              </a:solidFill>
              <a:latin typeface="Arial"/>
              <a:ea typeface="Arial"/>
              <a:cs typeface="Arial"/>
              <a:sym typeface="Arial"/>
            </a:endParaRPr>
          </a:p>
        </p:txBody>
      </p:sp>
      <p:sp>
        <p:nvSpPr>
          <p:cNvPr id="165" name="Google Shape;165;g25e051f3650_0_0"/>
          <p:cNvSpPr txBox="1"/>
          <p:nvPr/>
        </p:nvSpPr>
        <p:spPr>
          <a:xfrm>
            <a:off x="7186601" y="545075"/>
            <a:ext cx="118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C00000"/>
                </a:solidFill>
                <a:latin typeface="Libre Franklin"/>
                <a:ea typeface="Libre Franklin"/>
                <a:cs typeface="Libre Franklin"/>
                <a:sym typeface="Libre Franklin"/>
              </a:rPr>
              <a:t>Address</a:t>
            </a:r>
            <a:endParaRPr b="0" i="0" sz="1400" u="none" cap="none" strike="noStrike">
              <a:solidFill>
                <a:srgbClr val="000000"/>
              </a:solidFill>
              <a:latin typeface="Arial"/>
              <a:ea typeface="Arial"/>
              <a:cs typeface="Arial"/>
              <a:sym typeface="Arial"/>
            </a:endParaRPr>
          </a:p>
        </p:txBody>
      </p:sp>
      <p:sp>
        <p:nvSpPr>
          <p:cNvPr id="166" name="Google Shape;166;g25e051f3650_0_0"/>
          <p:cNvSpPr txBox="1"/>
          <p:nvPr/>
        </p:nvSpPr>
        <p:spPr>
          <a:xfrm>
            <a:off x="6290127" y="545075"/>
            <a:ext cx="853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00000"/>
                </a:solidFill>
                <a:latin typeface="Libre Franklin"/>
                <a:ea typeface="Libre Franklin"/>
                <a:cs typeface="Libre Franklin"/>
                <a:sym typeface="Libre Franklin"/>
              </a:rPr>
              <a:t>Data</a:t>
            </a:r>
            <a:endParaRPr b="0" i="0" sz="1400" u="none" cap="none" strike="noStrike">
              <a:solidFill>
                <a:srgbClr val="000000"/>
              </a:solidFill>
              <a:latin typeface="Arial"/>
              <a:ea typeface="Arial"/>
              <a:cs typeface="Arial"/>
              <a:sym typeface="Arial"/>
            </a:endParaRPr>
          </a:p>
        </p:txBody>
      </p:sp>
      <p:cxnSp>
        <p:nvCxnSpPr>
          <p:cNvPr id="167" name="Google Shape;167;g25e051f3650_0_0"/>
          <p:cNvCxnSpPr/>
          <p:nvPr/>
        </p:nvCxnSpPr>
        <p:spPr>
          <a:xfrm>
            <a:off x="6457950" y="3438525"/>
            <a:ext cx="514500" cy="1500"/>
          </a:xfrm>
          <a:prstGeom prst="straightConnector1">
            <a:avLst/>
          </a:prstGeom>
          <a:noFill/>
          <a:ln cap="flat" cmpd="sng" w="19050">
            <a:solidFill>
              <a:srgbClr val="12140A"/>
            </a:solidFill>
            <a:prstDash val="solid"/>
            <a:round/>
            <a:headEnd len="sm" w="sm" type="none"/>
            <a:tailEnd len="sm" w="sm" type="none"/>
          </a:ln>
        </p:spPr>
      </p:cxnSp>
      <p:cxnSp>
        <p:nvCxnSpPr>
          <p:cNvPr id="168" name="Google Shape;168;g25e051f3650_0_0"/>
          <p:cNvCxnSpPr/>
          <p:nvPr/>
        </p:nvCxnSpPr>
        <p:spPr>
          <a:xfrm>
            <a:off x="6457950" y="3733800"/>
            <a:ext cx="514500" cy="1500"/>
          </a:xfrm>
          <a:prstGeom prst="straightConnector1">
            <a:avLst/>
          </a:prstGeom>
          <a:noFill/>
          <a:ln cap="flat" cmpd="sng" w="19050">
            <a:solidFill>
              <a:srgbClr val="12140A"/>
            </a:solidFill>
            <a:prstDash val="solid"/>
            <a:round/>
            <a:headEnd len="sm" w="sm" type="none"/>
            <a:tailEnd len="sm" w="sm" type="none"/>
          </a:ln>
        </p:spPr>
      </p:cxnSp>
      <p:cxnSp>
        <p:nvCxnSpPr>
          <p:cNvPr id="169" name="Google Shape;169;g25e051f3650_0_0"/>
          <p:cNvCxnSpPr/>
          <p:nvPr/>
        </p:nvCxnSpPr>
        <p:spPr>
          <a:xfrm>
            <a:off x="6457950" y="4010025"/>
            <a:ext cx="514500" cy="1500"/>
          </a:xfrm>
          <a:prstGeom prst="straightConnector1">
            <a:avLst/>
          </a:prstGeom>
          <a:noFill/>
          <a:ln cap="flat" cmpd="sng" w="19050">
            <a:solidFill>
              <a:srgbClr val="12140A"/>
            </a:solidFill>
            <a:prstDash val="solid"/>
            <a:round/>
            <a:headEnd len="sm" w="sm" type="none"/>
            <a:tailEnd len="sm" w="sm" type="none"/>
          </a:ln>
        </p:spPr>
      </p:cxnSp>
      <p:cxnSp>
        <p:nvCxnSpPr>
          <p:cNvPr id="170" name="Google Shape;170;g25e051f3650_0_0"/>
          <p:cNvCxnSpPr/>
          <p:nvPr/>
        </p:nvCxnSpPr>
        <p:spPr>
          <a:xfrm>
            <a:off x="6457950" y="4283075"/>
            <a:ext cx="514500" cy="1500"/>
          </a:xfrm>
          <a:prstGeom prst="straightConnector1">
            <a:avLst/>
          </a:prstGeom>
          <a:noFill/>
          <a:ln cap="flat" cmpd="sng" w="19050">
            <a:solidFill>
              <a:srgbClr val="12140A"/>
            </a:solidFill>
            <a:prstDash val="solid"/>
            <a:round/>
            <a:headEnd len="sm" w="sm" type="none"/>
            <a:tailEnd len="sm" w="sm" type="none"/>
          </a:ln>
        </p:spPr>
      </p:cxnSp>
      <p:grpSp>
        <p:nvGrpSpPr>
          <p:cNvPr id="171" name="Google Shape;171;g25e051f3650_0_0"/>
          <p:cNvGrpSpPr/>
          <p:nvPr/>
        </p:nvGrpSpPr>
        <p:grpSpPr>
          <a:xfrm>
            <a:off x="6456183" y="896034"/>
            <a:ext cx="574977" cy="461700"/>
            <a:chOff x="7084243" y="933071"/>
            <a:chExt cx="766636" cy="461700"/>
          </a:xfrm>
        </p:grpSpPr>
        <p:cxnSp>
          <p:nvCxnSpPr>
            <p:cNvPr id="172" name="Google Shape;172;g25e051f3650_0_0"/>
            <p:cNvCxnSpPr/>
            <p:nvPr/>
          </p:nvCxnSpPr>
          <p:spPr>
            <a:xfrm>
              <a:off x="7084243" y="1071571"/>
              <a:ext cx="0" cy="261000"/>
            </a:xfrm>
            <a:prstGeom prst="straightConnector1">
              <a:avLst/>
            </a:prstGeom>
            <a:noFill/>
            <a:ln cap="flat" cmpd="sng" w="9525">
              <a:solidFill>
                <a:schemeClr val="accent1"/>
              </a:solidFill>
              <a:prstDash val="solid"/>
              <a:round/>
              <a:headEnd len="sm" w="sm" type="none"/>
              <a:tailEnd len="sm" w="sm" type="none"/>
            </a:ln>
          </p:spPr>
        </p:cxnSp>
        <p:cxnSp>
          <p:nvCxnSpPr>
            <p:cNvPr id="173" name="Google Shape;173;g25e051f3650_0_0"/>
            <p:cNvCxnSpPr/>
            <p:nvPr/>
          </p:nvCxnSpPr>
          <p:spPr>
            <a:xfrm>
              <a:off x="7778400" y="1071571"/>
              <a:ext cx="0" cy="261000"/>
            </a:xfrm>
            <a:prstGeom prst="straightConnector1">
              <a:avLst/>
            </a:prstGeom>
            <a:noFill/>
            <a:ln cap="flat" cmpd="sng" w="9525">
              <a:solidFill>
                <a:schemeClr val="accent1"/>
              </a:solidFill>
              <a:prstDash val="solid"/>
              <a:round/>
              <a:headEnd len="sm" w="sm" type="none"/>
              <a:tailEnd len="sm" w="sm" type="none"/>
            </a:ln>
          </p:spPr>
        </p:cxnSp>
        <p:cxnSp>
          <p:nvCxnSpPr>
            <p:cNvPr id="174" name="Google Shape;174;g25e051f3650_0_0"/>
            <p:cNvCxnSpPr/>
            <p:nvPr/>
          </p:nvCxnSpPr>
          <p:spPr>
            <a:xfrm>
              <a:off x="7084243" y="1202004"/>
              <a:ext cx="688200" cy="0"/>
            </a:xfrm>
            <a:prstGeom prst="straightConnector1">
              <a:avLst/>
            </a:prstGeom>
            <a:noFill/>
            <a:ln cap="flat" cmpd="sng" w="9525">
              <a:solidFill>
                <a:schemeClr val="accent1"/>
              </a:solidFill>
              <a:prstDash val="solid"/>
              <a:round/>
              <a:headEnd len="med" w="med" type="stealth"/>
              <a:tailEnd len="med" w="med" type="stealth"/>
            </a:ln>
          </p:spPr>
        </p:cxnSp>
        <p:sp>
          <p:nvSpPr>
            <p:cNvPr id="175" name="Google Shape;175;g25e051f3650_0_0"/>
            <p:cNvSpPr txBox="1"/>
            <p:nvPr/>
          </p:nvSpPr>
          <p:spPr>
            <a:xfrm>
              <a:off x="7156379" y="933071"/>
              <a:ext cx="694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8 bits</a:t>
              </a:r>
              <a:endParaRPr b="0" i="0" sz="1400" u="none" cap="none" strike="noStrike">
                <a:solidFill>
                  <a:srgbClr val="000000"/>
                </a:solidFill>
                <a:latin typeface="Arial"/>
                <a:ea typeface="Arial"/>
                <a:cs typeface="Arial"/>
                <a:sym typeface="Arial"/>
              </a:endParaRPr>
            </a:p>
          </p:txBody>
        </p:sp>
      </p:grpSp>
      <p:cxnSp>
        <p:nvCxnSpPr>
          <p:cNvPr id="176" name="Google Shape;176;g25e051f3650_0_0"/>
          <p:cNvCxnSpPr/>
          <p:nvPr/>
        </p:nvCxnSpPr>
        <p:spPr>
          <a:xfrm>
            <a:off x="7943850" y="1034534"/>
            <a:ext cx="0" cy="261000"/>
          </a:xfrm>
          <a:prstGeom prst="straightConnector1">
            <a:avLst/>
          </a:prstGeom>
          <a:noFill/>
          <a:ln cap="flat" cmpd="sng" w="9525">
            <a:solidFill>
              <a:schemeClr val="accent1"/>
            </a:solidFill>
            <a:prstDash val="solid"/>
            <a:round/>
            <a:headEnd len="sm" w="sm" type="none"/>
            <a:tailEnd len="sm" w="sm" type="none"/>
          </a:ln>
        </p:spPr>
      </p:cxnSp>
      <p:cxnSp>
        <p:nvCxnSpPr>
          <p:cNvPr id="177" name="Google Shape;177;g25e051f3650_0_0"/>
          <p:cNvCxnSpPr/>
          <p:nvPr/>
        </p:nvCxnSpPr>
        <p:spPr>
          <a:xfrm>
            <a:off x="6976800" y="1164967"/>
            <a:ext cx="967200" cy="0"/>
          </a:xfrm>
          <a:prstGeom prst="straightConnector1">
            <a:avLst/>
          </a:prstGeom>
          <a:noFill/>
          <a:ln cap="flat" cmpd="sng" w="9525">
            <a:solidFill>
              <a:schemeClr val="accent1"/>
            </a:solidFill>
            <a:prstDash val="solid"/>
            <a:round/>
            <a:headEnd len="med" w="med" type="stealth"/>
            <a:tailEnd len="med" w="med" type="stealth"/>
          </a:ln>
        </p:spPr>
      </p:cxnSp>
      <p:sp>
        <p:nvSpPr>
          <p:cNvPr id="178" name="Google Shape;178;g25e051f3650_0_0"/>
          <p:cNvSpPr txBox="1"/>
          <p:nvPr/>
        </p:nvSpPr>
        <p:spPr>
          <a:xfrm>
            <a:off x="7143750" y="914400"/>
            <a:ext cx="691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32 bits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5e051f3650_0_26"/>
          <p:cNvSpPr txBox="1"/>
          <p:nvPr>
            <p:ph type="title"/>
          </p:nvPr>
        </p:nvSpPr>
        <p:spPr>
          <a:xfrm>
            <a:off x="971550" y="303375"/>
            <a:ext cx="7200900" cy="9330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ARM M4 Memory  Map</a:t>
            </a:r>
            <a:endParaRPr/>
          </a:p>
        </p:txBody>
      </p:sp>
      <p:sp>
        <p:nvSpPr>
          <p:cNvPr id="185" name="Google Shape;185;g25e051f3650_0_26"/>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186" name="Google Shape;186;g25e051f3650_0_26"/>
          <p:cNvPicPr preferRelativeResize="0"/>
          <p:nvPr/>
        </p:nvPicPr>
        <p:blipFill rotWithShape="1">
          <a:blip r:embed="rId3">
            <a:alphaModFix/>
          </a:blip>
          <a:srcRect b="0" l="0" r="0" t="0"/>
          <a:stretch/>
        </p:blipFill>
        <p:spPr>
          <a:xfrm>
            <a:off x="2223000" y="1152425"/>
            <a:ext cx="4738124" cy="54309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25e051f3650_0_33"/>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Computer Architecture</a:t>
            </a:r>
            <a:endParaRPr/>
          </a:p>
        </p:txBody>
      </p:sp>
      <p:sp>
        <p:nvSpPr>
          <p:cNvPr id="192" name="Google Shape;192;g25e051f3650_0_33"/>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93" name="Google Shape;193;g25e051f3650_0_33"/>
          <p:cNvSpPr/>
          <p:nvPr/>
        </p:nvSpPr>
        <p:spPr>
          <a:xfrm>
            <a:off x="2793206" y="2338388"/>
            <a:ext cx="68580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94" name="Google Shape;194;g25e051f3650_0_33"/>
          <p:cNvSpPr txBox="1"/>
          <p:nvPr/>
        </p:nvSpPr>
        <p:spPr>
          <a:xfrm>
            <a:off x="1377896" y="1821623"/>
            <a:ext cx="26955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00000"/>
                </a:solidFill>
                <a:latin typeface="Libre Franklin"/>
                <a:ea typeface="Libre Franklin"/>
                <a:cs typeface="Libre Franklin"/>
                <a:sym typeface="Libre Franklin"/>
              </a:rPr>
              <a:t>Instructions and data are stored in the same memory.</a:t>
            </a:r>
            <a:endParaRPr b="0" i="0" sz="1400" u="none" cap="none" strike="noStrike">
              <a:solidFill>
                <a:srgbClr val="000000"/>
              </a:solidFill>
              <a:latin typeface="Arial"/>
              <a:ea typeface="Arial"/>
              <a:cs typeface="Arial"/>
              <a:sym typeface="Arial"/>
            </a:endParaRPr>
          </a:p>
        </p:txBody>
      </p:sp>
      <p:sp>
        <p:nvSpPr>
          <p:cNvPr id="195" name="Google Shape;195;g25e051f3650_0_33"/>
          <p:cNvSpPr txBox="1"/>
          <p:nvPr/>
        </p:nvSpPr>
        <p:spPr>
          <a:xfrm>
            <a:off x="2057400" y="1410025"/>
            <a:ext cx="2229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Libre Franklin"/>
                <a:ea typeface="Libre Franklin"/>
                <a:cs typeface="Libre Franklin"/>
                <a:sym typeface="Libre Franklin"/>
              </a:rPr>
              <a:t>Von-Neumann</a:t>
            </a:r>
            <a:endParaRPr b="0" i="0" sz="1400" u="none" cap="none" strike="noStrike">
              <a:solidFill>
                <a:srgbClr val="000000"/>
              </a:solidFill>
              <a:latin typeface="Arial"/>
              <a:ea typeface="Arial"/>
              <a:cs typeface="Arial"/>
              <a:sym typeface="Arial"/>
            </a:endParaRPr>
          </a:p>
        </p:txBody>
      </p:sp>
      <p:sp>
        <p:nvSpPr>
          <p:cNvPr id="196" name="Google Shape;196;g25e051f3650_0_33"/>
          <p:cNvSpPr txBox="1"/>
          <p:nvPr/>
        </p:nvSpPr>
        <p:spPr>
          <a:xfrm>
            <a:off x="5864954" y="1410025"/>
            <a:ext cx="1642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Libre Franklin"/>
                <a:ea typeface="Libre Franklin"/>
                <a:cs typeface="Libre Franklin"/>
                <a:sym typeface="Libre Franklin"/>
              </a:rPr>
              <a:t>Harvard</a:t>
            </a:r>
            <a:endParaRPr b="0" i="0" sz="1400" u="none" cap="none" strike="noStrike">
              <a:solidFill>
                <a:srgbClr val="000000"/>
              </a:solidFill>
              <a:latin typeface="Arial"/>
              <a:ea typeface="Arial"/>
              <a:cs typeface="Arial"/>
              <a:sym typeface="Arial"/>
            </a:endParaRPr>
          </a:p>
        </p:txBody>
      </p:sp>
      <p:cxnSp>
        <p:nvCxnSpPr>
          <p:cNvPr id="197" name="Google Shape;197;g25e051f3650_0_33"/>
          <p:cNvCxnSpPr/>
          <p:nvPr/>
        </p:nvCxnSpPr>
        <p:spPr>
          <a:xfrm>
            <a:off x="4286250" y="1410036"/>
            <a:ext cx="0" cy="4847400"/>
          </a:xfrm>
          <a:prstGeom prst="straightConnector1">
            <a:avLst/>
          </a:prstGeom>
          <a:noFill/>
          <a:ln cap="flat" cmpd="sng" w="9525">
            <a:solidFill>
              <a:schemeClr val="accent1"/>
            </a:solidFill>
            <a:prstDash val="solid"/>
            <a:round/>
            <a:headEnd len="sm" w="sm" type="none"/>
            <a:tailEnd len="sm" w="sm" type="none"/>
          </a:ln>
        </p:spPr>
      </p:cxnSp>
      <p:sp>
        <p:nvSpPr>
          <p:cNvPr id="198" name="Google Shape;198;g25e051f3650_0_33"/>
          <p:cNvSpPr txBox="1"/>
          <p:nvPr/>
        </p:nvSpPr>
        <p:spPr>
          <a:xfrm>
            <a:off x="4800600" y="1810150"/>
            <a:ext cx="29880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00000"/>
                </a:solidFill>
                <a:latin typeface="Libre Franklin"/>
                <a:ea typeface="Libre Franklin"/>
                <a:cs typeface="Libre Franklin"/>
                <a:sym typeface="Libre Franklin"/>
              </a:rPr>
              <a:t>Data and instructions are stored into separate memories. </a:t>
            </a:r>
            <a:endParaRPr b="0" i="0" sz="1400" u="none" cap="none" strike="noStrike">
              <a:solidFill>
                <a:srgbClr val="000000"/>
              </a:solidFill>
              <a:latin typeface="Arial"/>
              <a:ea typeface="Arial"/>
              <a:cs typeface="Arial"/>
              <a:sym typeface="Arial"/>
            </a:endParaRPr>
          </a:p>
        </p:txBody>
      </p:sp>
      <p:pic>
        <p:nvPicPr>
          <p:cNvPr id="199" name="Google Shape;199;g25e051f3650_0_33"/>
          <p:cNvPicPr preferRelativeResize="0"/>
          <p:nvPr/>
        </p:nvPicPr>
        <p:blipFill rotWithShape="1">
          <a:blip r:embed="rId3">
            <a:alphaModFix/>
          </a:blip>
          <a:srcRect b="0" l="0" r="0" t="0"/>
          <a:stretch/>
        </p:blipFill>
        <p:spPr>
          <a:xfrm>
            <a:off x="1689850" y="3275949"/>
            <a:ext cx="2071687" cy="1385888"/>
          </a:xfrm>
          <a:prstGeom prst="rect">
            <a:avLst/>
          </a:prstGeom>
          <a:noFill/>
          <a:ln>
            <a:noFill/>
          </a:ln>
        </p:spPr>
      </p:pic>
      <p:pic>
        <p:nvPicPr>
          <p:cNvPr id="200" name="Google Shape;200;g25e051f3650_0_33"/>
          <p:cNvPicPr preferRelativeResize="0"/>
          <p:nvPr/>
        </p:nvPicPr>
        <p:blipFill rotWithShape="1">
          <a:blip r:embed="rId4">
            <a:alphaModFix/>
          </a:blip>
          <a:srcRect b="0" l="0" r="0" t="0"/>
          <a:stretch/>
        </p:blipFill>
        <p:spPr>
          <a:xfrm>
            <a:off x="5029200" y="3276601"/>
            <a:ext cx="2071688" cy="13930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25e051f3650_0_46"/>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Computer Architecture</a:t>
            </a:r>
            <a:endParaRPr/>
          </a:p>
        </p:txBody>
      </p:sp>
      <p:sp>
        <p:nvSpPr>
          <p:cNvPr id="206" name="Google Shape;206;g25e051f3650_0_46"/>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07" name="Google Shape;207;g25e051f3650_0_46"/>
          <p:cNvSpPr/>
          <p:nvPr/>
        </p:nvSpPr>
        <p:spPr>
          <a:xfrm>
            <a:off x="2793206" y="2338388"/>
            <a:ext cx="68580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pic>
        <p:nvPicPr>
          <p:cNvPr id="208" name="Google Shape;208;g25e051f3650_0_46"/>
          <p:cNvPicPr preferRelativeResize="0"/>
          <p:nvPr/>
        </p:nvPicPr>
        <p:blipFill rotWithShape="1">
          <a:blip r:embed="rId3">
            <a:alphaModFix/>
          </a:blip>
          <a:srcRect b="0" l="0" r="0" t="0"/>
          <a:stretch/>
        </p:blipFill>
        <p:spPr>
          <a:xfrm>
            <a:off x="1377896" y="2667001"/>
            <a:ext cx="2727279" cy="2242289"/>
          </a:xfrm>
          <a:prstGeom prst="rect">
            <a:avLst/>
          </a:prstGeom>
          <a:noFill/>
          <a:ln>
            <a:noFill/>
          </a:ln>
        </p:spPr>
      </p:pic>
      <p:sp>
        <p:nvSpPr>
          <p:cNvPr id="209" name="Google Shape;209;g25e051f3650_0_46"/>
          <p:cNvSpPr txBox="1"/>
          <p:nvPr/>
        </p:nvSpPr>
        <p:spPr>
          <a:xfrm>
            <a:off x="1377896" y="1821623"/>
            <a:ext cx="26955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00000"/>
                </a:solidFill>
                <a:latin typeface="Libre Franklin"/>
                <a:ea typeface="Libre Franklin"/>
                <a:cs typeface="Libre Franklin"/>
                <a:sym typeface="Libre Franklin"/>
              </a:rPr>
              <a:t>Instructions and data are stored in the same memory.</a:t>
            </a:r>
            <a:endParaRPr b="0" i="0" sz="1400" u="none" cap="none" strike="noStrike">
              <a:solidFill>
                <a:srgbClr val="000000"/>
              </a:solidFill>
              <a:latin typeface="Arial"/>
              <a:ea typeface="Arial"/>
              <a:cs typeface="Arial"/>
              <a:sym typeface="Arial"/>
            </a:endParaRPr>
          </a:p>
        </p:txBody>
      </p:sp>
      <p:pic>
        <p:nvPicPr>
          <p:cNvPr id="210" name="Google Shape;210;g25e051f3650_0_46"/>
          <p:cNvPicPr preferRelativeResize="0"/>
          <p:nvPr/>
        </p:nvPicPr>
        <p:blipFill rotWithShape="1">
          <a:blip r:embed="rId4">
            <a:alphaModFix/>
          </a:blip>
          <a:srcRect b="0" l="0" r="0" t="0"/>
          <a:stretch/>
        </p:blipFill>
        <p:spPr>
          <a:xfrm>
            <a:off x="4743450" y="2673400"/>
            <a:ext cx="2737569" cy="2554222"/>
          </a:xfrm>
          <a:prstGeom prst="rect">
            <a:avLst/>
          </a:prstGeom>
          <a:noFill/>
          <a:ln>
            <a:noFill/>
          </a:ln>
        </p:spPr>
      </p:pic>
      <p:sp>
        <p:nvSpPr>
          <p:cNvPr id="211" name="Google Shape;211;g25e051f3650_0_46"/>
          <p:cNvSpPr txBox="1"/>
          <p:nvPr/>
        </p:nvSpPr>
        <p:spPr>
          <a:xfrm>
            <a:off x="2057400" y="1410025"/>
            <a:ext cx="2016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Libre Franklin"/>
                <a:ea typeface="Libre Franklin"/>
                <a:cs typeface="Libre Franklin"/>
                <a:sym typeface="Libre Franklin"/>
              </a:rPr>
              <a:t>Von-Neumann</a:t>
            </a:r>
            <a:endParaRPr b="0" i="0" sz="1400" u="none" cap="none" strike="noStrike">
              <a:solidFill>
                <a:srgbClr val="000000"/>
              </a:solidFill>
              <a:latin typeface="Arial"/>
              <a:ea typeface="Arial"/>
              <a:cs typeface="Arial"/>
              <a:sym typeface="Arial"/>
            </a:endParaRPr>
          </a:p>
        </p:txBody>
      </p:sp>
      <p:sp>
        <p:nvSpPr>
          <p:cNvPr id="212" name="Google Shape;212;g25e051f3650_0_46"/>
          <p:cNvSpPr txBox="1"/>
          <p:nvPr/>
        </p:nvSpPr>
        <p:spPr>
          <a:xfrm>
            <a:off x="5864955" y="1410025"/>
            <a:ext cx="1745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Libre Franklin"/>
                <a:ea typeface="Libre Franklin"/>
                <a:cs typeface="Libre Franklin"/>
                <a:sym typeface="Libre Franklin"/>
              </a:rPr>
              <a:t>Harvard</a:t>
            </a:r>
            <a:endParaRPr b="0" i="0" sz="1400" u="none" cap="none" strike="noStrike">
              <a:solidFill>
                <a:srgbClr val="000000"/>
              </a:solidFill>
              <a:latin typeface="Arial"/>
              <a:ea typeface="Arial"/>
              <a:cs typeface="Arial"/>
              <a:sym typeface="Arial"/>
            </a:endParaRPr>
          </a:p>
        </p:txBody>
      </p:sp>
      <p:cxnSp>
        <p:nvCxnSpPr>
          <p:cNvPr id="213" name="Google Shape;213;g25e051f3650_0_46"/>
          <p:cNvCxnSpPr/>
          <p:nvPr/>
        </p:nvCxnSpPr>
        <p:spPr>
          <a:xfrm>
            <a:off x="4286250" y="1410036"/>
            <a:ext cx="0" cy="4847400"/>
          </a:xfrm>
          <a:prstGeom prst="straightConnector1">
            <a:avLst/>
          </a:prstGeom>
          <a:noFill/>
          <a:ln cap="flat" cmpd="sng" w="9525">
            <a:solidFill>
              <a:schemeClr val="accent1"/>
            </a:solidFill>
            <a:prstDash val="solid"/>
            <a:round/>
            <a:headEnd len="sm" w="sm" type="none"/>
            <a:tailEnd len="sm" w="sm" type="none"/>
          </a:ln>
        </p:spPr>
      </p:cxnSp>
      <p:sp>
        <p:nvSpPr>
          <p:cNvPr id="214" name="Google Shape;214;g25e051f3650_0_46"/>
          <p:cNvSpPr txBox="1"/>
          <p:nvPr/>
        </p:nvSpPr>
        <p:spPr>
          <a:xfrm>
            <a:off x="4800601" y="1810146"/>
            <a:ext cx="27375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00000"/>
                </a:solidFill>
                <a:latin typeface="Libre Franklin"/>
                <a:ea typeface="Libre Franklin"/>
                <a:cs typeface="Libre Franklin"/>
                <a:sym typeface="Libre Franklin"/>
              </a:rPr>
              <a:t>Data and instructions are stored into separate memories.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25e051f3650_0_59"/>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ARM Cortex-M Series Family</a:t>
            </a:r>
            <a:endParaRPr/>
          </a:p>
        </p:txBody>
      </p:sp>
      <p:sp>
        <p:nvSpPr>
          <p:cNvPr id="220" name="Google Shape;220;g25e051f3650_0_59"/>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21" name="Google Shape;221;g25e051f3650_0_59"/>
          <p:cNvSpPr txBox="1"/>
          <p:nvPr/>
        </p:nvSpPr>
        <p:spPr>
          <a:xfrm>
            <a:off x="1377896" y="1821623"/>
            <a:ext cx="26955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00000"/>
                </a:solidFill>
                <a:latin typeface="Libre Franklin"/>
                <a:ea typeface="Libre Franklin"/>
                <a:cs typeface="Libre Franklin"/>
                <a:sym typeface="Libre Franklin"/>
              </a:rPr>
              <a:t>Instructions and data are stored in the same memory.</a:t>
            </a:r>
            <a:endParaRPr b="0" i="0" sz="1400" u="none" cap="none" strike="noStrike">
              <a:solidFill>
                <a:srgbClr val="000000"/>
              </a:solidFill>
              <a:latin typeface="Arial"/>
              <a:ea typeface="Arial"/>
              <a:cs typeface="Arial"/>
              <a:sym typeface="Arial"/>
            </a:endParaRPr>
          </a:p>
        </p:txBody>
      </p:sp>
      <p:sp>
        <p:nvSpPr>
          <p:cNvPr id="222" name="Google Shape;222;g25e051f3650_0_59"/>
          <p:cNvSpPr txBox="1"/>
          <p:nvPr/>
        </p:nvSpPr>
        <p:spPr>
          <a:xfrm>
            <a:off x="1160000" y="1410025"/>
            <a:ext cx="2547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Libre Franklin"/>
                <a:ea typeface="Libre Franklin"/>
                <a:cs typeface="Libre Franklin"/>
                <a:sym typeface="Libre Franklin"/>
              </a:rPr>
              <a:t>Von-Neumann</a:t>
            </a:r>
            <a:endParaRPr b="0" i="0" sz="1400" u="none" cap="none" strike="noStrike">
              <a:solidFill>
                <a:srgbClr val="000000"/>
              </a:solidFill>
              <a:latin typeface="Arial"/>
              <a:ea typeface="Arial"/>
              <a:cs typeface="Arial"/>
              <a:sym typeface="Arial"/>
            </a:endParaRPr>
          </a:p>
        </p:txBody>
      </p:sp>
      <p:sp>
        <p:nvSpPr>
          <p:cNvPr id="223" name="Google Shape;223;g25e051f3650_0_59"/>
          <p:cNvSpPr txBox="1"/>
          <p:nvPr/>
        </p:nvSpPr>
        <p:spPr>
          <a:xfrm>
            <a:off x="4865205" y="1410025"/>
            <a:ext cx="1889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Libre Franklin"/>
                <a:ea typeface="Libre Franklin"/>
                <a:cs typeface="Libre Franklin"/>
                <a:sym typeface="Libre Franklin"/>
              </a:rPr>
              <a:t>Harvard</a:t>
            </a:r>
            <a:endParaRPr b="0" i="0" sz="1400" u="none" cap="none" strike="noStrike">
              <a:solidFill>
                <a:srgbClr val="000000"/>
              </a:solidFill>
              <a:latin typeface="Arial"/>
              <a:ea typeface="Arial"/>
              <a:cs typeface="Arial"/>
              <a:sym typeface="Arial"/>
            </a:endParaRPr>
          </a:p>
        </p:txBody>
      </p:sp>
      <p:sp>
        <p:nvSpPr>
          <p:cNvPr id="224" name="Google Shape;224;g25e051f3650_0_59"/>
          <p:cNvSpPr txBox="1"/>
          <p:nvPr/>
        </p:nvSpPr>
        <p:spPr>
          <a:xfrm>
            <a:off x="4800601" y="1810146"/>
            <a:ext cx="27375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00000"/>
                </a:solidFill>
                <a:latin typeface="Libre Franklin"/>
                <a:ea typeface="Libre Franklin"/>
                <a:cs typeface="Libre Franklin"/>
                <a:sym typeface="Libre Franklin"/>
              </a:rPr>
              <a:t>Data and instructions are stored into separate memories. </a:t>
            </a:r>
            <a:endParaRPr b="0" i="0" sz="1400" u="none" cap="none" strike="noStrike">
              <a:solidFill>
                <a:srgbClr val="000000"/>
              </a:solidFill>
              <a:latin typeface="Arial"/>
              <a:ea typeface="Arial"/>
              <a:cs typeface="Arial"/>
              <a:sym typeface="Arial"/>
            </a:endParaRPr>
          </a:p>
        </p:txBody>
      </p:sp>
      <p:cxnSp>
        <p:nvCxnSpPr>
          <p:cNvPr id="225" name="Google Shape;225;g25e051f3650_0_59"/>
          <p:cNvCxnSpPr/>
          <p:nvPr/>
        </p:nvCxnSpPr>
        <p:spPr>
          <a:xfrm>
            <a:off x="4286250" y="1410036"/>
            <a:ext cx="0" cy="4847400"/>
          </a:xfrm>
          <a:prstGeom prst="straightConnector1">
            <a:avLst/>
          </a:prstGeom>
          <a:noFill/>
          <a:ln cap="flat" cmpd="sng" w="9525">
            <a:solidFill>
              <a:schemeClr val="accent1"/>
            </a:solidFill>
            <a:prstDash val="solid"/>
            <a:round/>
            <a:headEnd len="sm" w="sm" type="none"/>
            <a:tailEnd len="sm" w="sm" type="none"/>
          </a:ln>
        </p:spPr>
      </p:cxnSp>
      <p:grpSp>
        <p:nvGrpSpPr>
          <p:cNvPr id="226" name="Google Shape;226;g25e051f3650_0_59"/>
          <p:cNvGrpSpPr/>
          <p:nvPr/>
        </p:nvGrpSpPr>
        <p:grpSpPr>
          <a:xfrm>
            <a:off x="1557684" y="2871000"/>
            <a:ext cx="905699" cy="1101426"/>
            <a:chOff x="6790790" y="4391025"/>
            <a:chExt cx="1227900" cy="1227900"/>
          </a:xfrm>
        </p:grpSpPr>
        <p:grpSp>
          <p:nvGrpSpPr>
            <p:cNvPr id="227" name="Google Shape;227;g25e051f3650_0_59"/>
            <p:cNvGrpSpPr/>
            <p:nvPr/>
          </p:nvGrpSpPr>
          <p:grpSpPr>
            <a:xfrm>
              <a:off x="6995436" y="4391025"/>
              <a:ext cx="818497" cy="1227900"/>
              <a:chOff x="6766833" y="4391025"/>
              <a:chExt cx="818497" cy="1227900"/>
            </a:xfrm>
          </p:grpSpPr>
          <p:sp>
            <p:nvSpPr>
              <p:cNvPr id="228" name="Google Shape;228;g25e051f3650_0_59"/>
              <p:cNvSpPr/>
              <p:nvPr/>
            </p:nvSpPr>
            <p:spPr>
              <a:xfrm>
                <a:off x="6766833"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29" name="Google Shape;229;g25e051f3650_0_59"/>
              <p:cNvSpPr/>
              <p:nvPr/>
            </p:nvSpPr>
            <p:spPr>
              <a:xfrm>
                <a:off x="688105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30" name="Google Shape;230;g25e051f3650_0_59"/>
              <p:cNvSpPr/>
              <p:nvPr/>
            </p:nvSpPr>
            <p:spPr>
              <a:xfrm>
                <a:off x="698576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31" name="Google Shape;231;g25e051f3650_0_59"/>
              <p:cNvSpPr/>
              <p:nvPr/>
            </p:nvSpPr>
            <p:spPr>
              <a:xfrm>
                <a:off x="7099986"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32" name="Google Shape;232;g25e051f3650_0_59"/>
              <p:cNvSpPr/>
              <p:nvPr/>
            </p:nvSpPr>
            <p:spPr>
              <a:xfrm>
                <a:off x="7206278"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33" name="Google Shape;233;g25e051f3650_0_59"/>
              <p:cNvSpPr/>
              <p:nvPr/>
            </p:nvSpPr>
            <p:spPr>
              <a:xfrm>
                <a:off x="732050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34" name="Google Shape;234;g25e051f3650_0_59"/>
              <p:cNvSpPr/>
              <p:nvPr/>
            </p:nvSpPr>
            <p:spPr>
              <a:xfrm>
                <a:off x="742520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35" name="Google Shape;235;g25e051f3650_0_59"/>
              <p:cNvSpPr/>
              <p:nvPr/>
            </p:nvSpPr>
            <p:spPr>
              <a:xfrm>
                <a:off x="7539430"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grpSp>
          <p:nvGrpSpPr>
            <p:cNvPr id="236" name="Google Shape;236;g25e051f3650_0_59"/>
            <p:cNvGrpSpPr/>
            <p:nvPr/>
          </p:nvGrpSpPr>
          <p:grpSpPr>
            <a:xfrm rot="5400000">
              <a:off x="6995636" y="4386329"/>
              <a:ext cx="818207" cy="1227900"/>
              <a:chOff x="6767096" y="4391025"/>
              <a:chExt cx="818207" cy="1227900"/>
            </a:xfrm>
          </p:grpSpPr>
          <p:sp>
            <p:nvSpPr>
              <p:cNvPr id="237" name="Google Shape;237;g25e051f3650_0_59"/>
              <p:cNvSpPr/>
              <p:nvPr/>
            </p:nvSpPr>
            <p:spPr>
              <a:xfrm>
                <a:off x="6767096"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38" name="Google Shape;238;g25e051f3650_0_59"/>
              <p:cNvSpPr/>
              <p:nvPr/>
            </p:nvSpPr>
            <p:spPr>
              <a:xfrm>
                <a:off x="6881467"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39" name="Google Shape;239;g25e051f3650_0_59"/>
              <p:cNvSpPr/>
              <p:nvPr/>
            </p:nvSpPr>
            <p:spPr>
              <a:xfrm>
                <a:off x="6986308"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40" name="Google Shape;240;g25e051f3650_0_59"/>
              <p:cNvSpPr/>
              <p:nvPr/>
            </p:nvSpPr>
            <p:spPr>
              <a:xfrm>
                <a:off x="710067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41" name="Google Shape;241;g25e051f3650_0_59"/>
              <p:cNvSpPr/>
              <p:nvPr/>
            </p:nvSpPr>
            <p:spPr>
              <a:xfrm>
                <a:off x="720551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42" name="Google Shape;242;g25e051f3650_0_59"/>
              <p:cNvSpPr/>
              <p:nvPr/>
            </p:nvSpPr>
            <p:spPr>
              <a:xfrm>
                <a:off x="731989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43" name="Google Shape;243;g25e051f3650_0_59"/>
              <p:cNvSpPr/>
              <p:nvPr/>
            </p:nvSpPr>
            <p:spPr>
              <a:xfrm>
                <a:off x="742473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44" name="Google Shape;244;g25e051f3650_0_59"/>
              <p:cNvSpPr/>
              <p:nvPr/>
            </p:nvSpPr>
            <p:spPr>
              <a:xfrm>
                <a:off x="7539103"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sp>
          <p:nvSpPr>
            <p:cNvPr id="245" name="Google Shape;245;g25e051f3650_0_59"/>
            <p:cNvSpPr/>
            <p:nvPr/>
          </p:nvSpPr>
          <p:spPr>
            <a:xfrm>
              <a:off x="6881213" y="4472038"/>
              <a:ext cx="1058100" cy="1056300"/>
            </a:xfrm>
            <a:prstGeom prst="rect">
              <a:avLst/>
            </a:prstGeom>
            <a:solidFill>
              <a:srgbClr val="C7D9E3"/>
            </a:solidFill>
            <a:ln cap="flat" cmpd="sng" w="1905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ARM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0000"/>
                  </a:solidFill>
                  <a:latin typeface="Consolas"/>
                  <a:ea typeface="Consolas"/>
                  <a:cs typeface="Consolas"/>
                  <a:sym typeface="Consolas"/>
                </a:rPr>
                <a:t>Cortex-M0</a:t>
              </a:r>
              <a:endParaRPr b="0" i="0" sz="1400" u="none" cap="none" strike="noStrike">
                <a:solidFill>
                  <a:srgbClr val="000000"/>
                </a:solidFill>
                <a:latin typeface="Arial"/>
                <a:ea typeface="Arial"/>
                <a:cs typeface="Arial"/>
                <a:sym typeface="Arial"/>
              </a:endParaRPr>
            </a:p>
          </p:txBody>
        </p:sp>
      </p:grpSp>
      <p:grpSp>
        <p:nvGrpSpPr>
          <p:cNvPr id="246" name="Google Shape;246;g25e051f3650_0_59"/>
          <p:cNvGrpSpPr/>
          <p:nvPr/>
        </p:nvGrpSpPr>
        <p:grpSpPr>
          <a:xfrm>
            <a:off x="1565232" y="4441913"/>
            <a:ext cx="905699" cy="1101426"/>
            <a:chOff x="6790790" y="4391025"/>
            <a:chExt cx="1227900" cy="1227900"/>
          </a:xfrm>
        </p:grpSpPr>
        <p:grpSp>
          <p:nvGrpSpPr>
            <p:cNvPr id="247" name="Google Shape;247;g25e051f3650_0_59"/>
            <p:cNvGrpSpPr/>
            <p:nvPr/>
          </p:nvGrpSpPr>
          <p:grpSpPr>
            <a:xfrm>
              <a:off x="6995436" y="4391025"/>
              <a:ext cx="818497" cy="1227900"/>
              <a:chOff x="6766833" y="4391025"/>
              <a:chExt cx="818497" cy="1227900"/>
            </a:xfrm>
          </p:grpSpPr>
          <p:sp>
            <p:nvSpPr>
              <p:cNvPr id="248" name="Google Shape;248;g25e051f3650_0_59"/>
              <p:cNvSpPr/>
              <p:nvPr/>
            </p:nvSpPr>
            <p:spPr>
              <a:xfrm>
                <a:off x="6766833"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49" name="Google Shape;249;g25e051f3650_0_59"/>
              <p:cNvSpPr/>
              <p:nvPr/>
            </p:nvSpPr>
            <p:spPr>
              <a:xfrm>
                <a:off x="688105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50" name="Google Shape;250;g25e051f3650_0_59"/>
              <p:cNvSpPr/>
              <p:nvPr/>
            </p:nvSpPr>
            <p:spPr>
              <a:xfrm>
                <a:off x="698576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51" name="Google Shape;251;g25e051f3650_0_59"/>
              <p:cNvSpPr/>
              <p:nvPr/>
            </p:nvSpPr>
            <p:spPr>
              <a:xfrm>
                <a:off x="7099986"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52" name="Google Shape;252;g25e051f3650_0_59"/>
              <p:cNvSpPr/>
              <p:nvPr/>
            </p:nvSpPr>
            <p:spPr>
              <a:xfrm>
                <a:off x="7206278"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53" name="Google Shape;253;g25e051f3650_0_59"/>
              <p:cNvSpPr/>
              <p:nvPr/>
            </p:nvSpPr>
            <p:spPr>
              <a:xfrm>
                <a:off x="732050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54" name="Google Shape;254;g25e051f3650_0_59"/>
              <p:cNvSpPr/>
              <p:nvPr/>
            </p:nvSpPr>
            <p:spPr>
              <a:xfrm>
                <a:off x="742520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55" name="Google Shape;255;g25e051f3650_0_59"/>
              <p:cNvSpPr/>
              <p:nvPr/>
            </p:nvSpPr>
            <p:spPr>
              <a:xfrm>
                <a:off x="7539430"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grpSp>
          <p:nvGrpSpPr>
            <p:cNvPr id="256" name="Google Shape;256;g25e051f3650_0_59"/>
            <p:cNvGrpSpPr/>
            <p:nvPr/>
          </p:nvGrpSpPr>
          <p:grpSpPr>
            <a:xfrm rot="5400000">
              <a:off x="6995636" y="4386329"/>
              <a:ext cx="818207" cy="1227900"/>
              <a:chOff x="6767096" y="4391025"/>
              <a:chExt cx="818207" cy="1227900"/>
            </a:xfrm>
          </p:grpSpPr>
          <p:sp>
            <p:nvSpPr>
              <p:cNvPr id="257" name="Google Shape;257;g25e051f3650_0_59"/>
              <p:cNvSpPr/>
              <p:nvPr/>
            </p:nvSpPr>
            <p:spPr>
              <a:xfrm>
                <a:off x="6767096"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58" name="Google Shape;258;g25e051f3650_0_59"/>
              <p:cNvSpPr/>
              <p:nvPr/>
            </p:nvSpPr>
            <p:spPr>
              <a:xfrm>
                <a:off x="6881467"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59" name="Google Shape;259;g25e051f3650_0_59"/>
              <p:cNvSpPr/>
              <p:nvPr/>
            </p:nvSpPr>
            <p:spPr>
              <a:xfrm>
                <a:off x="6986308"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60" name="Google Shape;260;g25e051f3650_0_59"/>
              <p:cNvSpPr/>
              <p:nvPr/>
            </p:nvSpPr>
            <p:spPr>
              <a:xfrm>
                <a:off x="710067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61" name="Google Shape;261;g25e051f3650_0_59"/>
              <p:cNvSpPr/>
              <p:nvPr/>
            </p:nvSpPr>
            <p:spPr>
              <a:xfrm>
                <a:off x="720551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62" name="Google Shape;262;g25e051f3650_0_59"/>
              <p:cNvSpPr/>
              <p:nvPr/>
            </p:nvSpPr>
            <p:spPr>
              <a:xfrm>
                <a:off x="731989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63" name="Google Shape;263;g25e051f3650_0_59"/>
              <p:cNvSpPr/>
              <p:nvPr/>
            </p:nvSpPr>
            <p:spPr>
              <a:xfrm>
                <a:off x="742473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64" name="Google Shape;264;g25e051f3650_0_59"/>
              <p:cNvSpPr/>
              <p:nvPr/>
            </p:nvSpPr>
            <p:spPr>
              <a:xfrm>
                <a:off x="7539103"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sp>
          <p:nvSpPr>
            <p:cNvPr id="265" name="Google Shape;265;g25e051f3650_0_59"/>
            <p:cNvSpPr/>
            <p:nvPr/>
          </p:nvSpPr>
          <p:spPr>
            <a:xfrm>
              <a:off x="6881213" y="4472038"/>
              <a:ext cx="1058100" cy="1056300"/>
            </a:xfrm>
            <a:prstGeom prst="rect">
              <a:avLst/>
            </a:prstGeom>
            <a:solidFill>
              <a:srgbClr val="C7D9E3"/>
            </a:solidFill>
            <a:ln cap="flat" cmpd="sng" w="1905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ARM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0000"/>
                  </a:solidFill>
                  <a:latin typeface="Consolas"/>
                  <a:ea typeface="Consolas"/>
                  <a:cs typeface="Consolas"/>
                  <a:sym typeface="Consolas"/>
                </a:rPr>
                <a:t>Cortex-M1</a:t>
              </a:r>
              <a:endParaRPr b="0" i="0" sz="1400" u="none" cap="none" strike="noStrike">
                <a:solidFill>
                  <a:srgbClr val="000000"/>
                </a:solidFill>
                <a:latin typeface="Arial"/>
                <a:ea typeface="Arial"/>
                <a:cs typeface="Arial"/>
                <a:sym typeface="Arial"/>
              </a:endParaRPr>
            </a:p>
          </p:txBody>
        </p:sp>
      </p:grpSp>
      <p:grpSp>
        <p:nvGrpSpPr>
          <p:cNvPr id="266" name="Google Shape;266;g25e051f3650_0_59"/>
          <p:cNvGrpSpPr/>
          <p:nvPr/>
        </p:nvGrpSpPr>
        <p:grpSpPr>
          <a:xfrm>
            <a:off x="2954499" y="2866493"/>
            <a:ext cx="905699" cy="1101426"/>
            <a:chOff x="6790790" y="4391025"/>
            <a:chExt cx="1227900" cy="1227900"/>
          </a:xfrm>
        </p:grpSpPr>
        <p:grpSp>
          <p:nvGrpSpPr>
            <p:cNvPr id="267" name="Google Shape;267;g25e051f3650_0_59"/>
            <p:cNvGrpSpPr/>
            <p:nvPr/>
          </p:nvGrpSpPr>
          <p:grpSpPr>
            <a:xfrm>
              <a:off x="6995436" y="4391025"/>
              <a:ext cx="818497" cy="1227900"/>
              <a:chOff x="6766833" y="4391025"/>
              <a:chExt cx="818497" cy="1227900"/>
            </a:xfrm>
          </p:grpSpPr>
          <p:sp>
            <p:nvSpPr>
              <p:cNvPr id="268" name="Google Shape;268;g25e051f3650_0_59"/>
              <p:cNvSpPr/>
              <p:nvPr/>
            </p:nvSpPr>
            <p:spPr>
              <a:xfrm>
                <a:off x="6766833"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69" name="Google Shape;269;g25e051f3650_0_59"/>
              <p:cNvSpPr/>
              <p:nvPr/>
            </p:nvSpPr>
            <p:spPr>
              <a:xfrm>
                <a:off x="688105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70" name="Google Shape;270;g25e051f3650_0_59"/>
              <p:cNvSpPr/>
              <p:nvPr/>
            </p:nvSpPr>
            <p:spPr>
              <a:xfrm>
                <a:off x="698576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71" name="Google Shape;271;g25e051f3650_0_59"/>
              <p:cNvSpPr/>
              <p:nvPr/>
            </p:nvSpPr>
            <p:spPr>
              <a:xfrm>
                <a:off x="7099986"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72" name="Google Shape;272;g25e051f3650_0_59"/>
              <p:cNvSpPr/>
              <p:nvPr/>
            </p:nvSpPr>
            <p:spPr>
              <a:xfrm>
                <a:off x="7206278"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73" name="Google Shape;273;g25e051f3650_0_59"/>
              <p:cNvSpPr/>
              <p:nvPr/>
            </p:nvSpPr>
            <p:spPr>
              <a:xfrm>
                <a:off x="732050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74" name="Google Shape;274;g25e051f3650_0_59"/>
              <p:cNvSpPr/>
              <p:nvPr/>
            </p:nvSpPr>
            <p:spPr>
              <a:xfrm>
                <a:off x="742520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75" name="Google Shape;275;g25e051f3650_0_59"/>
              <p:cNvSpPr/>
              <p:nvPr/>
            </p:nvSpPr>
            <p:spPr>
              <a:xfrm>
                <a:off x="7539430"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grpSp>
          <p:nvGrpSpPr>
            <p:cNvPr id="276" name="Google Shape;276;g25e051f3650_0_59"/>
            <p:cNvGrpSpPr/>
            <p:nvPr/>
          </p:nvGrpSpPr>
          <p:grpSpPr>
            <a:xfrm rot="5400000">
              <a:off x="6995636" y="4386329"/>
              <a:ext cx="818207" cy="1227900"/>
              <a:chOff x="6767096" y="4391025"/>
              <a:chExt cx="818207" cy="1227900"/>
            </a:xfrm>
          </p:grpSpPr>
          <p:sp>
            <p:nvSpPr>
              <p:cNvPr id="277" name="Google Shape;277;g25e051f3650_0_59"/>
              <p:cNvSpPr/>
              <p:nvPr/>
            </p:nvSpPr>
            <p:spPr>
              <a:xfrm>
                <a:off x="6767096"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78" name="Google Shape;278;g25e051f3650_0_59"/>
              <p:cNvSpPr/>
              <p:nvPr/>
            </p:nvSpPr>
            <p:spPr>
              <a:xfrm>
                <a:off x="6881467"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79" name="Google Shape;279;g25e051f3650_0_59"/>
              <p:cNvSpPr/>
              <p:nvPr/>
            </p:nvSpPr>
            <p:spPr>
              <a:xfrm>
                <a:off x="6986308"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80" name="Google Shape;280;g25e051f3650_0_59"/>
              <p:cNvSpPr/>
              <p:nvPr/>
            </p:nvSpPr>
            <p:spPr>
              <a:xfrm>
                <a:off x="710067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81" name="Google Shape;281;g25e051f3650_0_59"/>
              <p:cNvSpPr/>
              <p:nvPr/>
            </p:nvSpPr>
            <p:spPr>
              <a:xfrm>
                <a:off x="720551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82" name="Google Shape;282;g25e051f3650_0_59"/>
              <p:cNvSpPr/>
              <p:nvPr/>
            </p:nvSpPr>
            <p:spPr>
              <a:xfrm>
                <a:off x="731989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83" name="Google Shape;283;g25e051f3650_0_59"/>
              <p:cNvSpPr/>
              <p:nvPr/>
            </p:nvSpPr>
            <p:spPr>
              <a:xfrm>
                <a:off x="742473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84" name="Google Shape;284;g25e051f3650_0_59"/>
              <p:cNvSpPr/>
              <p:nvPr/>
            </p:nvSpPr>
            <p:spPr>
              <a:xfrm>
                <a:off x="7539103"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sp>
          <p:nvSpPr>
            <p:cNvPr id="285" name="Google Shape;285;g25e051f3650_0_59"/>
            <p:cNvSpPr/>
            <p:nvPr/>
          </p:nvSpPr>
          <p:spPr>
            <a:xfrm>
              <a:off x="6881213" y="4472038"/>
              <a:ext cx="1058100" cy="1056300"/>
            </a:xfrm>
            <a:prstGeom prst="rect">
              <a:avLst/>
            </a:prstGeom>
            <a:solidFill>
              <a:srgbClr val="C7D9E3"/>
            </a:solidFill>
            <a:ln cap="flat" cmpd="sng" w="1905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ARM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0000"/>
                  </a:solidFill>
                  <a:latin typeface="Consolas"/>
                  <a:ea typeface="Consolas"/>
                  <a:cs typeface="Consolas"/>
                  <a:sym typeface="Consolas"/>
                </a:rPr>
                <a:t>Cortex-M0+</a:t>
              </a:r>
              <a:endParaRPr b="0" i="0" sz="1400" u="none" cap="none" strike="noStrike">
                <a:solidFill>
                  <a:srgbClr val="000000"/>
                </a:solidFill>
                <a:latin typeface="Arial"/>
                <a:ea typeface="Arial"/>
                <a:cs typeface="Arial"/>
                <a:sym typeface="Arial"/>
              </a:endParaRPr>
            </a:p>
          </p:txBody>
        </p:sp>
      </p:grpSp>
      <p:grpSp>
        <p:nvGrpSpPr>
          <p:cNvPr id="286" name="Google Shape;286;g25e051f3650_0_59"/>
          <p:cNvGrpSpPr/>
          <p:nvPr/>
        </p:nvGrpSpPr>
        <p:grpSpPr>
          <a:xfrm>
            <a:off x="2954499" y="4455850"/>
            <a:ext cx="905699" cy="1101426"/>
            <a:chOff x="6790790" y="4391025"/>
            <a:chExt cx="1227900" cy="1227900"/>
          </a:xfrm>
        </p:grpSpPr>
        <p:grpSp>
          <p:nvGrpSpPr>
            <p:cNvPr id="287" name="Google Shape;287;g25e051f3650_0_59"/>
            <p:cNvGrpSpPr/>
            <p:nvPr/>
          </p:nvGrpSpPr>
          <p:grpSpPr>
            <a:xfrm>
              <a:off x="6995436" y="4391025"/>
              <a:ext cx="818497" cy="1227900"/>
              <a:chOff x="6766833" y="4391025"/>
              <a:chExt cx="818497" cy="1227900"/>
            </a:xfrm>
          </p:grpSpPr>
          <p:sp>
            <p:nvSpPr>
              <p:cNvPr id="288" name="Google Shape;288;g25e051f3650_0_59"/>
              <p:cNvSpPr/>
              <p:nvPr/>
            </p:nvSpPr>
            <p:spPr>
              <a:xfrm>
                <a:off x="6766833"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89" name="Google Shape;289;g25e051f3650_0_59"/>
              <p:cNvSpPr/>
              <p:nvPr/>
            </p:nvSpPr>
            <p:spPr>
              <a:xfrm>
                <a:off x="688105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90" name="Google Shape;290;g25e051f3650_0_59"/>
              <p:cNvSpPr/>
              <p:nvPr/>
            </p:nvSpPr>
            <p:spPr>
              <a:xfrm>
                <a:off x="698576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91" name="Google Shape;291;g25e051f3650_0_59"/>
              <p:cNvSpPr/>
              <p:nvPr/>
            </p:nvSpPr>
            <p:spPr>
              <a:xfrm>
                <a:off x="7099986"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92" name="Google Shape;292;g25e051f3650_0_59"/>
              <p:cNvSpPr/>
              <p:nvPr/>
            </p:nvSpPr>
            <p:spPr>
              <a:xfrm>
                <a:off x="7206278"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93" name="Google Shape;293;g25e051f3650_0_59"/>
              <p:cNvSpPr/>
              <p:nvPr/>
            </p:nvSpPr>
            <p:spPr>
              <a:xfrm>
                <a:off x="732050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94" name="Google Shape;294;g25e051f3650_0_59"/>
              <p:cNvSpPr/>
              <p:nvPr/>
            </p:nvSpPr>
            <p:spPr>
              <a:xfrm>
                <a:off x="742520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95" name="Google Shape;295;g25e051f3650_0_59"/>
              <p:cNvSpPr/>
              <p:nvPr/>
            </p:nvSpPr>
            <p:spPr>
              <a:xfrm>
                <a:off x="7539430"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grpSp>
          <p:nvGrpSpPr>
            <p:cNvPr id="296" name="Google Shape;296;g25e051f3650_0_59"/>
            <p:cNvGrpSpPr/>
            <p:nvPr/>
          </p:nvGrpSpPr>
          <p:grpSpPr>
            <a:xfrm rot="5400000">
              <a:off x="6995636" y="4386329"/>
              <a:ext cx="818207" cy="1227900"/>
              <a:chOff x="6767096" y="4391025"/>
              <a:chExt cx="818207" cy="1227900"/>
            </a:xfrm>
          </p:grpSpPr>
          <p:sp>
            <p:nvSpPr>
              <p:cNvPr id="297" name="Google Shape;297;g25e051f3650_0_59"/>
              <p:cNvSpPr/>
              <p:nvPr/>
            </p:nvSpPr>
            <p:spPr>
              <a:xfrm>
                <a:off x="6767096"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98" name="Google Shape;298;g25e051f3650_0_59"/>
              <p:cNvSpPr/>
              <p:nvPr/>
            </p:nvSpPr>
            <p:spPr>
              <a:xfrm>
                <a:off x="6881467"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299" name="Google Shape;299;g25e051f3650_0_59"/>
              <p:cNvSpPr/>
              <p:nvPr/>
            </p:nvSpPr>
            <p:spPr>
              <a:xfrm>
                <a:off x="6986308"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00" name="Google Shape;300;g25e051f3650_0_59"/>
              <p:cNvSpPr/>
              <p:nvPr/>
            </p:nvSpPr>
            <p:spPr>
              <a:xfrm>
                <a:off x="710067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01" name="Google Shape;301;g25e051f3650_0_59"/>
              <p:cNvSpPr/>
              <p:nvPr/>
            </p:nvSpPr>
            <p:spPr>
              <a:xfrm>
                <a:off x="720551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02" name="Google Shape;302;g25e051f3650_0_59"/>
              <p:cNvSpPr/>
              <p:nvPr/>
            </p:nvSpPr>
            <p:spPr>
              <a:xfrm>
                <a:off x="731989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03" name="Google Shape;303;g25e051f3650_0_59"/>
              <p:cNvSpPr/>
              <p:nvPr/>
            </p:nvSpPr>
            <p:spPr>
              <a:xfrm>
                <a:off x="742473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04" name="Google Shape;304;g25e051f3650_0_59"/>
              <p:cNvSpPr/>
              <p:nvPr/>
            </p:nvSpPr>
            <p:spPr>
              <a:xfrm>
                <a:off x="7539103"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sp>
          <p:nvSpPr>
            <p:cNvPr id="305" name="Google Shape;305;g25e051f3650_0_59"/>
            <p:cNvSpPr/>
            <p:nvPr/>
          </p:nvSpPr>
          <p:spPr>
            <a:xfrm>
              <a:off x="6881213" y="4472038"/>
              <a:ext cx="1058100" cy="1056300"/>
            </a:xfrm>
            <a:prstGeom prst="rect">
              <a:avLst/>
            </a:prstGeom>
            <a:solidFill>
              <a:srgbClr val="C7D9E3"/>
            </a:solidFill>
            <a:ln cap="flat" cmpd="sng" w="1905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ARM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0000"/>
                  </a:solidFill>
                  <a:latin typeface="Consolas"/>
                  <a:ea typeface="Consolas"/>
                  <a:cs typeface="Consolas"/>
                  <a:sym typeface="Consolas"/>
                </a:rPr>
                <a:t>Cortex-M23</a:t>
              </a:r>
              <a:endParaRPr b="0" i="0" sz="1400" u="none" cap="none" strike="noStrike">
                <a:solidFill>
                  <a:srgbClr val="000000"/>
                </a:solidFill>
                <a:latin typeface="Arial"/>
                <a:ea typeface="Arial"/>
                <a:cs typeface="Arial"/>
                <a:sym typeface="Arial"/>
              </a:endParaRPr>
            </a:p>
          </p:txBody>
        </p:sp>
      </p:grpSp>
      <p:grpSp>
        <p:nvGrpSpPr>
          <p:cNvPr id="306" name="Google Shape;306;g25e051f3650_0_59"/>
          <p:cNvGrpSpPr/>
          <p:nvPr/>
        </p:nvGrpSpPr>
        <p:grpSpPr>
          <a:xfrm>
            <a:off x="5011211" y="2866493"/>
            <a:ext cx="905699" cy="1101426"/>
            <a:chOff x="6790790" y="4391025"/>
            <a:chExt cx="1227900" cy="1227900"/>
          </a:xfrm>
        </p:grpSpPr>
        <p:grpSp>
          <p:nvGrpSpPr>
            <p:cNvPr id="307" name="Google Shape;307;g25e051f3650_0_59"/>
            <p:cNvGrpSpPr/>
            <p:nvPr/>
          </p:nvGrpSpPr>
          <p:grpSpPr>
            <a:xfrm>
              <a:off x="6995436" y="4391025"/>
              <a:ext cx="818497" cy="1227900"/>
              <a:chOff x="6766833" y="4391025"/>
              <a:chExt cx="818497" cy="1227900"/>
            </a:xfrm>
          </p:grpSpPr>
          <p:sp>
            <p:nvSpPr>
              <p:cNvPr id="308" name="Google Shape;308;g25e051f3650_0_59"/>
              <p:cNvSpPr/>
              <p:nvPr/>
            </p:nvSpPr>
            <p:spPr>
              <a:xfrm>
                <a:off x="6766833"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09" name="Google Shape;309;g25e051f3650_0_59"/>
              <p:cNvSpPr/>
              <p:nvPr/>
            </p:nvSpPr>
            <p:spPr>
              <a:xfrm>
                <a:off x="688105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10" name="Google Shape;310;g25e051f3650_0_59"/>
              <p:cNvSpPr/>
              <p:nvPr/>
            </p:nvSpPr>
            <p:spPr>
              <a:xfrm>
                <a:off x="698576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11" name="Google Shape;311;g25e051f3650_0_59"/>
              <p:cNvSpPr/>
              <p:nvPr/>
            </p:nvSpPr>
            <p:spPr>
              <a:xfrm>
                <a:off x="7099986"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12" name="Google Shape;312;g25e051f3650_0_59"/>
              <p:cNvSpPr/>
              <p:nvPr/>
            </p:nvSpPr>
            <p:spPr>
              <a:xfrm>
                <a:off x="7206278"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13" name="Google Shape;313;g25e051f3650_0_59"/>
              <p:cNvSpPr/>
              <p:nvPr/>
            </p:nvSpPr>
            <p:spPr>
              <a:xfrm>
                <a:off x="732050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14" name="Google Shape;314;g25e051f3650_0_59"/>
              <p:cNvSpPr/>
              <p:nvPr/>
            </p:nvSpPr>
            <p:spPr>
              <a:xfrm>
                <a:off x="742520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15" name="Google Shape;315;g25e051f3650_0_59"/>
              <p:cNvSpPr/>
              <p:nvPr/>
            </p:nvSpPr>
            <p:spPr>
              <a:xfrm>
                <a:off x="7539430"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grpSp>
          <p:nvGrpSpPr>
            <p:cNvPr id="316" name="Google Shape;316;g25e051f3650_0_59"/>
            <p:cNvGrpSpPr/>
            <p:nvPr/>
          </p:nvGrpSpPr>
          <p:grpSpPr>
            <a:xfrm rot="5400000">
              <a:off x="6995636" y="4386329"/>
              <a:ext cx="818207" cy="1227900"/>
              <a:chOff x="6767096" y="4391025"/>
              <a:chExt cx="818207" cy="1227900"/>
            </a:xfrm>
          </p:grpSpPr>
          <p:sp>
            <p:nvSpPr>
              <p:cNvPr id="317" name="Google Shape;317;g25e051f3650_0_59"/>
              <p:cNvSpPr/>
              <p:nvPr/>
            </p:nvSpPr>
            <p:spPr>
              <a:xfrm>
                <a:off x="6767096"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18" name="Google Shape;318;g25e051f3650_0_59"/>
              <p:cNvSpPr/>
              <p:nvPr/>
            </p:nvSpPr>
            <p:spPr>
              <a:xfrm>
                <a:off x="6881467"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19" name="Google Shape;319;g25e051f3650_0_59"/>
              <p:cNvSpPr/>
              <p:nvPr/>
            </p:nvSpPr>
            <p:spPr>
              <a:xfrm>
                <a:off x="6986308"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20" name="Google Shape;320;g25e051f3650_0_59"/>
              <p:cNvSpPr/>
              <p:nvPr/>
            </p:nvSpPr>
            <p:spPr>
              <a:xfrm>
                <a:off x="710067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21" name="Google Shape;321;g25e051f3650_0_59"/>
              <p:cNvSpPr/>
              <p:nvPr/>
            </p:nvSpPr>
            <p:spPr>
              <a:xfrm>
                <a:off x="720551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22" name="Google Shape;322;g25e051f3650_0_59"/>
              <p:cNvSpPr/>
              <p:nvPr/>
            </p:nvSpPr>
            <p:spPr>
              <a:xfrm>
                <a:off x="731989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23" name="Google Shape;323;g25e051f3650_0_59"/>
              <p:cNvSpPr/>
              <p:nvPr/>
            </p:nvSpPr>
            <p:spPr>
              <a:xfrm>
                <a:off x="742473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24" name="Google Shape;324;g25e051f3650_0_59"/>
              <p:cNvSpPr/>
              <p:nvPr/>
            </p:nvSpPr>
            <p:spPr>
              <a:xfrm>
                <a:off x="7539103"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sp>
          <p:nvSpPr>
            <p:cNvPr id="325" name="Google Shape;325;g25e051f3650_0_59"/>
            <p:cNvSpPr/>
            <p:nvPr/>
          </p:nvSpPr>
          <p:spPr>
            <a:xfrm>
              <a:off x="6881213" y="4472038"/>
              <a:ext cx="1058100" cy="1056300"/>
            </a:xfrm>
            <a:prstGeom prst="rect">
              <a:avLst/>
            </a:prstGeom>
            <a:solidFill>
              <a:srgbClr val="C7D9E3"/>
            </a:solidFill>
            <a:ln cap="flat" cmpd="sng" w="1905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ARM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0000"/>
                  </a:solidFill>
                  <a:latin typeface="Consolas"/>
                  <a:ea typeface="Consolas"/>
                  <a:cs typeface="Consolas"/>
                  <a:sym typeface="Consolas"/>
                </a:rPr>
                <a:t>Cortex-M3</a:t>
              </a:r>
              <a:endParaRPr b="0" i="0" sz="1400" u="none" cap="none" strike="noStrike">
                <a:solidFill>
                  <a:srgbClr val="000000"/>
                </a:solidFill>
                <a:latin typeface="Arial"/>
                <a:ea typeface="Arial"/>
                <a:cs typeface="Arial"/>
                <a:sym typeface="Arial"/>
              </a:endParaRPr>
            </a:p>
          </p:txBody>
        </p:sp>
      </p:grpSp>
      <p:grpSp>
        <p:nvGrpSpPr>
          <p:cNvPr id="326" name="Google Shape;326;g25e051f3650_0_59"/>
          <p:cNvGrpSpPr/>
          <p:nvPr/>
        </p:nvGrpSpPr>
        <p:grpSpPr>
          <a:xfrm>
            <a:off x="5018758" y="4437406"/>
            <a:ext cx="905699" cy="1101426"/>
            <a:chOff x="6790790" y="4391025"/>
            <a:chExt cx="1227900" cy="1227900"/>
          </a:xfrm>
        </p:grpSpPr>
        <p:grpSp>
          <p:nvGrpSpPr>
            <p:cNvPr id="327" name="Google Shape;327;g25e051f3650_0_59"/>
            <p:cNvGrpSpPr/>
            <p:nvPr/>
          </p:nvGrpSpPr>
          <p:grpSpPr>
            <a:xfrm>
              <a:off x="6995436" y="4391025"/>
              <a:ext cx="818497" cy="1227900"/>
              <a:chOff x="6766833" y="4391025"/>
              <a:chExt cx="818497" cy="1227900"/>
            </a:xfrm>
          </p:grpSpPr>
          <p:sp>
            <p:nvSpPr>
              <p:cNvPr id="328" name="Google Shape;328;g25e051f3650_0_59"/>
              <p:cNvSpPr/>
              <p:nvPr/>
            </p:nvSpPr>
            <p:spPr>
              <a:xfrm>
                <a:off x="6766833"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29" name="Google Shape;329;g25e051f3650_0_59"/>
              <p:cNvSpPr/>
              <p:nvPr/>
            </p:nvSpPr>
            <p:spPr>
              <a:xfrm>
                <a:off x="688105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30" name="Google Shape;330;g25e051f3650_0_59"/>
              <p:cNvSpPr/>
              <p:nvPr/>
            </p:nvSpPr>
            <p:spPr>
              <a:xfrm>
                <a:off x="698576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31" name="Google Shape;331;g25e051f3650_0_59"/>
              <p:cNvSpPr/>
              <p:nvPr/>
            </p:nvSpPr>
            <p:spPr>
              <a:xfrm>
                <a:off x="7099986"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32" name="Google Shape;332;g25e051f3650_0_59"/>
              <p:cNvSpPr/>
              <p:nvPr/>
            </p:nvSpPr>
            <p:spPr>
              <a:xfrm>
                <a:off x="7206278"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33" name="Google Shape;333;g25e051f3650_0_59"/>
              <p:cNvSpPr/>
              <p:nvPr/>
            </p:nvSpPr>
            <p:spPr>
              <a:xfrm>
                <a:off x="732050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34" name="Google Shape;334;g25e051f3650_0_59"/>
              <p:cNvSpPr/>
              <p:nvPr/>
            </p:nvSpPr>
            <p:spPr>
              <a:xfrm>
                <a:off x="742520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35" name="Google Shape;335;g25e051f3650_0_59"/>
              <p:cNvSpPr/>
              <p:nvPr/>
            </p:nvSpPr>
            <p:spPr>
              <a:xfrm>
                <a:off x="7539430"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grpSp>
          <p:nvGrpSpPr>
            <p:cNvPr id="336" name="Google Shape;336;g25e051f3650_0_59"/>
            <p:cNvGrpSpPr/>
            <p:nvPr/>
          </p:nvGrpSpPr>
          <p:grpSpPr>
            <a:xfrm rot="5400000">
              <a:off x="6995636" y="4386329"/>
              <a:ext cx="818207" cy="1227900"/>
              <a:chOff x="6767096" y="4391025"/>
              <a:chExt cx="818207" cy="1227900"/>
            </a:xfrm>
          </p:grpSpPr>
          <p:sp>
            <p:nvSpPr>
              <p:cNvPr id="337" name="Google Shape;337;g25e051f3650_0_59"/>
              <p:cNvSpPr/>
              <p:nvPr/>
            </p:nvSpPr>
            <p:spPr>
              <a:xfrm>
                <a:off x="6767096"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38" name="Google Shape;338;g25e051f3650_0_59"/>
              <p:cNvSpPr/>
              <p:nvPr/>
            </p:nvSpPr>
            <p:spPr>
              <a:xfrm>
                <a:off x="6881467"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39" name="Google Shape;339;g25e051f3650_0_59"/>
              <p:cNvSpPr/>
              <p:nvPr/>
            </p:nvSpPr>
            <p:spPr>
              <a:xfrm>
                <a:off x="6986308"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40" name="Google Shape;340;g25e051f3650_0_59"/>
              <p:cNvSpPr/>
              <p:nvPr/>
            </p:nvSpPr>
            <p:spPr>
              <a:xfrm>
                <a:off x="710067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41" name="Google Shape;341;g25e051f3650_0_59"/>
              <p:cNvSpPr/>
              <p:nvPr/>
            </p:nvSpPr>
            <p:spPr>
              <a:xfrm>
                <a:off x="720551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42" name="Google Shape;342;g25e051f3650_0_59"/>
              <p:cNvSpPr/>
              <p:nvPr/>
            </p:nvSpPr>
            <p:spPr>
              <a:xfrm>
                <a:off x="731989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43" name="Google Shape;343;g25e051f3650_0_59"/>
              <p:cNvSpPr/>
              <p:nvPr/>
            </p:nvSpPr>
            <p:spPr>
              <a:xfrm>
                <a:off x="742473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44" name="Google Shape;344;g25e051f3650_0_59"/>
              <p:cNvSpPr/>
              <p:nvPr/>
            </p:nvSpPr>
            <p:spPr>
              <a:xfrm>
                <a:off x="7539103"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sp>
          <p:nvSpPr>
            <p:cNvPr id="345" name="Google Shape;345;g25e051f3650_0_59"/>
            <p:cNvSpPr/>
            <p:nvPr/>
          </p:nvSpPr>
          <p:spPr>
            <a:xfrm>
              <a:off x="6881213" y="4472038"/>
              <a:ext cx="1058100" cy="1056300"/>
            </a:xfrm>
            <a:prstGeom prst="rect">
              <a:avLst/>
            </a:prstGeom>
            <a:solidFill>
              <a:srgbClr val="C7D9E3"/>
            </a:solidFill>
            <a:ln cap="flat" cmpd="sng" w="1905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ARM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0000"/>
                  </a:solidFill>
                  <a:latin typeface="Consolas"/>
                  <a:ea typeface="Consolas"/>
                  <a:cs typeface="Consolas"/>
                  <a:sym typeface="Consolas"/>
                </a:rPr>
                <a:t>Cortex-M7</a:t>
              </a:r>
              <a:endParaRPr b="0" i="0" sz="1400" u="none" cap="none" strike="noStrike">
                <a:solidFill>
                  <a:srgbClr val="000000"/>
                </a:solidFill>
                <a:latin typeface="Arial"/>
                <a:ea typeface="Arial"/>
                <a:cs typeface="Arial"/>
                <a:sym typeface="Arial"/>
              </a:endParaRPr>
            </a:p>
          </p:txBody>
        </p:sp>
      </p:grpSp>
      <p:grpSp>
        <p:nvGrpSpPr>
          <p:cNvPr id="346" name="Google Shape;346;g25e051f3650_0_59"/>
          <p:cNvGrpSpPr/>
          <p:nvPr/>
        </p:nvGrpSpPr>
        <p:grpSpPr>
          <a:xfrm>
            <a:off x="6408026" y="2861986"/>
            <a:ext cx="905699" cy="1101426"/>
            <a:chOff x="6790790" y="4391025"/>
            <a:chExt cx="1227900" cy="1227900"/>
          </a:xfrm>
        </p:grpSpPr>
        <p:grpSp>
          <p:nvGrpSpPr>
            <p:cNvPr id="347" name="Google Shape;347;g25e051f3650_0_59"/>
            <p:cNvGrpSpPr/>
            <p:nvPr/>
          </p:nvGrpSpPr>
          <p:grpSpPr>
            <a:xfrm>
              <a:off x="6995436" y="4391025"/>
              <a:ext cx="818497" cy="1227900"/>
              <a:chOff x="6766833" y="4391025"/>
              <a:chExt cx="818497" cy="1227900"/>
            </a:xfrm>
          </p:grpSpPr>
          <p:sp>
            <p:nvSpPr>
              <p:cNvPr id="348" name="Google Shape;348;g25e051f3650_0_59"/>
              <p:cNvSpPr/>
              <p:nvPr/>
            </p:nvSpPr>
            <p:spPr>
              <a:xfrm>
                <a:off x="6766833"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49" name="Google Shape;349;g25e051f3650_0_59"/>
              <p:cNvSpPr/>
              <p:nvPr/>
            </p:nvSpPr>
            <p:spPr>
              <a:xfrm>
                <a:off x="688105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50" name="Google Shape;350;g25e051f3650_0_59"/>
              <p:cNvSpPr/>
              <p:nvPr/>
            </p:nvSpPr>
            <p:spPr>
              <a:xfrm>
                <a:off x="698576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51" name="Google Shape;351;g25e051f3650_0_59"/>
              <p:cNvSpPr/>
              <p:nvPr/>
            </p:nvSpPr>
            <p:spPr>
              <a:xfrm>
                <a:off x="7099986"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52" name="Google Shape;352;g25e051f3650_0_59"/>
              <p:cNvSpPr/>
              <p:nvPr/>
            </p:nvSpPr>
            <p:spPr>
              <a:xfrm>
                <a:off x="7206278"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53" name="Google Shape;353;g25e051f3650_0_59"/>
              <p:cNvSpPr/>
              <p:nvPr/>
            </p:nvSpPr>
            <p:spPr>
              <a:xfrm>
                <a:off x="732050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54" name="Google Shape;354;g25e051f3650_0_59"/>
              <p:cNvSpPr/>
              <p:nvPr/>
            </p:nvSpPr>
            <p:spPr>
              <a:xfrm>
                <a:off x="742520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55" name="Google Shape;355;g25e051f3650_0_59"/>
              <p:cNvSpPr/>
              <p:nvPr/>
            </p:nvSpPr>
            <p:spPr>
              <a:xfrm>
                <a:off x="7539430"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grpSp>
          <p:nvGrpSpPr>
            <p:cNvPr id="356" name="Google Shape;356;g25e051f3650_0_59"/>
            <p:cNvGrpSpPr/>
            <p:nvPr/>
          </p:nvGrpSpPr>
          <p:grpSpPr>
            <a:xfrm rot="5400000">
              <a:off x="6995636" y="4386329"/>
              <a:ext cx="818207" cy="1227900"/>
              <a:chOff x="6767096" y="4391025"/>
              <a:chExt cx="818207" cy="1227900"/>
            </a:xfrm>
          </p:grpSpPr>
          <p:sp>
            <p:nvSpPr>
              <p:cNvPr id="357" name="Google Shape;357;g25e051f3650_0_59"/>
              <p:cNvSpPr/>
              <p:nvPr/>
            </p:nvSpPr>
            <p:spPr>
              <a:xfrm>
                <a:off x="6767096"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58" name="Google Shape;358;g25e051f3650_0_59"/>
              <p:cNvSpPr/>
              <p:nvPr/>
            </p:nvSpPr>
            <p:spPr>
              <a:xfrm>
                <a:off x="6881467"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59" name="Google Shape;359;g25e051f3650_0_59"/>
              <p:cNvSpPr/>
              <p:nvPr/>
            </p:nvSpPr>
            <p:spPr>
              <a:xfrm>
                <a:off x="6986308"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60" name="Google Shape;360;g25e051f3650_0_59"/>
              <p:cNvSpPr/>
              <p:nvPr/>
            </p:nvSpPr>
            <p:spPr>
              <a:xfrm>
                <a:off x="710067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61" name="Google Shape;361;g25e051f3650_0_59"/>
              <p:cNvSpPr/>
              <p:nvPr/>
            </p:nvSpPr>
            <p:spPr>
              <a:xfrm>
                <a:off x="720551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62" name="Google Shape;362;g25e051f3650_0_59"/>
              <p:cNvSpPr/>
              <p:nvPr/>
            </p:nvSpPr>
            <p:spPr>
              <a:xfrm>
                <a:off x="731989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63" name="Google Shape;363;g25e051f3650_0_59"/>
              <p:cNvSpPr/>
              <p:nvPr/>
            </p:nvSpPr>
            <p:spPr>
              <a:xfrm>
                <a:off x="742473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64" name="Google Shape;364;g25e051f3650_0_59"/>
              <p:cNvSpPr/>
              <p:nvPr/>
            </p:nvSpPr>
            <p:spPr>
              <a:xfrm>
                <a:off x="7539103"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sp>
          <p:nvSpPr>
            <p:cNvPr id="365" name="Google Shape;365;g25e051f3650_0_59"/>
            <p:cNvSpPr/>
            <p:nvPr/>
          </p:nvSpPr>
          <p:spPr>
            <a:xfrm>
              <a:off x="6881213" y="4472038"/>
              <a:ext cx="1058100" cy="1056300"/>
            </a:xfrm>
            <a:prstGeom prst="rect">
              <a:avLst/>
            </a:prstGeom>
            <a:solidFill>
              <a:srgbClr val="C7D9E3"/>
            </a:solidFill>
            <a:ln cap="flat" cmpd="sng" w="1905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ARM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0000"/>
                  </a:solidFill>
                  <a:latin typeface="Consolas"/>
                  <a:ea typeface="Consolas"/>
                  <a:cs typeface="Consolas"/>
                  <a:sym typeface="Consolas"/>
                </a:rPr>
                <a:t>Cortex-M4</a:t>
              </a:r>
              <a:endParaRPr b="0" i="0" sz="1400" u="none" cap="none" strike="noStrike">
                <a:solidFill>
                  <a:srgbClr val="000000"/>
                </a:solidFill>
                <a:latin typeface="Arial"/>
                <a:ea typeface="Arial"/>
                <a:cs typeface="Arial"/>
                <a:sym typeface="Arial"/>
              </a:endParaRPr>
            </a:p>
          </p:txBody>
        </p:sp>
      </p:grpSp>
      <p:grpSp>
        <p:nvGrpSpPr>
          <p:cNvPr id="366" name="Google Shape;366;g25e051f3650_0_59"/>
          <p:cNvGrpSpPr/>
          <p:nvPr/>
        </p:nvGrpSpPr>
        <p:grpSpPr>
          <a:xfrm>
            <a:off x="6408025" y="4451343"/>
            <a:ext cx="905699" cy="1101426"/>
            <a:chOff x="6790790" y="4391025"/>
            <a:chExt cx="1227900" cy="1227900"/>
          </a:xfrm>
        </p:grpSpPr>
        <p:grpSp>
          <p:nvGrpSpPr>
            <p:cNvPr id="367" name="Google Shape;367;g25e051f3650_0_59"/>
            <p:cNvGrpSpPr/>
            <p:nvPr/>
          </p:nvGrpSpPr>
          <p:grpSpPr>
            <a:xfrm>
              <a:off x="6995436" y="4391025"/>
              <a:ext cx="818497" cy="1227900"/>
              <a:chOff x="6766833" y="4391025"/>
              <a:chExt cx="818497" cy="1227900"/>
            </a:xfrm>
          </p:grpSpPr>
          <p:sp>
            <p:nvSpPr>
              <p:cNvPr id="368" name="Google Shape;368;g25e051f3650_0_59"/>
              <p:cNvSpPr/>
              <p:nvPr/>
            </p:nvSpPr>
            <p:spPr>
              <a:xfrm>
                <a:off x="6766833"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69" name="Google Shape;369;g25e051f3650_0_59"/>
              <p:cNvSpPr/>
              <p:nvPr/>
            </p:nvSpPr>
            <p:spPr>
              <a:xfrm>
                <a:off x="688105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70" name="Google Shape;370;g25e051f3650_0_59"/>
              <p:cNvSpPr/>
              <p:nvPr/>
            </p:nvSpPr>
            <p:spPr>
              <a:xfrm>
                <a:off x="698576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71" name="Google Shape;371;g25e051f3650_0_59"/>
              <p:cNvSpPr/>
              <p:nvPr/>
            </p:nvSpPr>
            <p:spPr>
              <a:xfrm>
                <a:off x="7099986"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72" name="Google Shape;372;g25e051f3650_0_59"/>
              <p:cNvSpPr/>
              <p:nvPr/>
            </p:nvSpPr>
            <p:spPr>
              <a:xfrm>
                <a:off x="7206278"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73" name="Google Shape;373;g25e051f3650_0_59"/>
              <p:cNvSpPr/>
              <p:nvPr/>
            </p:nvSpPr>
            <p:spPr>
              <a:xfrm>
                <a:off x="7320502"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74" name="Google Shape;374;g25e051f3650_0_59"/>
              <p:cNvSpPr/>
              <p:nvPr/>
            </p:nvSpPr>
            <p:spPr>
              <a:xfrm>
                <a:off x="7425207"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75" name="Google Shape;375;g25e051f3650_0_59"/>
              <p:cNvSpPr/>
              <p:nvPr/>
            </p:nvSpPr>
            <p:spPr>
              <a:xfrm>
                <a:off x="7539430" y="4391025"/>
                <a:ext cx="459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grpSp>
          <p:nvGrpSpPr>
            <p:cNvPr id="376" name="Google Shape;376;g25e051f3650_0_59"/>
            <p:cNvGrpSpPr/>
            <p:nvPr/>
          </p:nvGrpSpPr>
          <p:grpSpPr>
            <a:xfrm rot="5400000">
              <a:off x="6995636" y="4386329"/>
              <a:ext cx="818207" cy="1227900"/>
              <a:chOff x="6767096" y="4391025"/>
              <a:chExt cx="818207" cy="1227900"/>
            </a:xfrm>
          </p:grpSpPr>
          <p:sp>
            <p:nvSpPr>
              <p:cNvPr id="377" name="Google Shape;377;g25e051f3650_0_59"/>
              <p:cNvSpPr/>
              <p:nvPr/>
            </p:nvSpPr>
            <p:spPr>
              <a:xfrm>
                <a:off x="6767096"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78" name="Google Shape;378;g25e051f3650_0_59"/>
              <p:cNvSpPr/>
              <p:nvPr/>
            </p:nvSpPr>
            <p:spPr>
              <a:xfrm>
                <a:off x="6881467"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79" name="Google Shape;379;g25e051f3650_0_59"/>
              <p:cNvSpPr/>
              <p:nvPr/>
            </p:nvSpPr>
            <p:spPr>
              <a:xfrm>
                <a:off x="6986308"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80" name="Google Shape;380;g25e051f3650_0_59"/>
              <p:cNvSpPr/>
              <p:nvPr/>
            </p:nvSpPr>
            <p:spPr>
              <a:xfrm>
                <a:off x="710067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81" name="Google Shape;381;g25e051f3650_0_59"/>
              <p:cNvSpPr/>
              <p:nvPr/>
            </p:nvSpPr>
            <p:spPr>
              <a:xfrm>
                <a:off x="7205519"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82" name="Google Shape;382;g25e051f3650_0_59"/>
              <p:cNvSpPr/>
              <p:nvPr/>
            </p:nvSpPr>
            <p:spPr>
              <a:xfrm>
                <a:off x="731989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83" name="Google Shape;383;g25e051f3650_0_59"/>
              <p:cNvSpPr/>
              <p:nvPr/>
            </p:nvSpPr>
            <p:spPr>
              <a:xfrm>
                <a:off x="7424731"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sp>
            <p:nvSpPr>
              <p:cNvPr id="384" name="Google Shape;384;g25e051f3650_0_59"/>
              <p:cNvSpPr/>
              <p:nvPr/>
            </p:nvSpPr>
            <p:spPr>
              <a:xfrm>
                <a:off x="7539103" y="4391025"/>
                <a:ext cx="46200" cy="1227900"/>
              </a:xfrm>
              <a:prstGeom prst="rect">
                <a:avLst/>
              </a:prstGeom>
              <a:noFill/>
              <a:ln cap="flat" cmpd="sng" w="127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nsolas"/>
                  <a:ea typeface="Consolas"/>
                  <a:cs typeface="Consolas"/>
                  <a:sym typeface="Consolas"/>
                </a:endParaRPr>
              </a:p>
            </p:txBody>
          </p:sp>
        </p:grpSp>
        <p:sp>
          <p:nvSpPr>
            <p:cNvPr id="385" name="Google Shape;385;g25e051f3650_0_59"/>
            <p:cNvSpPr/>
            <p:nvPr/>
          </p:nvSpPr>
          <p:spPr>
            <a:xfrm>
              <a:off x="6881213" y="4472038"/>
              <a:ext cx="1058100" cy="1056300"/>
            </a:xfrm>
            <a:prstGeom prst="rect">
              <a:avLst/>
            </a:prstGeom>
            <a:solidFill>
              <a:srgbClr val="C7D9E3"/>
            </a:solidFill>
            <a:ln cap="flat" cmpd="sng" w="1905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ARM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0000"/>
                  </a:solidFill>
                  <a:latin typeface="Consolas"/>
                  <a:ea typeface="Consolas"/>
                  <a:cs typeface="Consolas"/>
                  <a:sym typeface="Consolas"/>
                </a:rPr>
                <a:t>Cortex-M33</a:t>
              </a:r>
              <a:endParaRPr b="0" i="0" sz="1400" u="none" cap="none" strike="noStrike">
                <a:solidFill>
                  <a:srgbClr val="000000"/>
                </a:solidFill>
                <a:latin typeface="Arial"/>
                <a:ea typeface="Arial"/>
                <a:cs typeface="Arial"/>
                <a:sym typeface="Arial"/>
              </a:endParaRPr>
            </a:p>
          </p:txBody>
        </p:sp>
      </p:grpSp>
      <p:sp>
        <p:nvSpPr>
          <p:cNvPr id="386" name="Google Shape;386;g25e051f3650_0_59"/>
          <p:cNvSpPr/>
          <p:nvPr/>
        </p:nvSpPr>
        <p:spPr>
          <a:xfrm>
            <a:off x="1759288" y="3986120"/>
            <a:ext cx="6087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22222"/>
                </a:solidFill>
                <a:latin typeface="Arial"/>
                <a:ea typeface="Arial"/>
                <a:cs typeface="Arial"/>
                <a:sym typeface="Arial"/>
              </a:rPr>
              <a:t>ARMv6-M</a:t>
            </a:r>
            <a:endParaRPr b="0" i="0" sz="1100" u="none" cap="none" strike="noStrike">
              <a:solidFill>
                <a:schemeClr val="dk1"/>
              </a:solidFill>
              <a:latin typeface="Libre Franklin"/>
              <a:ea typeface="Libre Franklin"/>
              <a:cs typeface="Libre Franklin"/>
              <a:sym typeface="Libre Franklin"/>
            </a:endParaRPr>
          </a:p>
        </p:txBody>
      </p:sp>
      <p:sp>
        <p:nvSpPr>
          <p:cNvPr id="387" name="Google Shape;387;g25e051f3650_0_59"/>
          <p:cNvSpPr/>
          <p:nvPr/>
        </p:nvSpPr>
        <p:spPr>
          <a:xfrm>
            <a:off x="3171650" y="3962400"/>
            <a:ext cx="6087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22222"/>
                </a:solidFill>
                <a:latin typeface="Arial"/>
                <a:ea typeface="Arial"/>
                <a:cs typeface="Arial"/>
                <a:sym typeface="Arial"/>
              </a:rPr>
              <a:t>ARMv6-M</a:t>
            </a:r>
            <a:endParaRPr b="0" i="0" sz="1100" u="none" cap="none" strike="noStrike">
              <a:solidFill>
                <a:schemeClr val="dk1"/>
              </a:solidFill>
              <a:latin typeface="Libre Franklin"/>
              <a:ea typeface="Libre Franklin"/>
              <a:cs typeface="Libre Franklin"/>
              <a:sym typeface="Libre Franklin"/>
            </a:endParaRPr>
          </a:p>
        </p:txBody>
      </p:sp>
      <p:sp>
        <p:nvSpPr>
          <p:cNvPr id="388" name="Google Shape;388;g25e051f3650_0_59"/>
          <p:cNvSpPr/>
          <p:nvPr/>
        </p:nvSpPr>
        <p:spPr>
          <a:xfrm>
            <a:off x="1789443" y="5552526"/>
            <a:ext cx="6087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22222"/>
                </a:solidFill>
                <a:latin typeface="Arial"/>
                <a:ea typeface="Arial"/>
                <a:cs typeface="Arial"/>
                <a:sym typeface="Arial"/>
              </a:rPr>
              <a:t>ARMv6-M</a:t>
            </a:r>
            <a:endParaRPr b="0" i="0" sz="1100" u="none" cap="none" strike="noStrike">
              <a:solidFill>
                <a:schemeClr val="dk1"/>
              </a:solidFill>
              <a:latin typeface="Libre Franklin"/>
              <a:ea typeface="Libre Franklin"/>
              <a:cs typeface="Libre Franklin"/>
              <a:sym typeface="Libre Franklin"/>
            </a:endParaRPr>
          </a:p>
        </p:txBody>
      </p:sp>
      <p:sp>
        <p:nvSpPr>
          <p:cNvPr id="389" name="Google Shape;389;g25e051f3650_0_59"/>
          <p:cNvSpPr/>
          <p:nvPr/>
        </p:nvSpPr>
        <p:spPr>
          <a:xfrm>
            <a:off x="3098834" y="5575423"/>
            <a:ext cx="6087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22222"/>
                </a:solidFill>
                <a:latin typeface="Arial"/>
                <a:ea typeface="Arial"/>
                <a:cs typeface="Arial"/>
                <a:sym typeface="Arial"/>
              </a:rPr>
              <a:t>ARMv8-M</a:t>
            </a:r>
            <a:endParaRPr b="0" i="0" sz="1100" u="none" cap="none" strike="noStrike">
              <a:solidFill>
                <a:schemeClr val="dk1"/>
              </a:solidFill>
              <a:latin typeface="Libre Franklin"/>
              <a:ea typeface="Libre Franklin"/>
              <a:cs typeface="Libre Franklin"/>
              <a:sym typeface="Libre Franklin"/>
            </a:endParaRPr>
          </a:p>
        </p:txBody>
      </p:sp>
      <p:sp>
        <p:nvSpPr>
          <p:cNvPr id="390" name="Google Shape;390;g25e051f3650_0_59"/>
          <p:cNvSpPr/>
          <p:nvPr/>
        </p:nvSpPr>
        <p:spPr>
          <a:xfrm>
            <a:off x="5189201" y="3959128"/>
            <a:ext cx="6087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22222"/>
                </a:solidFill>
                <a:latin typeface="Arial"/>
                <a:ea typeface="Arial"/>
                <a:cs typeface="Arial"/>
                <a:sym typeface="Arial"/>
              </a:rPr>
              <a:t>ARMv7-M</a:t>
            </a:r>
            <a:endParaRPr b="0" i="0" sz="1100" u="none" cap="none" strike="noStrike">
              <a:solidFill>
                <a:schemeClr val="dk1"/>
              </a:solidFill>
              <a:latin typeface="Libre Franklin"/>
              <a:ea typeface="Libre Franklin"/>
              <a:cs typeface="Libre Franklin"/>
              <a:sym typeface="Libre Franklin"/>
            </a:endParaRPr>
          </a:p>
        </p:txBody>
      </p:sp>
      <p:sp>
        <p:nvSpPr>
          <p:cNvPr id="391" name="Google Shape;391;g25e051f3650_0_59"/>
          <p:cNvSpPr/>
          <p:nvPr/>
        </p:nvSpPr>
        <p:spPr>
          <a:xfrm>
            <a:off x="6553827" y="3933528"/>
            <a:ext cx="6795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22222"/>
                </a:solidFill>
                <a:latin typeface="Arial"/>
                <a:ea typeface="Arial"/>
                <a:cs typeface="Arial"/>
                <a:sym typeface="Arial"/>
              </a:rPr>
              <a:t>ARMv7E-M</a:t>
            </a:r>
            <a:endParaRPr b="0" i="0" sz="1100" u="none" cap="none" strike="noStrike">
              <a:solidFill>
                <a:schemeClr val="dk1"/>
              </a:solidFill>
              <a:latin typeface="Libre Franklin"/>
              <a:ea typeface="Libre Franklin"/>
              <a:cs typeface="Libre Franklin"/>
              <a:sym typeface="Libre Franklin"/>
            </a:endParaRPr>
          </a:p>
        </p:txBody>
      </p:sp>
      <p:sp>
        <p:nvSpPr>
          <p:cNvPr id="392" name="Google Shape;392;g25e051f3650_0_59"/>
          <p:cNvSpPr/>
          <p:nvPr/>
        </p:nvSpPr>
        <p:spPr>
          <a:xfrm>
            <a:off x="5146624" y="5552359"/>
            <a:ext cx="6795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22222"/>
                </a:solidFill>
                <a:latin typeface="Arial"/>
                <a:ea typeface="Arial"/>
                <a:cs typeface="Arial"/>
                <a:sym typeface="Arial"/>
              </a:rPr>
              <a:t>ARMv7E-M</a:t>
            </a:r>
            <a:endParaRPr b="0" i="0" sz="1100" u="none" cap="none" strike="noStrike">
              <a:solidFill>
                <a:schemeClr val="dk1"/>
              </a:solidFill>
              <a:latin typeface="Libre Franklin"/>
              <a:ea typeface="Libre Franklin"/>
              <a:cs typeface="Libre Franklin"/>
              <a:sym typeface="Libre Franklin"/>
            </a:endParaRPr>
          </a:p>
        </p:txBody>
      </p:sp>
      <p:sp>
        <p:nvSpPr>
          <p:cNvPr id="393" name="Google Shape;393;g25e051f3650_0_59"/>
          <p:cNvSpPr/>
          <p:nvPr/>
        </p:nvSpPr>
        <p:spPr>
          <a:xfrm>
            <a:off x="6553827" y="5575423"/>
            <a:ext cx="6087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22222"/>
                </a:solidFill>
                <a:latin typeface="Arial"/>
                <a:ea typeface="Arial"/>
                <a:cs typeface="Arial"/>
                <a:sym typeface="Arial"/>
              </a:rPr>
              <a:t>ARMv8-M</a:t>
            </a:r>
            <a:endParaRPr b="0" i="0" sz="1100" u="none" cap="none" strike="noStrike">
              <a:solidFill>
                <a:schemeClr val="dk1"/>
              </a:solidFill>
              <a:latin typeface="Libre Franklin"/>
              <a:ea typeface="Libre Franklin"/>
              <a:cs typeface="Libre Franklin"/>
              <a:sym typeface="Libre Frankli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25e051f3650_0_237"/>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Levels of Program Code</a:t>
            </a:r>
            <a:endParaRPr/>
          </a:p>
        </p:txBody>
      </p:sp>
      <p:sp>
        <p:nvSpPr>
          <p:cNvPr id="399" name="Google Shape;399;g25e051f3650_0_237"/>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00" name="Google Shape;400;g25e051f3650_0_237"/>
          <p:cNvSpPr txBox="1"/>
          <p:nvPr/>
        </p:nvSpPr>
        <p:spPr>
          <a:xfrm>
            <a:off x="1294211" y="3373438"/>
            <a:ext cx="2306100" cy="3027300"/>
          </a:xfrm>
          <a:prstGeom prst="rect">
            <a:avLst/>
          </a:prstGeom>
          <a:noFill/>
          <a:ln>
            <a:noFill/>
          </a:ln>
        </p:spPr>
        <p:txBody>
          <a:bodyPr anchorCtr="0" anchor="t" bIns="45700" lIns="91425" spcFirstLastPara="1" rIns="91425" wrap="square" tIns="45700">
            <a:noAutofit/>
          </a:bodyPr>
          <a:lstStyle/>
          <a:p>
            <a:pPr indent="-274320" lvl="0" marL="274320" marR="0" rtl="0" algn="l">
              <a:lnSpc>
                <a:spcPct val="90000"/>
              </a:lnSpc>
              <a:spcBef>
                <a:spcPts val="0"/>
              </a:spcBef>
              <a:spcAft>
                <a:spcPts val="0"/>
              </a:spcAft>
              <a:buClr>
                <a:schemeClr val="accent1"/>
              </a:buClr>
              <a:buSzPts val="1520"/>
              <a:buFont typeface="Noto Sans Symbols"/>
              <a:buChar char="🞂"/>
            </a:pPr>
            <a:r>
              <a:rPr b="1" i="0" lang="en-US" sz="2000" u="none" cap="none" strike="noStrike">
                <a:solidFill>
                  <a:schemeClr val="dk1"/>
                </a:solidFill>
                <a:latin typeface="Libre Franklin"/>
                <a:ea typeface="Libre Franklin"/>
                <a:cs typeface="Libre Franklin"/>
                <a:sym typeface="Libre Franklin"/>
              </a:rPr>
              <a:t>High-level language</a:t>
            </a:r>
            <a:endParaRPr b="0" i="0" sz="1400" u="none" cap="none" strike="noStrike">
              <a:solidFill>
                <a:srgbClr val="000000"/>
              </a:solidFill>
              <a:latin typeface="Arial"/>
              <a:ea typeface="Arial"/>
              <a:cs typeface="Arial"/>
              <a:sym typeface="Arial"/>
            </a:endParaRPr>
          </a:p>
          <a:p>
            <a:pPr indent="-274320" lvl="1" marL="548640" marR="0" rtl="0" algn="l">
              <a:lnSpc>
                <a:spcPct val="90000"/>
              </a:lnSpc>
              <a:spcBef>
                <a:spcPts val="500"/>
              </a:spcBef>
              <a:spcAft>
                <a:spcPts val="0"/>
              </a:spcAft>
              <a:buClr>
                <a:schemeClr val="accent2"/>
              </a:buClr>
              <a:buSzPts val="1368"/>
              <a:buFont typeface="Noto Sans Symbols"/>
              <a:buChar char="🞂"/>
            </a:pPr>
            <a:r>
              <a:rPr b="0" i="0" lang="en-US" sz="1800" u="none" cap="none" strike="noStrike">
                <a:solidFill>
                  <a:schemeClr val="dk2"/>
                </a:solidFill>
                <a:latin typeface="Libre Franklin"/>
                <a:ea typeface="Libre Franklin"/>
                <a:cs typeface="Libre Franklin"/>
                <a:sym typeface="Libre Franklin"/>
              </a:rPr>
              <a:t>Level of abstraction closer to problem domain</a:t>
            </a:r>
            <a:endParaRPr b="0" i="0" sz="1400" u="none" cap="none" strike="noStrike">
              <a:solidFill>
                <a:srgbClr val="000000"/>
              </a:solidFill>
              <a:latin typeface="Arial"/>
              <a:ea typeface="Arial"/>
              <a:cs typeface="Arial"/>
              <a:sym typeface="Arial"/>
            </a:endParaRPr>
          </a:p>
          <a:p>
            <a:pPr indent="-274320" lvl="1" marL="548640" marR="0" rtl="0" algn="l">
              <a:lnSpc>
                <a:spcPct val="90000"/>
              </a:lnSpc>
              <a:spcBef>
                <a:spcPts val="500"/>
              </a:spcBef>
              <a:spcAft>
                <a:spcPts val="0"/>
              </a:spcAft>
              <a:buClr>
                <a:schemeClr val="accent2"/>
              </a:buClr>
              <a:buSzPts val="1368"/>
              <a:buFont typeface="Noto Sans Symbols"/>
              <a:buChar char="🞂"/>
            </a:pPr>
            <a:r>
              <a:rPr b="0" i="0" lang="en-US" sz="1800" u="none" cap="none" strike="noStrike">
                <a:solidFill>
                  <a:schemeClr val="dk2"/>
                </a:solidFill>
                <a:latin typeface="Libre Franklin"/>
                <a:ea typeface="Libre Franklin"/>
                <a:cs typeface="Libre Franklin"/>
                <a:sym typeface="Libre Franklin"/>
              </a:rPr>
              <a:t>Provides for productivity and portability </a:t>
            </a:r>
            <a:endParaRPr b="0" i="0" sz="1800" u="none" cap="none" strike="noStrike">
              <a:solidFill>
                <a:schemeClr val="dk2"/>
              </a:solidFill>
              <a:latin typeface="Libre Franklin"/>
              <a:ea typeface="Libre Franklin"/>
              <a:cs typeface="Libre Franklin"/>
              <a:sym typeface="Libre Franklin"/>
            </a:endParaRPr>
          </a:p>
        </p:txBody>
      </p:sp>
      <p:sp>
        <p:nvSpPr>
          <p:cNvPr id="401" name="Google Shape;401;g25e051f3650_0_237"/>
          <p:cNvSpPr/>
          <p:nvPr/>
        </p:nvSpPr>
        <p:spPr>
          <a:xfrm>
            <a:off x="892300" y="1220550"/>
            <a:ext cx="18018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00000"/>
                </a:solidFill>
                <a:latin typeface="Libre Franklin"/>
                <a:ea typeface="Libre Franklin"/>
                <a:cs typeface="Libre Franklin"/>
                <a:sym typeface="Libre Franklin"/>
              </a:rPr>
              <a:t>C Program</a:t>
            </a:r>
            <a:endParaRPr b="0" i="0" sz="1400" u="none" cap="none" strike="noStrike">
              <a:solidFill>
                <a:srgbClr val="000000"/>
              </a:solidFill>
              <a:latin typeface="Arial"/>
              <a:ea typeface="Arial"/>
              <a:cs typeface="Arial"/>
              <a:sym typeface="Arial"/>
            </a:endParaRPr>
          </a:p>
        </p:txBody>
      </p:sp>
      <p:cxnSp>
        <p:nvCxnSpPr>
          <p:cNvPr id="402" name="Google Shape;402;g25e051f3650_0_237"/>
          <p:cNvCxnSpPr/>
          <p:nvPr/>
        </p:nvCxnSpPr>
        <p:spPr>
          <a:xfrm>
            <a:off x="3348038" y="2382837"/>
            <a:ext cx="723300" cy="0"/>
          </a:xfrm>
          <a:prstGeom prst="straightConnector1">
            <a:avLst/>
          </a:prstGeom>
          <a:noFill/>
          <a:ln cap="flat" cmpd="sng" w="38100">
            <a:solidFill>
              <a:srgbClr val="0000FF"/>
            </a:solidFill>
            <a:prstDash val="solid"/>
            <a:round/>
            <a:headEnd len="sm" w="sm" type="none"/>
            <a:tailEnd len="med" w="med" type="stealth"/>
          </a:ln>
        </p:spPr>
      </p:cxnSp>
      <p:sp>
        <p:nvSpPr>
          <p:cNvPr id="403" name="Google Shape;403;g25e051f3650_0_237"/>
          <p:cNvSpPr/>
          <p:nvPr/>
        </p:nvSpPr>
        <p:spPr>
          <a:xfrm>
            <a:off x="3059325" y="1991100"/>
            <a:ext cx="12921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FF"/>
                </a:solidFill>
                <a:latin typeface="Libre Franklin"/>
                <a:ea typeface="Libre Franklin"/>
                <a:cs typeface="Libre Franklin"/>
                <a:sym typeface="Libre Franklin"/>
              </a:rPr>
              <a:t>Compile</a:t>
            </a:r>
            <a:endParaRPr b="0" i="0" sz="1400" u="none" cap="none" strike="noStrike">
              <a:solidFill>
                <a:srgbClr val="000000"/>
              </a:solidFill>
              <a:latin typeface="Arial"/>
              <a:ea typeface="Arial"/>
              <a:cs typeface="Arial"/>
              <a:sym typeface="Arial"/>
            </a:endParaRPr>
          </a:p>
        </p:txBody>
      </p:sp>
      <p:sp>
        <p:nvSpPr>
          <p:cNvPr id="404" name="Google Shape;404;g25e051f3650_0_237"/>
          <p:cNvSpPr/>
          <p:nvPr/>
        </p:nvSpPr>
        <p:spPr>
          <a:xfrm>
            <a:off x="5251886" y="1589850"/>
            <a:ext cx="16335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FF"/>
                </a:solidFill>
                <a:latin typeface="Libre Franklin"/>
                <a:ea typeface="Libre Franklin"/>
                <a:cs typeface="Libre Franklin"/>
                <a:sym typeface="Libre Franklin"/>
              </a:rPr>
              <a:t>Assemble</a:t>
            </a:r>
            <a:endParaRPr b="0" i="0" sz="1400" u="none" cap="none" strike="noStrike">
              <a:solidFill>
                <a:srgbClr val="000000"/>
              </a:solidFill>
              <a:latin typeface="Arial"/>
              <a:ea typeface="Arial"/>
              <a:cs typeface="Arial"/>
              <a:sym typeface="Arial"/>
            </a:endParaRPr>
          </a:p>
        </p:txBody>
      </p:sp>
      <p:cxnSp>
        <p:nvCxnSpPr>
          <p:cNvPr id="405" name="Google Shape;405;g25e051f3650_0_237"/>
          <p:cNvCxnSpPr/>
          <p:nvPr/>
        </p:nvCxnSpPr>
        <p:spPr>
          <a:xfrm>
            <a:off x="5777254" y="2360432"/>
            <a:ext cx="803400" cy="0"/>
          </a:xfrm>
          <a:prstGeom prst="straightConnector1">
            <a:avLst/>
          </a:prstGeom>
          <a:noFill/>
          <a:ln cap="flat" cmpd="sng" w="38100">
            <a:solidFill>
              <a:srgbClr val="0000FF"/>
            </a:solidFill>
            <a:prstDash val="solid"/>
            <a:round/>
            <a:headEnd len="sm" w="sm" type="none"/>
            <a:tailEnd len="med" w="med" type="stealth"/>
          </a:ln>
        </p:spPr>
      </p:cxnSp>
      <p:grpSp>
        <p:nvGrpSpPr>
          <p:cNvPr id="406" name="Google Shape;406;g25e051f3650_0_237"/>
          <p:cNvGrpSpPr/>
          <p:nvPr/>
        </p:nvGrpSpPr>
        <p:grpSpPr>
          <a:xfrm>
            <a:off x="3275738" y="1453625"/>
            <a:ext cx="2839303" cy="4179274"/>
            <a:chOff x="2843649" y="1230863"/>
            <a:chExt cx="3785738" cy="4179274"/>
          </a:xfrm>
        </p:grpSpPr>
        <p:pic>
          <p:nvPicPr>
            <p:cNvPr id="407" name="Google Shape;407;g25e051f3650_0_237"/>
            <p:cNvPicPr preferRelativeResize="0"/>
            <p:nvPr/>
          </p:nvPicPr>
          <p:blipFill rotWithShape="1">
            <a:blip r:embed="rId3">
              <a:alphaModFix/>
            </a:blip>
            <a:srcRect b="0" l="0" r="0" t="0"/>
            <a:stretch/>
          </p:blipFill>
          <p:spPr>
            <a:xfrm>
              <a:off x="4038600" y="1734338"/>
              <a:ext cx="2247900" cy="1581150"/>
            </a:xfrm>
            <a:prstGeom prst="rect">
              <a:avLst/>
            </a:prstGeom>
            <a:noFill/>
            <a:ln>
              <a:noFill/>
            </a:ln>
          </p:spPr>
        </p:pic>
        <p:sp>
          <p:nvSpPr>
            <p:cNvPr id="408" name="Google Shape;408;g25e051f3650_0_237"/>
            <p:cNvSpPr/>
            <p:nvPr/>
          </p:nvSpPr>
          <p:spPr>
            <a:xfrm>
              <a:off x="2843649" y="1230863"/>
              <a:ext cx="36333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00000"/>
                  </a:solidFill>
                  <a:latin typeface="Libre Franklin"/>
                  <a:ea typeface="Libre Franklin"/>
                  <a:cs typeface="Libre Franklin"/>
                  <a:sym typeface="Libre Franklin"/>
                </a:rPr>
                <a:t>Assembly Program</a:t>
              </a:r>
              <a:endParaRPr b="0" i="0" sz="1400" u="none" cap="none" strike="noStrike">
                <a:solidFill>
                  <a:srgbClr val="000000"/>
                </a:solidFill>
                <a:latin typeface="Arial"/>
                <a:ea typeface="Arial"/>
                <a:cs typeface="Arial"/>
                <a:sym typeface="Arial"/>
              </a:endParaRPr>
            </a:p>
          </p:txBody>
        </p:sp>
        <p:sp>
          <p:nvSpPr>
            <p:cNvPr id="409" name="Google Shape;409;g25e051f3650_0_237"/>
            <p:cNvSpPr txBox="1"/>
            <p:nvPr/>
          </p:nvSpPr>
          <p:spPr>
            <a:xfrm>
              <a:off x="3760787" y="3449637"/>
              <a:ext cx="2868600" cy="1960500"/>
            </a:xfrm>
            <a:prstGeom prst="rect">
              <a:avLst/>
            </a:prstGeom>
            <a:noFill/>
            <a:ln>
              <a:noFill/>
            </a:ln>
          </p:spPr>
          <p:txBody>
            <a:bodyPr anchorCtr="0" anchor="t" bIns="45700" lIns="91425" spcFirstLastPara="1" rIns="91425" wrap="square" tIns="45700">
              <a:noAutofit/>
            </a:bodyPr>
            <a:lstStyle/>
            <a:p>
              <a:pPr indent="-274320" lvl="0" marL="274320" marR="0" rtl="0" algn="l">
                <a:lnSpc>
                  <a:spcPct val="90000"/>
                </a:lnSpc>
                <a:spcBef>
                  <a:spcPts val="0"/>
                </a:spcBef>
                <a:spcAft>
                  <a:spcPts val="0"/>
                </a:spcAft>
                <a:buClr>
                  <a:schemeClr val="accent1"/>
                </a:buClr>
                <a:buSzPts val="1520"/>
                <a:buFont typeface="Noto Sans Symbols"/>
                <a:buChar char="🞂"/>
              </a:pPr>
              <a:r>
                <a:rPr b="1" i="0" lang="en-US" sz="2000" u="none" cap="none" strike="noStrike">
                  <a:solidFill>
                    <a:schemeClr val="dk1"/>
                  </a:solidFill>
                  <a:latin typeface="Libre Franklin"/>
                  <a:ea typeface="Libre Franklin"/>
                  <a:cs typeface="Libre Franklin"/>
                  <a:sym typeface="Libre Franklin"/>
                </a:rPr>
                <a:t>Assembly language</a:t>
              </a:r>
              <a:endParaRPr b="0" i="0" sz="1400" u="none" cap="none" strike="noStrike">
                <a:solidFill>
                  <a:srgbClr val="000000"/>
                </a:solidFill>
                <a:latin typeface="Arial"/>
                <a:ea typeface="Arial"/>
                <a:cs typeface="Arial"/>
                <a:sym typeface="Arial"/>
              </a:endParaRPr>
            </a:p>
            <a:p>
              <a:pPr indent="-274320" lvl="1" marL="548640" marR="0" rtl="0" algn="l">
                <a:lnSpc>
                  <a:spcPct val="90000"/>
                </a:lnSpc>
                <a:spcBef>
                  <a:spcPts val="500"/>
                </a:spcBef>
                <a:spcAft>
                  <a:spcPts val="0"/>
                </a:spcAft>
                <a:buClr>
                  <a:schemeClr val="accent2"/>
                </a:buClr>
                <a:buSzPts val="1368"/>
                <a:buFont typeface="Noto Sans Symbols"/>
                <a:buChar char="🞂"/>
              </a:pPr>
              <a:r>
                <a:rPr b="0" i="0" lang="en-US" sz="1800" u="none" cap="none" strike="noStrike">
                  <a:solidFill>
                    <a:schemeClr val="dk2"/>
                  </a:solidFill>
                  <a:latin typeface="Libre Franklin"/>
                  <a:ea typeface="Libre Franklin"/>
                  <a:cs typeface="Libre Franklin"/>
                  <a:sym typeface="Libre Franklin"/>
                </a:rPr>
                <a:t>Textual representation of instructions</a:t>
              </a:r>
              <a:endParaRPr b="0" i="0" sz="1400" u="none" cap="none" strike="noStrike">
                <a:solidFill>
                  <a:srgbClr val="000000"/>
                </a:solidFill>
                <a:latin typeface="Arial"/>
                <a:ea typeface="Arial"/>
                <a:cs typeface="Arial"/>
                <a:sym typeface="Arial"/>
              </a:endParaRPr>
            </a:p>
          </p:txBody>
        </p:sp>
      </p:grpSp>
      <p:grpSp>
        <p:nvGrpSpPr>
          <p:cNvPr id="410" name="Google Shape;410;g25e051f3650_0_237"/>
          <p:cNvGrpSpPr/>
          <p:nvPr/>
        </p:nvGrpSpPr>
        <p:grpSpPr>
          <a:xfrm>
            <a:off x="6286500" y="1143000"/>
            <a:ext cx="2442623" cy="4800537"/>
            <a:chOff x="6858000" y="1143000"/>
            <a:chExt cx="3256831" cy="4800537"/>
          </a:xfrm>
        </p:grpSpPr>
        <p:sp>
          <p:nvSpPr>
            <p:cNvPr id="411" name="Google Shape;411;g25e051f3650_0_237"/>
            <p:cNvSpPr/>
            <p:nvPr/>
          </p:nvSpPr>
          <p:spPr>
            <a:xfrm>
              <a:off x="7040131" y="1143000"/>
              <a:ext cx="30747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00000"/>
                  </a:solidFill>
                  <a:latin typeface="Libre Franklin"/>
                  <a:ea typeface="Libre Franklin"/>
                  <a:cs typeface="Libre Franklin"/>
                  <a:sym typeface="Libre Franklin"/>
                </a:rPr>
                <a:t>Machine Program</a:t>
              </a:r>
              <a:endParaRPr b="0" i="0" sz="1400" u="none" cap="none" strike="noStrike">
                <a:solidFill>
                  <a:srgbClr val="000000"/>
                </a:solidFill>
                <a:latin typeface="Arial"/>
                <a:ea typeface="Arial"/>
                <a:cs typeface="Arial"/>
                <a:sym typeface="Arial"/>
              </a:endParaRPr>
            </a:p>
          </p:txBody>
        </p:sp>
        <p:sp>
          <p:nvSpPr>
            <p:cNvPr id="412" name="Google Shape;412;g25e051f3650_0_237"/>
            <p:cNvSpPr txBox="1"/>
            <p:nvPr/>
          </p:nvSpPr>
          <p:spPr>
            <a:xfrm>
              <a:off x="6858000" y="3449637"/>
              <a:ext cx="2590800" cy="2493900"/>
            </a:xfrm>
            <a:prstGeom prst="rect">
              <a:avLst/>
            </a:prstGeom>
            <a:noFill/>
            <a:ln>
              <a:noFill/>
            </a:ln>
          </p:spPr>
          <p:txBody>
            <a:bodyPr anchorCtr="0" anchor="t" bIns="45700" lIns="91425" spcFirstLastPara="1" rIns="91425" wrap="square" tIns="45700">
              <a:noAutofit/>
            </a:bodyPr>
            <a:lstStyle/>
            <a:p>
              <a:pPr indent="-274320" lvl="0" marL="274320" marR="0" rtl="0" algn="l">
                <a:lnSpc>
                  <a:spcPct val="90000"/>
                </a:lnSpc>
                <a:spcBef>
                  <a:spcPts val="0"/>
                </a:spcBef>
                <a:spcAft>
                  <a:spcPts val="0"/>
                </a:spcAft>
                <a:buClr>
                  <a:schemeClr val="accent1"/>
                </a:buClr>
                <a:buSzPts val="1520"/>
                <a:buFont typeface="Noto Sans Symbols"/>
                <a:buChar char="🞂"/>
              </a:pPr>
              <a:r>
                <a:rPr b="1" i="0" lang="en-US" sz="2000" u="none" cap="none" strike="noStrike">
                  <a:solidFill>
                    <a:schemeClr val="dk1"/>
                  </a:solidFill>
                  <a:latin typeface="Libre Franklin"/>
                  <a:ea typeface="Libre Franklin"/>
                  <a:cs typeface="Libre Franklin"/>
                  <a:sym typeface="Libre Franklin"/>
                </a:rPr>
                <a:t>Hardware representation</a:t>
              </a:r>
              <a:endParaRPr b="0" i="0" sz="1400" u="none" cap="none" strike="noStrike">
                <a:solidFill>
                  <a:srgbClr val="000000"/>
                </a:solidFill>
                <a:latin typeface="Arial"/>
                <a:ea typeface="Arial"/>
                <a:cs typeface="Arial"/>
                <a:sym typeface="Arial"/>
              </a:endParaRPr>
            </a:p>
            <a:p>
              <a:pPr indent="-274320" lvl="1" marL="548640" marR="0" rtl="0" algn="l">
                <a:lnSpc>
                  <a:spcPct val="90000"/>
                </a:lnSpc>
                <a:spcBef>
                  <a:spcPts val="500"/>
                </a:spcBef>
                <a:spcAft>
                  <a:spcPts val="0"/>
                </a:spcAft>
                <a:buClr>
                  <a:schemeClr val="accent2"/>
                </a:buClr>
                <a:buSzPts val="1368"/>
                <a:buFont typeface="Noto Sans Symbols"/>
                <a:buChar char="🞂"/>
              </a:pPr>
              <a:r>
                <a:rPr b="0" i="0" lang="en-US" sz="1800" u="none" cap="none" strike="noStrike">
                  <a:solidFill>
                    <a:schemeClr val="dk2"/>
                  </a:solidFill>
                  <a:latin typeface="Libre Franklin"/>
                  <a:ea typeface="Libre Franklin"/>
                  <a:cs typeface="Libre Franklin"/>
                  <a:sym typeface="Libre Franklin"/>
                </a:rPr>
                <a:t>Binary digits (bits)</a:t>
              </a:r>
              <a:endParaRPr b="0" i="0" sz="1400" u="none" cap="none" strike="noStrike">
                <a:solidFill>
                  <a:srgbClr val="000000"/>
                </a:solidFill>
                <a:latin typeface="Arial"/>
                <a:ea typeface="Arial"/>
                <a:cs typeface="Arial"/>
                <a:sym typeface="Arial"/>
              </a:endParaRPr>
            </a:p>
            <a:p>
              <a:pPr indent="-274320" lvl="1" marL="548640" marR="0" rtl="0" algn="l">
                <a:lnSpc>
                  <a:spcPct val="90000"/>
                </a:lnSpc>
                <a:spcBef>
                  <a:spcPts val="500"/>
                </a:spcBef>
                <a:spcAft>
                  <a:spcPts val="0"/>
                </a:spcAft>
                <a:buClr>
                  <a:schemeClr val="accent2"/>
                </a:buClr>
                <a:buSzPts val="1368"/>
                <a:buFont typeface="Noto Sans Symbols"/>
                <a:buChar char="🞂"/>
              </a:pPr>
              <a:r>
                <a:rPr b="0" i="0" lang="en-US" sz="1800" u="none" cap="none" strike="noStrike">
                  <a:solidFill>
                    <a:schemeClr val="dk2"/>
                  </a:solidFill>
                  <a:latin typeface="Libre Franklin"/>
                  <a:ea typeface="Libre Franklin"/>
                  <a:cs typeface="Libre Franklin"/>
                  <a:sym typeface="Libre Franklin"/>
                </a:rPr>
                <a:t>Encoded instructions and data</a:t>
              </a:r>
              <a:endParaRPr b="0" i="0" sz="1400" u="none" cap="none" strike="noStrike">
                <a:solidFill>
                  <a:srgbClr val="000000"/>
                </a:solidFill>
                <a:latin typeface="Arial"/>
                <a:ea typeface="Arial"/>
                <a:cs typeface="Arial"/>
                <a:sym typeface="Arial"/>
              </a:endParaRPr>
            </a:p>
          </p:txBody>
        </p:sp>
        <p:sp>
          <p:nvSpPr>
            <p:cNvPr id="413" name="Google Shape;413;g25e051f3650_0_237"/>
            <p:cNvSpPr/>
            <p:nvPr/>
          </p:nvSpPr>
          <p:spPr>
            <a:xfrm>
              <a:off x="7239000" y="1493050"/>
              <a:ext cx="2679000" cy="1880400"/>
            </a:xfrm>
            <a:prstGeom prst="roundRect">
              <a:avLst>
                <a:gd fmla="val 16667" name="adj"/>
              </a:avLst>
            </a:prstGeom>
            <a:noFill/>
            <a:ln cap="flat" cmpd="sng" w="349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0010000100000000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0010000000000000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1110000000000001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0100010000000001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0001110001000000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0010100000001010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1101110011111011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1011111100000000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nsolas"/>
                  <a:ea typeface="Consolas"/>
                  <a:cs typeface="Consolas"/>
                  <a:sym typeface="Consolas"/>
                </a:rPr>
                <a:t>1110011111111110</a:t>
              </a:r>
              <a:endParaRPr b="0" i="0" sz="1400" u="none" cap="none" strike="noStrike">
                <a:solidFill>
                  <a:srgbClr val="000000"/>
                </a:solidFill>
                <a:latin typeface="Arial"/>
                <a:ea typeface="Arial"/>
                <a:cs typeface="Arial"/>
                <a:sym typeface="Arial"/>
              </a:endParaRPr>
            </a:p>
          </p:txBody>
        </p:sp>
      </p:grpSp>
      <p:sp>
        <p:nvSpPr>
          <p:cNvPr id="414" name="Google Shape;414;g25e051f3650_0_237"/>
          <p:cNvSpPr/>
          <p:nvPr/>
        </p:nvSpPr>
        <p:spPr>
          <a:xfrm>
            <a:off x="683600" y="1662798"/>
            <a:ext cx="2306100" cy="1637700"/>
          </a:xfrm>
          <a:prstGeom prst="roundRect">
            <a:avLst>
              <a:gd fmla="val 16667" name="adj"/>
            </a:avLst>
          </a:prstGeom>
          <a:solidFill>
            <a:schemeClr val="lt1"/>
          </a:solidFill>
          <a:ln cap="flat" cmpd="sng" w="349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int main(void){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  int 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  int total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  for (i = 0; i &lt; 10; 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    total +=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  while(1); // Dead loop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8" name="Shape 418"/>
        <p:cNvGrpSpPr/>
        <p:nvPr/>
      </p:nvGrpSpPr>
      <p:grpSpPr>
        <a:xfrm>
          <a:off x="0" y="0"/>
          <a:ext cx="0" cy="0"/>
          <a:chOff x="0" y="0"/>
          <a:chExt cx="0" cy="0"/>
        </a:xfrm>
      </p:grpSpPr>
      <p:sp>
        <p:nvSpPr>
          <p:cNvPr id="419" name="Google Shape;419;p9"/>
          <p:cNvSpPr txBox="1"/>
          <p:nvPr>
            <p:ph type="title"/>
          </p:nvPr>
        </p:nvSpPr>
        <p:spPr>
          <a:xfrm>
            <a:off x="3584955" y="462279"/>
            <a:ext cx="197294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Memory</a:t>
            </a:r>
            <a:endParaRPr/>
          </a:p>
        </p:txBody>
      </p:sp>
      <p:sp>
        <p:nvSpPr>
          <p:cNvPr id="420" name="Google Shape;420;p9"/>
          <p:cNvSpPr txBox="1"/>
          <p:nvPr/>
        </p:nvSpPr>
        <p:spPr>
          <a:xfrm>
            <a:off x="535940" y="1525574"/>
            <a:ext cx="6983095" cy="3098165"/>
          </a:xfrm>
          <a:prstGeom prst="rect">
            <a:avLst/>
          </a:prstGeom>
          <a:noFill/>
          <a:ln>
            <a:noFill/>
          </a:ln>
        </p:spPr>
        <p:txBody>
          <a:bodyPr anchorCtr="0" anchor="t" bIns="0" lIns="0" spcFirstLastPara="1" rIns="0" wrap="square" tIns="97775">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linear addressing</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2 descending stacks</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main stack</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process stack – used by OS</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all operations based on registers</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must move data between registers &amp; memory</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4" name="Shape 424"/>
        <p:cNvGrpSpPr/>
        <p:nvPr/>
      </p:nvGrpSpPr>
      <p:grpSpPr>
        <a:xfrm>
          <a:off x="0" y="0"/>
          <a:ext cx="0" cy="0"/>
          <a:chOff x="0" y="0"/>
          <a:chExt cx="0" cy="0"/>
        </a:xfrm>
      </p:grpSpPr>
      <p:sp>
        <p:nvSpPr>
          <p:cNvPr id="425" name="Google Shape;425;p10"/>
          <p:cNvSpPr txBox="1"/>
          <p:nvPr>
            <p:ph type="title"/>
          </p:nvPr>
        </p:nvSpPr>
        <p:spPr>
          <a:xfrm>
            <a:off x="3539997" y="462279"/>
            <a:ext cx="206438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Registers</a:t>
            </a:r>
            <a:endParaRPr/>
          </a:p>
        </p:txBody>
      </p:sp>
      <p:sp>
        <p:nvSpPr>
          <p:cNvPr id="426" name="Google Shape;426;p10"/>
          <p:cNvSpPr txBox="1"/>
          <p:nvPr/>
        </p:nvSpPr>
        <p:spPr>
          <a:xfrm>
            <a:off x="535940" y="1525574"/>
            <a:ext cx="7122159" cy="4564380"/>
          </a:xfrm>
          <a:prstGeom prst="rect">
            <a:avLst/>
          </a:prstGeom>
          <a:noFill/>
          <a:ln>
            <a:noFill/>
          </a:ln>
        </p:spPr>
        <p:txBody>
          <a:bodyPr anchorCtr="0" anchor="t" bIns="0" lIns="0" spcFirstLastPara="1" rIns="0" wrap="square" tIns="97775">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16 * 32 bit registers</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1" lang="en-US" sz="2800" u="none" cap="none" strike="noStrike">
                <a:solidFill>
                  <a:srgbClr val="000000"/>
                </a:solidFill>
                <a:latin typeface="Carlito"/>
                <a:ea typeface="Carlito"/>
                <a:cs typeface="Carlito"/>
                <a:sym typeface="Carlito"/>
              </a:rPr>
              <a:t>working </a:t>
            </a:r>
            <a:r>
              <a:rPr b="0" i="0" lang="en-US" sz="2800" u="none" cap="none" strike="noStrike">
                <a:solidFill>
                  <a:srgbClr val="000000"/>
                </a:solidFill>
                <a:latin typeface="Carlito"/>
                <a:ea typeface="Carlito"/>
                <a:cs typeface="Carlito"/>
                <a:sym typeface="Carlito"/>
              </a:rPr>
              <a:t>registers</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R0-R7 – </a:t>
            </a:r>
            <a:r>
              <a:rPr b="0" i="1" lang="en-US" sz="2800" u="none" cap="none" strike="noStrike">
                <a:solidFill>
                  <a:srgbClr val="000000"/>
                </a:solidFill>
                <a:latin typeface="Carlito"/>
                <a:ea typeface="Carlito"/>
                <a:cs typeface="Carlito"/>
                <a:sym typeface="Carlito"/>
              </a:rPr>
              <a:t>low </a:t>
            </a:r>
            <a:r>
              <a:rPr b="0" i="0" lang="en-US" sz="2800" u="none" cap="none" strike="noStrike">
                <a:solidFill>
                  <a:srgbClr val="000000"/>
                </a:solidFill>
                <a:latin typeface="Carlito"/>
                <a:ea typeface="Carlito"/>
                <a:cs typeface="Carlito"/>
                <a:sym typeface="Carlito"/>
              </a:rPr>
              <a:t>registers</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R8-R12 – </a:t>
            </a:r>
            <a:r>
              <a:rPr b="0" i="1" lang="en-US" sz="2800" u="none" cap="none" strike="noStrike">
                <a:solidFill>
                  <a:srgbClr val="000000"/>
                </a:solidFill>
                <a:latin typeface="Carlito"/>
                <a:ea typeface="Carlito"/>
                <a:cs typeface="Carlito"/>
                <a:sym typeface="Carlito"/>
              </a:rPr>
              <a:t>high </a:t>
            </a:r>
            <a:r>
              <a:rPr b="0" i="0" lang="en-US" sz="2800" u="none" cap="none" strike="noStrike">
                <a:solidFill>
                  <a:srgbClr val="000000"/>
                </a:solidFill>
                <a:latin typeface="Carlito"/>
                <a:ea typeface="Carlito"/>
                <a:cs typeface="Carlito"/>
                <a:sym typeface="Carlito"/>
              </a:rPr>
              <a:t>registers</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R13 – stack pointer (SP)</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R14 -	link register (LR)</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R15 – program counter (PC)</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PSR – program status register</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0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bits for negative (N), zero (Z), carry (C), overflow (V)</a:t>
            </a:r>
            <a:endParaRPr b="0" i="0" sz="2400" u="none" cap="none" strike="noStrike">
              <a:solidFill>
                <a:srgbClr val="000000"/>
              </a:solidFill>
              <a:latin typeface="Carlito"/>
              <a:ea typeface="Carlito"/>
              <a:cs typeface="Carlito"/>
              <a:sym typeface="Carl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3d4a897f4b_0_189"/>
          <p:cNvSpPr txBox="1"/>
          <p:nvPr>
            <p:ph type="title"/>
          </p:nvPr>
        </p:nvSpPr>
        <p:spPr>
          <a:xfrm>
            <a:off x="1028700" y="371678"/>
            <a:ext cx="72009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Registers–continued</a:t>
            </a:r>
            <a:endParaRPr/>
          </a:p>
        </p:txBody>
      </p:sp>
      <p:sp>
        <p:nvSpPr>
          <p:cNvPr id="433" name="Google Shape;433;g23d4a897f4b_0_189"/>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34" name="Google Shape;434;g23d4a897f4b_0_189"/>
          <p:cNvSpPr/>
          <p:nvPr/>
        </p:nvSpPr>
        <p:spPr>
          <a:xfrm>
            <a:off x="1143001" y="-184666"/>
            <a:ext cx="138600" cy="369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pic>
        <p:nvPicPr>
          <p:cNvPr id="435" name="Google Shape;435;g23d4a897f4b_0_189"/>
          <p:cNvPicPr preferRelativeResize="0"/>
          <p:nvPr/>
        </p:nvPicPr>
        <p:blipFill rotWithShape="1">
          <a:blip r:embed="rId3">
            <a:alphaModFix/>
          </a:blip>
          <a:srcRect b="0" l="0" r="0" t="0"/>
          <a:stretch/>
        </p:blipFill>
        <p:spPr>
          <a:xfrm>
            <a:off x="555550" y="999275"/>
            <a:ext cx="8372675" cy="5338825"/>
          </a:xfrm>
          <a:prstGeom prst="rect">
            <a:avLst/>
          </a:prstGeom>
          <a:noFill/>
          <a:ln>
            <a:noFill/>
          </a:ln>
        </p:spPr>
      </p:pic>
      <p:sp>
        <p:nvSpPr>
          <p:cNvPr id="436" name="Google Shape;436;g23d4a897f4b_0_189"/>
          <p:cNvSpPr txBox="1"/>
          <p:nvPr/>
        </p:nvSpPr>
        <p:spPr>
          <a:xfrm>
            <a:off x="4057650" y="1295400"/>
            <a:ext cx="3943200" cy="3124200"/>
          </a:xfrm>
          <a:prstGeom prst="rect">
            <a:avLst/>
          </a:prstGeom>
          <a:noFill/>
          <a:ln>
            <a:noFill/>
          </a:ln>
        </p:spPr>
        <p:txBody>
          <a:bodyPr anchorCtr="0" anchor="t" bIns="45700" lIns="91425" spcFirstLastPara="1" rIns="91425" wrap="square" tIns="45700">
            <a:normAutofit fontScale="92500" lnSpcReduction="20000"/>
          </a:bodyPr>
          <a:lstStyle/>
          <a:p>
            <a:pPr indent="-267804" lvl="0" marL="274320" marR="0" rtl="0" algn="l">
              <a:lnSpc>
                <a:spcPct val="90000"/>
              </a:lnSpc>
              <a:spcBef>
                <a:spcPts val="0"/>
              </a:spcBef>
              <a:spcAft>
                <a:spcPts val="0"/>
              </a:spcAft>
              <a:buClr>
                <a:schemeClr val="accent1"/>
              </a:buClr>
              <a:buSzPct val="76000"/>
              <a:buFont typeface="Noto Sans Symbols"/>
              <a:buChar char="🞂"/>
            </a:pPr>
            <a:r>
              <a:rPr b="0" i="0" lang="en-US" sz="1800" u="none" cap="none" strike="noStrike">
                <a:solidFill>
                  <a:schemeClr val="dk1"/>
                </a:solidFill>
                <a:latin typeface="Libre Franklin"/>
                <a:ea typeface="Libre Franklin"/>
                <a:cs typeface="Libre Franklin"/>
                <a:sym typeface="Libre Franklin"/>
              </a:rPr>
              <a:t>Fastest way to read and write</a:t>
            </a:r>
            <a:endParaRPr b="0" i="0" sz="1400" u="none" cap="none" strike="noStrike">
              <a:solidFill>
                <a:srgbClr val="000000"/>
              </a:solidFill>
              <a:latin typeface="Arial"/>
              <a:ea typeface="Arial"/>
              <a:cs typeface="Arial"/>
              <a:sym typeface="Arial"/>
            </a:endParaRPr>
          </a:p>
          <a:p>
            <a:pPr indent="-267804" lvl="0" marL="274320" marR="0" rtl="0" algn="l">
              <a:lnSpc>
                <a:spcPct val="90000"/>
              </a:lnSpc>
              <a:spcBef>
                <a:spcPts val="600"/>
              </a:spcBef>
              <a:spcAft>
                <a:spcPts val="0"/>
              </a:spcAft>
              <a:buClr>
                <a:schemeClr val="accent1"/>
              </a:buClr>
              <a:buSzPct val="76000"/>
              <a:buFont typeface="Noto Sans Symbols"/>
              <a:buChar char="🞂"/>
            </a:pPr>
            <a:r>
              <a:rPr b="0" i="0" lang="en-US" sz="1800" u="none" cap="none" strike="noStrike">
                <a:solidFill>
                  <a:schemeClr val="dk1"/>
                </a:solidFill>
                <a:latin typeface="Libre Franklin"/>
                <a:ea typeface="Libre Franklin"/>
                <a:cs typeface="Libre Franklin"/>
                <a:sym typeface="Libre Franklin"/>
              </a:rPr>
              <a:t>Registers are within the processor chip</a:t>
            </a:r>
            <a:endParaRPr b="0" i="0" sz="1400" u="none" cap="none" strike="noStrike">
              <a:solidFill>
                <a:srgbClr val="000000"/>
              </a:solidFill>
              <a:latin typeface="Arial"/>
              <a:ea typeface="Arial"/>
              <a:cs typeface="Arial"/>
              <a:sym typeface="Arial"/>
            </a:endParaRPr>
          </a:p>
          <a:p>
            <a:pPr indent="-267804" lvl="0" marL="274320" marR="0" rtl="0" algn="l">
              <a:lnSpc>
                <a:spcPct val="90000"/>
              </a:lnSpc>
              <a:spcBef>
                <a:spcPts val="600"/>
              </a:spcBef>
              <a:spcAft>
                <a:spcPts val="0"/>
              </a:spcAft>
              <a:buClr>
                <a:schemeClr val="accent1"/>
              </a:buClr>
              <a:buSzPct val="76000"/>
              <a:buFont typeface="Noto Sans Symbols"/>
              <a:buChar char="🞂"/>
            </a:pPr>
            <a:r>
              <a:rPr b="0" i="0" lang="en-US" sz="1800" u="none" cap="none" strike="noStrike">
                <a:solidFill>
                  <a:schemeClr val="dk1"/>
                </a:solidFill>
                <a:latin typeface="Libre Franklin"/>
                <a:ea typeface="Libre Franklin"/>
                <a:cs typeface="Libre Franklin"/>
                <a:sym typeface="Libre Franklin"/>
              </a:rPr>
              <a:t>A register stores 32-bit value</a:t>
            </a:r>
            <a:endParaRPr b="0" i="0" sz="1400" u="none" cap="none" strike="noStrike">
              <a:solidFill>
                <a:srgbClr val="000000"/>
              </a:solidFill>
              <a:latin typeface="Arial"/>
              <a:ea typeface="Arial"/>
              <a:cs typeface="Arial"/>
              <a:sym typeface="Arial"/>
            </a:endParaRPr>
          </a:p>
          <a:p>
            <a:pPr indent="-267804" lvl="0" marL="274320" marR="0" rtl="0" algn="l">
              <a:lnSpc>
                <a:spcPct val="90000"/>
              </a:lnSpc>
              <a:spcBef>
                <a:spcPts val="600"/>
              </a:spcBef>
              <a:spcAft>
                <a:spcPts val="0"/>
              </a:spcAft>
              <a:buClr>
                <a:schemeClr val="accent1"/>
              </a:buClr>
              <a:buSzPct val="76000"/>
              <a:buFont typeface="Noto Sans Symbols"/>
              <a:buChar char="🞂"/>
            </a:pPr>
            <a:r>
              <a:rPr b="0" i="0" lang="en-US" sz="1800" u="none" cap="none" strike="noStrike">
                <a:solidFill>
                  <a:schemeClr val="dk1"/>
                </a:solidFill>
                <a:latin typeface="Libre Franklin"/>
                <a:ea typeface="Libre Franklin"/>
                <a:cs typeface="Libre Franklin"/>
                <a:sym typeface="Libre Franklin"/>
              </a:rPr>
              <a:t>STM32L has</a:t>
            </a:r>
            <a:endParaRPr b="0" i="0" sz="1400" u="none" cap="none" strike="noStrike">
              <a:solidFill>
                <a:srgbClr val="000000"/>
              </a:solidFill>
              <a:latin typeface="Arial"/>
              <a:ea typeface="Arial"/>
              <a:cs typeface="Arial"/>
              <a:sym typeface="Arial"/>
            </a:endParaRPr>
          </a:p>
          <a:p>
            <a:pPr indent="-267804" lvl="1" marL="548640" marR="0" rtl="0" algn="l">
              <a:lnSpc>
                <a:spcPct val="90000"/>
              </a:lnSpc>
              <a:spcBef>
                <a:spcPts val="500"/>
              </a:spcBef>
              <a:spcAft>
                <a:spcPts val="0"/>
              </a:spcAft>
              <a:buClr>
                <a:schemeClr val="accent2"/>
              </a:buClr>
              <a:buSzPct val="76000"/>
              <a:buFont typeface="Noto Sans Symbols"/>
              <a:buChar char="🞂"/>
            </a:pPr>
            <a:r>
              <a:rPr b="1" i="0" lang="en-US" sz="1800" u="none" cap="none" strike="noStrike">
                <a:solidFill>
                  <a:srgbClr val="FF0000"/>
                </a:solidFill>
                <a:latin typeface="Consolas"/>
                <a:ea typeface="Consolas"/>
                <a:cs typeface="Consolas"/>
                <a:sym typeface="Consolas"/>
              </a:rPr>
              <a:t>R0-R12</a:t>
            </a:r>
            <a:r>
              <a:rPr b="0" i="0" lang="en-US" sz="1800" u="none" cap="none" strike="noStrike">
                <a:solidFill>
                  <a:schemeClr val="dk2"/>
                </a:solidFill>
                <a:latin typeface="Libre Franklin"/>
                <a:ea typeface="Libre Franklin"/>
                <a:cs typeface="Libre Franklin"/>
                <a:sym typeface="Libre Franklin"/>
              </a:rPr>
              <a:t>: </a:t>
            </a:r>
            <a:r>
              <a:rPr b="0" i="0" lang="en-US" sz="1800" u="none" cap="none" strike="noStrike">
                <a:solidFill>
                  <a:schemeClr val="dk2"/>
                </a:solidFill>
                <a:latin typeface="Consolas"/>
                <a:ea typeface="Consolas"/>
                <a:cs typeface="Consolas"/>
                <a:sym typeface="Consolas"/>
              </a:rPr>
              <a:t>13</a:t>
            </a:r>
            <a:r>
              <a:rPr b="0" i="0" lang="en-US" sz="1800" u="none" cap="none" strike="noStrike">
                <a:solidFill>
                  <a:schemeClr val="dk2"/>
                </a:solidFill>
                <a:latin typeface="Libre Franklin"/>
                <a:ea typeface="Libre Franklin"/>
                <a:cs typeface="Libre Franklin"/>
                <a:sym typeface="Libre Franklin"/>
              </a:rPr>
              <a:t> general-purpose registers</a:t>
            </a:r>
            <a:endParaRPr b="0" i="0" sz="1400" u="none" cap="none" strike="noStrike">
              <a:solidFill>
                <a:srgbClr val="000000"/>
              </a:solidFill>
              <a:latin typeface="Arial"/>
              <a:ea typeface="Arial"/>
              <a:cs typeface="Arial"/>
              <a:sym typeface="Arial"/>
            </a:endParaRPr>
          </a:p>
          <a:p>
            <a:pPr indent="-267804" lvl="1" marL="548640" marR="0" rtl="0" algn="l">
              <a:lnSpc>
                <a:spcPct val="90000"/>
              </a:lnSpc>
              <a:spcBef>
                <a:spcPts val="500"/>
              </a:spcBef>
              <a:spcAft>
                <a:spcPts val="0"/>
              </a:spcAft>
              <a:buClr>
                <a:schemeClr val="accent2"/>
              </a:buClr>
              <a:buSzPct val="76000"/>
              <a:buFont typeface="Noto Sans Symbols"/>
              <a:buChar char="🞂"/>
            </a:pPr>
            <a:r>
              <a:rPr b="1" i="0" lang="en-US" sz="1800" u="none" cap="none" strike="noStrike">
                <a:solidFill>
                  <a:srgbClr val="FF0000"/>
                </a:solidFill>
                <a:latin typeface="Consolas"/>
                <a:ea typeface="Consolas"/>
                <a:cs typeface="Consolas"/>
                <a:sym typeface="Consolas"/>
              </a:rPr>
              <a:t>R13</a:t>
            </a:r>
            <a:r>
              <a:rPr b="0" i="0" lang="en-US" sz="1800" u="none" cap="none" strike="noStrike">
                <a:solidFill>
                  <a:schemeClr val="dk2"/>
                </a:solidFill>
                <a:latin typeface="Libre Franklin"/>
                <a:ea typeface="Libre Franklin"/>
                <a:cs typeface="Libre Franklin"/>
                <a:sym typeface="Libre Franklin"/>
              </a:rPr>
              <a:t>: Stack pointer (Shadow of MSP or PSP)</a:t>
            </a:r>
            <a:endParaRPr b="0" i="0" sz="1400" u="none" cap="none" strike="noStrike">
              <a:solidFill>
                <a:srgbClr val="000000"/>
              </a:solidFill>
              <a:latin typeface="Arial"/>
              <a:ea typeface="Arial"/>
              <a:cs typeface="Arial"/>
              <a:sym typeface="Arial"/>
            </a:endParaRPr>
          </a:p>
          <a:p>
            <a:pPr indent="-267804" lvl="1" marL="548640" marR="0" rtl="0" algn="l">
              <a:lnSpc>
                <a:spcPct val="90000"/>
              </a:lnSpc>
              <a:spcBef>
                <a:spcPts val="500"/>
              </a:spcBef>
              <a:spcAft>
                <a:spcPts val="0"/>
              </a:spcAft>
              <a:buClr>
                <a:schemeClr val="accent2"/>
              </a:buClr>
              <a:buSzPct val="76000"/>
              <a:buFont typeface="Noto Sans Symbols"/>
              <a:buChar char="🞂"/>
            </a:pPr>
            <a:r>
              <a:rPr b="1" i="0" lang="en-US" sz="1800" u="none" cap="none" strike="noStrike">
                <a:solidFill>
                  <a:srgbClr val="FF0000"/>
                </a:solidFill>
                <a:latin typeface="Consolas"/>
                <a:ea typeface="Consolas"/>
                <a:cs typeface="Consolas"/>
                <a:sym typeface="Consolas"/>
              </a:rPr>
              <a:t>R14</a:t>
            </a:r>
            <a:r>
              <a:rPr b="0" i="0" lang="en-US" sz="1800" u="none" cap="none" strike="noStrike">
                <a:solidFill>
                  <a:schemeClr val="dk2"/>
                </a:solidFill>
                <a:latin typeface="Libre Franklin"/>
                <a:ea typeface="Libre Franklin"/>
                <a:cs typeface="Libre Franklin"/>
                <a:sym typeface="Libre Franklin"/>
              </a:rPr>
              <a:t>: Link register (LR)</a:t>
            </a:r>
            <a:endParaRPr b="0" i="0" sz="1400" u="none" cap="none" strike="noStrike">
              <a:solidFill>
                <a:srgbClr val="000000"/>
              </a:solidFill>
              <a:latin typeface="Arial"/>
              <a:ea typeface="Arial"/>
              <a:cs typeface="Arial"/>
              <a:sym typeface="Arial"/>
            </a:endParaRPr>
          </a:p>
          <a:p>
            <a:pPr indent="-267804" lvl="1" marL="548640" marR="0" rtl="0" algn="l">
              <a:lnSpc>
                <a:spcPct val="90000"/>
              </a:lnSpc>
              <a:spcBef>
                <a:spcPts val="500"/>
              </a:spcBef>
              <a:spcAft>
                <a:spcPts val="0"/>
              </a:spcAft>
              <a:buClr>
                <a:schemeClr val="accent2"/>
              </a:buClr>
              <a:buSzPct val="76000"/>
              <a:buFont typeface="Noto Sans Symbols"/>
              <a:buChar char="🞂"/>
            </a:pPr>
            <a:r>
              <a:rPr b="1" i="0" lang="en-US" sz="1800" u="none" cap="none" strike="noStrike">
                <a:solidFill>
                  <a:srgbClr val="FF0000"/>
                </a:solidFill>
                <a:latin typeface="Consolas"/>
                <a:ea typeface="Consolas"/>
                <a:cs typeface="Consolas"/>
                <a:sym typeface="Consolas"/>
              </a:rPr>
              <a:t>R15</a:t>
            </a:r>
            <a:r>
              <a:rPr b="0" i="0" lang="en-US" sz="1800" u="none" cap="none" strike="noStrike">
                <a:solidFill>
                  <a:schemeClr val="dk2"/>
                </a:solidFill>
                <a:latin typeface="Libre Franklin"/>
                <a:ea typeface="Libre Franklin"/>
                <a:cs typeface="Libre Franklin"/>
                <a:sym typeface="Libre Franklin"/>
              </a:rPr>
              <a:t>: Program counter (PC)</a:t>
            </a:r>
            <a:endParaRPr b="0" i="0" sz="1400" u="none" cap="none" strike="noStrike">
              <a:solidFill>
                <a:srgbClr val="000000"/>
              </a:solidFill>
              <a:latin typeface="Arial"/>
              <a:ea typeface="Arial"/>
              <a:cs typeface="Arial"/>
              <a:sym typeface="Arial"/>
            </a:endParaRPr>
          </a:p>
          <a:p>
            <a:pPr indent="-267804" lvl="1" marL="548640" marR="0" rtl="0" algn="l">
              <a:lnSpc>
                <a:spcPct val="90000"/>
              </a:lnSpc>
              <a:spcBef>
                <a:spcPts val="500"/>
              </a:spcBef>
              <a:spcAft>
                <a:spcPts val="0"/>
              </a:spcAft>
              <a:buClr>
                <a:schemeClr val="accent2"/>
              </a:buClr>
              <a:buSzPct val="76000"/>
              <a:buFont typeface="Noto Sans Symbols"/>
              <a:buChar char="🞂"/>
            </a:pPr>
            <a:r>
              <a:rPr b="0" i="0" lang="en-US" sz="1800" u="none" cap="none" strike="noStrike">
                <a:solidFill>
                  <a:schemeClr val="dk2"/>
                </a:solidFill>
                <a:latin typeface="Libre Franklin"/>
                <a:ea typeface="Libre Franklin"/>
                <a:cs typeface="Libre Franklin"/>
                <a:sym typeface="Libre Franklin"/>
              </a:rPr>
              <a:t>Special registers (xPSR, BASEPRI, PRIMASK, etc)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0" name="Shape 440"/>
        <p:cNvGrpSpPr/>
        <p:nvPr/>
      </p:nvGrpSpPr>
      <p:grpSpPr>
        <a:xfrm>
          <a:off x="0" y="0"/>
          <a:ext cx="0" cy="0"/>
          <a:chOff x="0" y="0"/>
          <a:chExt cx="0" cy="0"/>
        </a:xfrm>
      </p:grpSpPr>
      <p:sp>
        <p:nvSpPr>
          <p:cNvPr id="441" name="Google Shape;441;g23d6451c848_0_151"/>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42" name="Google Shape;442;g23d6451c848_0_151"/>
          <p:cNvSpPr txBox="1"/>
          <p:nvPr>
            <p:ph type="title"/>
          </p:nvPr>
        </p:nvSpPr>
        <p:spPr>
          <a:xfrm>
            <a:off x="1774317" y="165303"/>
            <a:ext cx="55932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Program Status Registers</a:t>
            </a:r>
            <a:endParaRPr/>
          </a:p>
        </p:txBody>
      </p:sp>
      <p:sp>
        <p:nvSpPr>
          <p:cNvPr id="443" name="Google Shape;443;g23d6451c848_0_151"/>
          <p:cNvSpPr txBox="1"/>
          <p:nvPr/>
        </p:nvSpPr>
        <p:spPr>
          <a:xfrm>
            <a:off x="4810136" y="2921980"/>
            <a:ext cx="3975600" cy="3563100"/>
          </a:xfrm>
          <a:prstGeom prst="rect">
            <a:avLst/>
          </a:prstGeom>
          <a:noFill/>
          <a:ln>
            <a:noFill/>
          </a:ln>
        </p:spPr>
        <p:txBody>
          <a:bodyPr anchorCtr="0" anchor="t" bIns="0" lIns="0" spcFirstLastPara="1" rIns="0" wrap="square" tIns="87625">
            <a:spAutoFit/>
          </a:bodyPr>
          <a:lstStyle/>
          <a:p>
            <a:pPr indent="-267335" lvl="0" marL="279400" marR="0" rtl="0" algn="l">
              <a:lnSpc>
                <a:spcPct val="100000"/>
              </a:lnSpc>
              <a:spcBef>
                <a:spcPts val="0"/>
              </a:spcBef>
              <a:spcAft>
                <a:spcPts val="0"/>
              </a:spcAft>
              <a:buClr>
                <a:srgbClr val="00007E"/>
              </a:buClr>
              <a:buSzPts val="1800"/>
              <a:buFont typeface="Noto Sans Symbols"/>
              <a:buChar char="❖"/>
            </a:pPr>
            <a:r>
              <a:rPr lang="en-US" sz="2400">
                <a:latin typeface="Times New Roman"/>
                <a:ea typeface="Times New Roman"/>
                <a:cs typeface="Times New Roman"/>
                <a:sym typeface="Times New Roman"/>
              </a:rPr>
              <a:t>Interrupt Disable bits.</a:t>
            </a:r>
            <a:endParaRPr sz="2400">
              <a:latin typeface="Times New Roman"/>
              <a:ea typeface="Times New Roman"/>
              <a:cs typeface="Times New Roman"/>
              <a:sym typeface="Times New Roman"/>
            </a:endParaRPr>
          </a:p>
          <a:p>
            <a:pPr indent="-285115" lvl="1" marL="707390" marR="0" rtl="0" algn="l">
              <a:lnSpc>
                <a:spcPct val="100000"/>
              </a:lnSpc>
              <a:spcBef>
                <a:spcPts val="495"/>
              </a:spcBef>
              <a:spcAft>
                <a:spcPts val="0"/>
              </a:spcAft>
              <a:buClr>
                <a:srgbClr val="FFCC00"/>
              </a:buClr>
              <a:buSzPts val="1500"/>
              <a:buFont typeface="Noto Sans Symbols"/>
              <a:buChar char="❖"/>
            </a:pPr>
            <a:r>
              <a:rPr b="0" i="0" lang="en-US" sz="2000" u="none" cap="none" strike="noStrike">
                <a:latin typeface="Times New Roman"/>
                <a:ea typeface="Times New Roman"/>
                <a:cs typeface="Times New Roman"/>
                <a:sym typeface="Times New Roman"/>
              </a:rPr>
              <a:t>I = 1: Disables the IRQ.</a:t>
            </a:r>
            <a:endParaRPr b="0" i="0" sz="2000" u="none" cap="none" strike="noStrike">
              <a:latin typeface="Times New Roman"/>
              <a:ea typeface="Times New Roman"/>
              <a:cs typeface="Times New Roman"/>
              <a:sym typeface="Times New Roman"/>
            </a:endParaRPr>
          </a:p>
          <a:p>
            <a:pPr indent="-285115" lvl="1" marL="707390" marR="0" rtl="0" algn="l">
              <a:lnSpc>
                <a:spcPct val="100000"/>
              </a:lnSpc>
              <a:spcBef>
                <a:spcPts val="480"/>
              </a:spcBef>
              <a:spcAft>
                <a:spcPts val="0"/>
              </a:spcAft>
              <a:buClr>
                <a:srgbClr val="FFCC00"/>
              </a:buClr>
              <a:buSzPts val="1500"/>
              <a:buFont typeface="Noto Sans Symbols"/>
              <a:buChar char="❖"/>
            </a:pPr>
            <a:r>
              <a:rPr b="0" i="0" lang="en-US" sz="2000" u="none" cap="none" strike="noStrike">
                <a:latin typeface="Times New Roman"/>
                <a:ea typeface="Times New Roman"/>
                <a:cs typeface="Times New Roman"/>
                <a:sym typeface="Times New Roman"/>
              </a:rPr>
              <a:t>F = 1: Disables the FIQ.</a:t>
            </a:r>
            <a:endParaRPr b="0" i="0" sz="2000" u="none" cap="none" strike="noStrike">
              <a:latin typeface="Times New Roman"/>
              <a:ea typeface="Times New Roman"/>
              <a:cs typeface="Times New Roman"/>
              <a:sym typeface="Times New Roman"/>
            </a:endParaRPr>
          </a:p>
          <a:p>
            <a:pPr indent="-267335" lvl="0" marL="279400" marR="0" rtl="0" algn="l">
              <a:lnSpc>
                <a:spcPct val="100000"/>
              </a:lnSpc>
              <a:spcBef>
                <a:spcPts val="560"/>
              </a:spcBef>
              <a:spcAft>
                <a:spcPts val="0"/>
              </a:spcAft>
              <a:buClr>
                <a:srgbClr val="00007E"/>
              </a:buClr>
              <a:buSzPts val="1800"/>
              <a:buFont typeface="Noto Sans Symbols"/>
              <a:buChar char="❖"/>
            </a:pPr>
            <a:r>
              <a:rPr lang="en-US" sz="2400">
                <a:solidFill>
                  <a:srgbClr val="FF0000"/>
                </a:solidFill>
                <a:latin typeface="Times New Roman"/>
                <a:ea typeface="Times New Roman"/>
                <a:cs typeface="Times New Roman"/>
                <a:sym typeface="Times New Roman"/>
              </a:rPr>
              <a:t>T Bit</a:t>
            </a:r>
            <a:endParaRPr sz="2400">
              <a:latin typeface="Times New Roman"/>
              <a:ea typeface="Times New Roman"/>
              <a:cs typeface="Times New Roman"/>
              <a:sym typeface="Times New Roman"/>
            </a:endParaRPr>
          </a:p>
          <a:p>
            <a:pPr indent="-285115" lvl="1" marL="707390" marR="0" rtl="0" algn="l">
              <a:lnSpc>
                <a:spcPct val="100000"/>
              </a:lnSpc>
              <a:spcBef>
                <a:spcPts val="495"/>
              </a:spcBef>
              <a:spcAft>
                <a:spcPts val="0"/>
              </a:spcAft>
              <a:buClr>
                <a:srgbClr val="FFCC00"/>
              </a:buClr>
              <a:buSzPts val="1500"/>
              <a:buFont typeface="Noto Sans Symbols"/>
              <a:buChar char="❖"/>
            </a:pPr>
            <a:r>
              <a:rPr b="0" i="0" lang="en-US" sz="2000" u="none" cap="none" strike="noStrike">
                <a:latin typeface="Times New Roman"/>
                <a:ea typeface="Times New Roman"/>
                <a:cs typeface="Times New Roman"/>
                <a:sym typeface="Times New Roman"/>
              </a:rPr>
              <a:t>Architecture xT only</a:t>
            </a:r>
            <a:endParaRPr b="0" i="0" sz="2000" u="none" cap="none" strike="noStrike">
              <a:latin typeface="Times New Roman"/>
              <a:ea typeface="Times New Roman"/>
              <a:cs typeface="Times New Roman"/>
              <a:sym typeface="Times New Roman"/>
            </a:endParaRPr>
          </a:p>
          <a:p>
            <a:pPr indent="-285115" lvl="1" marL="707390" marR="0" rtl="0" algn="l">
              <a:lnSpc>
                <a:spcPct val="100000"/>
              </a:lnSpc>
              <a:spcBef>
                <a:spcPts val="480"/>
              </a:spcBef>
              <a:spcAft>
                <a:spcPts val="0"/>
              </a:spcAft>
              <a:buClr>
                <a:srgbClr val="FFCC00"/>
              </a:buClr>
              <a:buSzPts val="1500"/>
              <a:buFont typeface="Noto Sans Symbols"/>
              <a:buChar char="❖"/>
            </a:pPr>
            <a:r>
              <a:rPr b="0" i="0" lang="en-US" sz="2000" u="none" cap="none" strike="noStrike">
                <a:latin typeface="Times New Roman"/>
                <a:ea typeface="Times New Roman"/>
                <a:cs typeface="Times New Roman"/>
                <a:sym typeface="Times New Roman"/>
              </a:rPr>
              <a:t>T = 0: Processor in ARM state</a:t>
            </a:r>
            <a:endParaRPr b="0" i="0" sz="2000" u="none" cap="none" strike="noStrike">
              <a:latin typeface="Times New Roman"/>
              <a:ea typeface="Times New Roman"/>
              <a:cs typeface="Times New Roman"/>
              <a:sym typeface="Times New Roman"/>
            </a:endParaRPr>
          </a:p>
          <a:p>
            <a:pPr indent="-285115" lvl="1" marL="707390" marR="0" rtl="0" algn="l">
              <a:lnSpc>
                <a:spcPct val="100000"/>
              </a:lnSpc>
              <a:spcBef>
                <a:spcPts val="484"/>
              </a:spcBef>
              <a:spcAft>
                <a:spcPts val="0"/>
              </a:spcAft>
              <a:buClr>
                <a:srgbClr val="FFCC00"/>
              </a:buClr>
              <a:buSzPts val="1500"/>
              <a:buFont typeface="Noto Sans Symbols"/>
              <a:buChar char="❖"/>
            </a:pPr>
            <a:r>
              <a:rPr b="0" i="0" lang="en-US" sz="2000" u="none" cap="none" strike="noStrike">
                <a:latin typeface="Times New Roman"/>
                <a:ea typeface="Times New Roman"/>
                <a:cs typeface="Times New Roman"/>
                <a:sym typeface="Times New Roman"/>
              </a:rPr>
              <a:t>T = 1: Processor in Thumb state</a:t>
            </a:r>
            <a:endParaRPr b="0" i="0" sz="2000" u="none" cap="none" strike="noStrike">
              <a:latin typeface="Times New Roman"/>
              <a:ea typeface="Times New Roman"/>
              <a:cs typeface="Times New Roman"/>
              <a:sym typeface="Times New Roman"/>
            </a:endParaRPr>
          </a:p>
          <a:p>
            <a:pPr indent="-267335" lvl="0" marL="279400" marR="0" rtl="0" algn="l">
              <a:lnSpc>
                <a:spcPct val="100000"/>
              </a:lnSpc>
              <a:spcBef>
                <a:spcPts val="560"/>
              </a:spcBef>
              <a:spcAft>
                <a:spcPts val="0"/>
              </a:spcAft>
              <a:buClr>
                <a:srgbClr val="00007E"/>
              </a:buClr>
              <a:buSzPts val="1800"/>
              <a:buFont typeface="Noto Sans Symbols"/>
              <a:buChar char="❖"/>
            </a:pPr>
            <a:r>
              <a:rPr lang="en-US" sz="2400">
                <a:latin typeface="Times New Roman"/>
                <a:ea typeface="Times New Roman"/>
                <a:cs typeface="Times New Roman"/>
                <a:sym typeface="Times New Roman"/>
              </a:rPr>
              <a:t>Mode bits</a:t>
            </a:r>
            <a:endParaRPr sz="2400">
              <a:latin typeface="Times New Roman"/>
              <a:ea typeface="Times New Roman"/>
              <a:cs typeface="Times New Roman"/>
              <a:sym typeface="Times New Roman"/>
            </a:endParaRPr>
          </a:p>
          <a:p>
            <a:pPr indent="-285115" lvl="1" marL="707390" marR="0" rtl="0" algn="l">
              <a:lnSpc>
                <a:spcPct val="100000"/>
              </a:lnSpc>
              <a:spcBef>
                <a:spcPts val="495"/>
              </a:spcBef>
              <a:spcAft>
                <a:spcPts val="0"/>
              </a:spcAft>
              <a:buClr>
                <a:srgbClr val="FFCC00"/>
              </a:buClr>
              <a:buSzPts val="1500"/>
              <a:buFont typeface="Noto Sans Symbols"/>
              <a:buChar char="❖"/>
            </a:pPr>
            <a:r>
              <a:rPr b="0" i="0" lang="en-US" sz="2000" u="none" cap="none" strike="noStrike">
                <a:latin typeface="Times New Roman"/>
                <a:ea typeface="Times New Roman"/>
                <a:cs typeface="Times New Roman"/>
                <a:sym typeface="Times New Roman"/>
              </a:rPr>
              <a:t>Specify the processor mode</a:t>
            </a:r>
            <a:endParaRPr b="0" i="0" sz="2000" u="none" cap="none" strike="noStrike">
              <a:latin typeface="Times New Roman"/>
              <a:ea typeface="Times New Roman"/>
              <a:cs typeface="Times New Roman"/>
              <a:sym typeface="Times New Roman"/>
            </a:endParaRPr>
          </a:p>
        </p:txBody>
      </p:sp>
      <p:sp>
        <p:nvSpPr>
          <p:cNvPr id="444" name="Google Shape;444;g23d6451c848_0_151"/>
          <p:cNvSpPr txBox="1"/>
          <p:nvPr/>
        </p:nvSpPr>
        <p:spPr>
          <a:xfrm>
            <a:off x="690750" y="2668450"/>
            <a:ext cx="3808200" cy="4242900"/>
          </a:xfrm>
          <a:prstGeom prst="rect">
            <a:avLst/>
          </a:prstGeom>
          <a:noFill/>
          <a:ln>
            <a:noFill/>
          </a:ln>
        </p:spPr>
        <p:txBody>
          <a:bodyPr anchorCtr="0" anchor="t" bIns="0" lIns="0" spcFirstLastPara="1" rIns="0" wrap="square" tIns="13325">
            <a:spAutoFit/>
          </a:bodyPr>
          <a:lstStyle/>
          <a:p>
            <a:pPr indent="0" lvl="0" marL="0" marR="0" rtl="0" algn="l">
              <a:lnSpc>
                <a:spcPct val="100000"/>
              </a:lnSpc>
              <a:spcBef>
                <a:spcPts val="0"/>
              </a:spcBef>
              <a:spcAft>
                <a:spcPts val="0"/>
              </a:spcAft>
              <a:buNone/>
            </a:pPr>
            <a:r>
              <a:rPr b="1" lang="en-US" sz="1400">
                <a:solidFill>
                  <a:srgbClr val="1C1C1C"/>
                </a:solidFill>
                <a:latin typeface="Courier New"/>
                <a:ea typeface="Courier New"/>
                <a:cs typeface="Courier New"/>
                <a:sym typeface="Courier New"/>
              </a:rPr>
              <a:t>	</a:t>
            </a:r>
            <a:endParaRPr sz="1400">
              <a:latin typeface="Courier New"/>
              <a:ea typeface="Courier New"/>
              <a:cs typeface="Courier New"/>
              <a:sym typeface="Courier New"/>
            </a:endParaRPr>
          </a:p>
          <a:p>
            <a:pPr indent="-266700" lvl="0" marL="279400" marR="0" rtl="0" algn="l">
              <a:lnSpc>
                <a:spcPct val="100000"/>
              </a:lnSpc>
              <a:spcBef>
                <a:spcPts val="0"/>
              </a:spcBef>
              <a:spcAft>
                <a:spcPts val="0"/>
              </a:spcAft>
              <a:buClr>
                <a:srgbClr val="00007E"/>
              </a:buClr>
              <a:buSzPts val="1800"/>
              <a:buFont typeface="Noto Sans Symbols"/>
              <a:buChar char="❖"/>
            </a:pPr>
            <a:r>
              <a:rPr lang="en-US" sz="2400">
                <a:latin typeface="Times New Roman"/>
                <a:ea typeface="Times New Roman"/>
                <a:cs typeface="Times New Roman"/>
                <a:sym typeface="Times New Roman"/>
              </a:rPr>
              <a:t>C</a:t>
            </a:r>
            <a:r>
              <a:rPr lang="en-US" sz="2100">
                <a:latin typeface="Times New Roman"/>
                <a:ea typeface="Times New Roman"/>
                <a:cs typeface="Times New Roman"/>
                <a:sym typeface="Times New Roman"/>
              </a:rPr>
              <a:t>ondition code flags</a:t>
            </a:r>
            <a:endParaRPr sz="2100">
              <a:latin typeface="Times New Roman"/>
              <a:ea typeface="Times New Roman"/>
              <a:cs typeface="Times New Roman"/>
              <a:sym typeface="Times New Roman"/>
            </a:endParaRPr>
          </a:p>
          <a:p>
            <a:pPr indent="-217169" lvl="1" marL="781050" marR="0" rtl="0" algn="l">
              <a:lnSpc>
                <a:spcPct val="100000"/>
              </a:lnSpc>
              <a:spcBef>
                <a:spcPts val="495"/>
              </a:spcBef>
              <a:spcAft>
                <a:spcPts val="0"/>
              </a:spcAft>
              <a:buClr>
                <a:srgbClr val="FFCC00"/>
              </a:buClr>
              <a:buSzPts val="1200"/>
              <a:buFont typeface="Noto Sans Symbols"/>
              <a:buChar char="❖"/>
            </a:pPr>
            <a:r>
              <a:rPr b="0" i="0" lang="en-US" sz="1700" u="none" cap="none" strike="noStrike">
                <a:latin typeface="Times New Roman"/>
                <a:ea typeface="Times New Roman"/>
                <a:cs typeface="Times New Roman"/>
                <a:sym typeface="Times New Roman"/>
              </a:rPr>
              <a:t>N = </a:t>
            </a:r>
            <a:r>
              <a:rPr b="1" i="0" lang="en-US" sz="1700" u="none" cap="none" strike="noStrike">
                <a:solidFill>
                  <a:srgbClr val="1C1C1C"/>
                </a:solidFill>
                <a:latin typeface="Times New Roman"/>
                <a:ea typeface="Times New Roman"/>
                <a:cs typeface="Times New Roman"/>
                <a:sym typeface="Times New Roman"/>
              </a:rPr>
              <a:t>N</a:t>
            </a:r>
            <a:r>
              <a:rPr b="0" i="0" lang="en-US" sz="1700" u="none" cap="none" strike="noStrike">
                <a:latin typeface="Times New Roman"/>
                <a:ea typeface="Times New Roman"/>
                <a:cs typeface="Times New Roman"/>
                <a:sym typeface="Times New Roman"/>
              </a:rPr>
              <a:t>egative result from ALU</a:t>
            </a:r>
            <a:endParaRPr b="0" i="0" sz="1700" u="none" cap="none" strike="noStrike">
              <a:latin typeface="Times New Roman"/>
              <a:ea typeface="Times New Roman"/>
              <a:cs typeface="Times New Roman"/>
              <a:sym typeface="Times New Roman"/>
            </a:endParaRPr>
          </a:p>
          <a:p>
            <a:pPr indent="-217169" lvl="1" marL="781050" marR="0" rtl="0" algn="l">
              <a:lnSpc>
                <a:spcPct val="100000"/>
              </a:lnSpc>
              <a:spcBef>
                <a:spcPts val="484"/>
              </a:spcBef>
              <a:spcAft>
                <a:spcPts val="0"/>
              </a:spcAft>
              <a:buClr>
                <a:srgbClr val="FFCC00"/>
              </a:buClr>
              <a:buSzPts val="1200"/>
              <a:buFont typeface="Noto Sans Symbols"/>
              <a:buChar char="❖"/>
            </a:pPr>
            <a:r>
              <a:rPr b="0" i="0" lang="en-US" sz="1700" u="none" cap="none" strike="noStrike">
                <a:latin typeface="Times New Roman"/>
                <a:ea typeface="Times New Roman"/>
                <a:cs typeface="Times New Roman"/>
                <a:sym typeface="Times New Roman"/>
              </a:rPr>
              <a:t>Z = </a:t>
            </a:r>
            <a:r>
              <a:rPr b="1" i="0" lang="en-US" sz="1700" u="none" cap="none" strike="noStrike">
                <a:solidFill>
                  <a:srgbClr val="1C1C1C"/>
                </a:solidFill>
                <a:latin typeface="Times New Roman"/>
                <a:ea typeface="Times New Roman"/>
                <a:cs typeface="Times New Roman"/>
                <a:sym typeface="Times New Roman"/>
              </a:rPr>
              <a:t>Z</a:t>
            </a:r>
            <a:r>
              <a:rPr b="0" i="0" lang="en-US" sz="1700" u="none" cap="none" strike="noStrike">
                <a:latin typeface="Times New Roman"/>
                <a:ea typeface="Times New Roman"/>
                <a:cs typeface="Times New Roman"/>
                <a:sym typeface="Times New Roman"/>
              </a:rPr>
              <a:t>ero result from ALU</a:t>
            </a:r>
            <a:endParaRPr b="0" i="0" sz="1700" u="none" cap="none" strike="noStrike">
              <a:latin typeface="Times New Roman"/>
              <a:ea typeface="Times New Roman"/>
              <a:cs typeface="Times New Roman"/>
              <a:sym typeface="Times New Roman"/>
            </a:endParaRPr>
          </a:p>
          <a:p>
            <a:pPr indent="-217169" lvl="1" marL="781050" marR="0" rtl="0" algn="l">
              <a:lnSpc>
                <a:spcPct val="100000"/>
              </a:lnSpc>
              <a:spcBef>
                <a:spcPts val="480"/>
              </a:spcBef>
              <a:spcAft>
                <a:spcPts val="0"/>
              </a:spcAft>
              <a:buClr>
                <a:srgbClr val="FFCC00"/>
              </a:buClr>
              <a:buSzPts val="1200"/>
              <a:buFont typeface="Noto Sans Symbols"/>
              <a:buChar char="❖"/>
            </a:pPr>
            <a:r>
              <a:rPr b="0" i="0" lang="en-US" sz="1700" u="none" cap="none" strike="noStrike">
                <a:latin typeface="Times New Roman"/>
                <a:ea typeface="Times New Roman"/>
                <a:cs typeface="Times New Roman"/>
                <a:sym typeface="Times New Roman"/>
              </a:rPr>
              <a:t>C = ALU operation </a:t>
            </a:r>
            <a:r>
              <a:rPr b="1" i="0" lang="en-US" sz="1700" u="none" cap="none" strike="noStrike">
                <a:solidFill>
                  <a:srgbClr val="1C1C1C"/>
                </a:solidFill>
                <a:latin typeface="Times New Roman"/>
                <a:ea typeface="Times New Roman"/>
                <a:cs typeface="Times New Roman"/>
                <a:sym typeface="Times New Roman"/>
              </a:rPr>
              <a:t>C</a:t>
            </a:r>
            <a:r>
              <a:rPr b="0" i="0" lang="en-US" sz="1700" u="none" cap="none" strike="noStrike">
                <a:latin typeface="Times New Roman"/>
                <a:ea typeface="Times New Roman"/>
                <a:cs typeface="Times New Roman"/>
                <a:sym typeface="Times New Roman"/>
              </a:rPr>
              <a:t>arried out</a:t>
            </a:r>
            <a:endParaRPr b="0" i="0" sz="1700" u="none" cap="none" strike="noStrike">
              <a:latin typeface="Times New Roman"/>
              <a:ea typeface="Times New Roman"/>
              <a:cs typeface="Times New Roman"/>
              <a:sym typeface="Times New Roman"/>
            </a:endParaRPr>
          </a:p>
          <a:p>
            <a:pPr indent="-217169" lvl="1" marL="781050" marR="0" rtl="0" algn="l">
              <a:lnSpc>
                <a:spcPct val="100000"/>
              </a:lnSpc>
              <a:spcBef>
                <a:spcPts val="480"/>
              </a:spcBef>
              <a:spcAft>
                <a:spcPts val="0"/>
              </a:spcAft>
              <a:buClr>
                <a:srgbClr val="FFCC00"/>
              </a:buClr>
              <a:buSzPts val="1200"/>
              <a:buFont typeface="Noto Sans Symbols"/>
              <a:buChar char="❖"/>
            </a:pPr>
            <a:r>
              <a:rPr b="0" i="0" lang="en-US" sz="1700" u="none" cap="none" strike="noStrike">
                <a:latin typeface="Times New Roman"/>
                <a:ea typeface="Times New Roman"/>
                <a:cs typeface="Times New Roman"/>
                <a:sym typeface="Times New Roman"/>
              </a:rPr>
              <a:t>V = ALU operation o</a:t>
            </a:r>
            <a:r>
              <a:rPr b="1" i="0" lang="en-US" sz="1700" u="none" cap="none" strike="noStrike">
                <a:solidFill>
                  <a:srgbClr val="1C1C1C"/>
                </a:solidFill>
                <a:latin typeface="Times New Roman"/>
                <a:ea typeface="Times New Roman"/>
                <a:cs typeface="Times New Roman"/>
                <a:sym typeface="Times New Roman"/>
              </a:rPr>
              <a:t>V</a:t>
            </a:r>
            <a:r>
              <a:rPr b="0" i="0" lang="en-US" sz="1700" u="none" cap="none" strike="noStrike">
                <a:latin typeface="Times New Roman"/>
                <a:ea typeface="Times New Roman"/>
                <a:cs typeface="Times New Roman"/>
                <a:sym typeface="Times New Roman"/>
              </a:rPr>
              <a:t>erflowed</a:t>
            </a:r>
            <a:endParaRPr b="0" i="0" sz="1700" u="none" cap="none" strike="noStrike">
              <a:latin typeface="Times New Roman"/>
              <a:ea typeface="Times New Roman"/>
              <a:cs typeface="Times New Roman"/>
              <a:sym typeface="Times New Roman"/>
            </a:endParaRPr>
          </a:p>
          <a:p>
            <a:pPr indent="-247650" lvl="0" marL="279400" marR="0" rtl="0" algn="l">
              <a:lnSpc>
                <a:spcPct val="100000"/>
              </a:lnSpc>
              <a:spcBef>
                <a:spcPts val="560"/>
              </a:spcBef>
              <a:spcAft>
                <a:spcPts val="0"/>
              </a:spcAft>
              <a:buClr>
                <a:srgbClr val="00007E"/>
              </a:buClr>
              <a:buSzPts val="1500"/>
              <a:buFont typeface="Noto Sans Symbols"/>
              <a:buChar char="❖"/>
            </a:pPr>
            <a:r>
              <a:rPr lang="en-US" sz="2100">
                <a:solidFill>
                  <a:srgbClr val="FF0000"/>
                </a:solidFill>
                <a:latin typeface="Times New Roman"/>
                <a:ea typeface="Times New Roman"/>
                <a:cs typeface="Times New Roman"/>
                <a:sym typeface="Times New Roman"/>
              </a:rPr>
              <a:t>Sticky Overflow flag - Q flag</a:t>
            </a:r>
            <a:endParaRPr sz="2100">
              <a:latin typeface="Times New Roman"/>
              <a:ea typeface="Times New Roman"/>
              <a:cs typeface="Times New Roman"/>
              <a:sym typeface="Times New Roman"/>
            </a:endParaRPr>
          </a:p>
          <a:p>
            <a:pPr indent="-217169" lvl="1" marL="781050" marR="0" rtl="0" algn="l">
              <a:lnSpc>
                <a:spcPct val="100000"/>
              </a:lnSpc>
              <a:spcBef>
                <a:spcPts val="495"/>
              </a:spcBef>
              <a:spcAft>
                <a:spcPts val="0"/>
              </a:spcAft>
              <a:buClr>
                <a:srgbClr val="FFCC00"/>
              </a:buClr>
              <a:buSzPts val="1200"/>
              <a:buFont typeface="Noto Sans Symbols"/>
              <a:buChar char="❖"/>
            </a:pPr>
            <a:r>
              <a:rPr b="0" i="0" lang="en-US" sz="1700" u="none" cap="none" strike="noStrike">
                <a:latin typeface="Times New Roman"/>
                <a:ea typeface="Times New Roman"/>
                <a:cs typeface="Times New Roman"/>
                <a:sym typeface="Times New Roman"/>
              </a:rPr>
              <a:t>Architecture 5TE/J only</a:t>
            </a:r>
            <a:endParaRPr b="0" i="0" sz="1700" u="none" cap="none" strike="noStrike">
              <a:latin typeface="Times New Roman"/>
              <a:ea typeface="Times New Roman"/>
              <a:cs typeface="Times New Roman"/>
              <a:sym typeface="Times New Roman"/>
            </a:endParaRPr>
          </a:p>
          <a:p>
            <a:pPr indent="-216534" lvl="1" marL="781050" marR="689610" rtl="0" algn="l">
              <a:lnSpc>
                <a:spcPct val="100000"/>
              </a:lnSpc>
              <a:spcBef>
                <a:spcPts val="480"/>
              </a:spcBef>
              <a:spcAft>
                <a:spcPts val="0"/>
              </a:spcAft>
              <a:buClr>
                <a:srgbClr val="FFCC00"/>
              </a:buClr>
              <a:buSzPts val="1200"/>
              <a:buFont typeface="Noto Sans Symbols"/>
              <a:buChar char="❖"/>
            </a:pPr>
            <a:r>
              <a:rPr b="0" i="0" lang="en-US" sz="1700" u="none" cap="none" strike="noStrike">
                <a:latin typeface="Times New Roman"/>
                <a:ea typeface="Times New Roman"/>
                <a:cs typeface="Times New Roman"/>
                <a:sym typeface="Times New Roman"/>
              </a:rPr>
              <a:t>Indicates if saturation has  occurred</a:t>
            </a:r>
            <a:endParaRPr b="0" i="0" sz="1700" u="none" cap="none" strike="noStrike">
              <a:latin typeface="Times New Roman"/>
              <a:ea typeface="Times New Roman"/>
              <a:cs typeface="Times New Roman"/>
              <a:sym typeface="Times New Roman"/>
            </a:endParaRPr>
          </a:p>
          <a:p>
            <a:pPr indent="-247650" lvl="0" marL="279400" marR="0" rtl="0" algn="l">
              <a:lnSpc>
                <a:spcPct val="100000"/>
              </a:lnSpc>
              <a:spcBef>
                <a:spcPts val="565"/>
              </a:spcBef>
              <a:spcAft>
                <a:spcPts val="0"/>
              </a:spcAft>
              <a:buClr>
                <a:srgbClr val="00007E"/>
              </a:buClr>
              <a:buSzPts val="1500"/>
              <a:buFont typeface="Noto Sans Symbols"/>
              <a:buChar char="❖"/>
            </a:pPr>
            <a:r>
              <a:rPr lang="en-US" sz="2100">
                <a:solidFill>
                  <a:srgbClr val="FF0000"/>
                </a:solidFill>
                <a:latin typeface="Times New Roman"/>
                <a:ea typeface="Times New Roman"/>
                <a:cs typeface="Times New Roman"/>
                <a:sym typeface="Times New Roman"/>
              </a:rPr>
              <a:t>J bit</a:t>
            </a:r>
            <a:endParaRPr sz="2100">
              <a:latin typeface="Times New Roman"/>
              <a:ea typeface="Times New Roman"/>
              <a:cs typeface="Times New Roman"/>
              <a:sym typeface="Times New Roman"/>
            </a:endParaRPr>
          </a:p>
          <a:p>
            <a:pPr indent="-217169" lvl="1" marL="781050" marR="0" rtl="0" algn="l">
              <a:lnSpc>
                <a:spcPct val="100000"/>
              </a:lnSpc>
              <a:spcBef>
                <a:spcPts val="495"/>
              </a:spcBef>
              <a:spcAft>
                <a:spcPts val="0"/>
              </a:spcAft>
              <a:buClr>
                <a:srgbClr val="FFCC00"/>
              </a:buClr>
              <a:buSzPts val="1200"/>
              <a:buFont typeface="Noto Sans Symbols"/>
              <a:buChar char="❖"/>
            </a:pPr>
            <a:r>
              <a:rPr b="0" i="0" lang="en-US" sz="1700" u="none" cap="none" strike="noStrike">
                <a:latin typeface="Times New Roman"/>
                <a:ea typeface="Times New Roman"/>
                <a:cs typeface="Times New Roman"/>
                <a:sym typeface="Times New Roman"/>
              </a:rPr>
              <a:t>Architecture 5TEJ only</a:t>
            </a:r>
            <a:endParaRPr b="0" i="0" sz="1700" u="none" cap="none" strike="noStrike">
              <a:latin typeface="Times New Roman"/>
              <a:ea typeface="Times New Roman"/>
              <a:cs typeface="Times New Roman"/>
              <a:sym typeface="Times New Roman"/>
            </a:endParaRPr>
          </a:p>
          <a:p>
            <a:pPr indent="-217169" lvl="1" marL="781050" marR="0" rtl="0" algn="l">
              <a:lnSpc>
                <a:spcPct val="100000"/>
              </a:lnSpc>
              <a:spcBef>
                <a:spcPts val="480"/>
              </a:spcBef>
              <a:spcAft>
                <a:spcPts val="0"/>
              </a:spcAft>
              <a:buClr>
                <a:srgbClr val="FFCC00"/>
              </a:buClr>
              <a:buSzPts val="1200"/>
              <a:buFont typeface="Noto Sans Symbols"/>
              <a:buChar char="❖"/>
            </a:pPr>
            <a:r>
              <a:rPr b="0" i="0" lang="en-US" sz="1700" u="none" cap="none" strike="noStrike">
                <a:latin typeface="Times New Roman"/>
                <a:ea typeface="Times New Roman"/>
                <a:cs typeface="Times New Roman"/>
                <a:sym typeface="Times New Roman"/>
              </a:rPr>
              <a:t>J = 1: Processor in Jazelle state</a:t>
            </a:r>
            <a:endParaRPr b="0" i="0" sz="1700" u="none" cap="none" strike="noStrike">
              <a:latin typeface="Times New Roman"/>
              <a:ea typeface="Times New Roman"/>
              <a:cs typeface="Times New Roman"/>
              <a:sym typeface="Times New Roman"/>
            </a:endParaRPr>
          </a:p>
        </p:txBody>
      </p:sp>
      <p:sp>
        <p:nvSpPr>
          <p:cNvPr id="445" name="Google Shape;445;g23d6451c848_0_151"/>
          <p:cNvSpPr/>
          <p:nvPr/>
        </p:nvSpPr>
        <p:spPr>
          <a:xfrm>
            <a:off x="2451675" y="2565075"/>
            <a:ext cx="0" cy="304800"/>
          </a:xfrm>
          <a:custGeom>
            <a:rect b="b" l="l" r="r" t="t"/>
            <a:pathLst>
              <a:path extrusionOk="0" h="304800" w="120000">
                <a:moveTo>
                  <a:pt x="0" y="0"/>
                </a:moveTo>
                <a:lnTo>
                  <a:pt x="0" y="304800"/>
                </a:lnTo>
              </a:path>
            </a:pathLst>
          </a:custGeom>
          <a:noFill/>
          <a:ln cap="flat" cmpd="sng" w="254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446" name="Google Shape;446;g23d6451c848_0_151"/>
          <p:cNvPicPr preferRelativeResize="0"/>
          <p:nvPr/>
        </p:nvPicPr>
        <p:blipFill>
          <a:blip r:embed="rId4">
            <a:alphaModFix/>
          </a:blip>
          <a:stretch>
            <a:fillRect/>
          </a:stretch>
        </p:blipFill>
        <p:spPr>
          <a:xfrm>
            <a:off x="116025" y="990588"/>
            <a:ext cx="9143999" cy="17991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32f394ee367_0_0"/>
          <p:cNvSpPr txBox="1"/>
          <p:nvPr>
            <p:ph type="title"/>
          </p:nvPr>
        </p:nvSpPr>
        <p:spPr>
          <a:xfrm>
            <a:off x="1727961" y="93929"/>
            <a:ext cx="56880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US"/>
              <a:t>ARM Documenations</a:t>
            </a:r>
            <a:endParaRPr/>
          </a:p>
        </p:txBody>
      </p:sp>
      <p:sp>
        <p:nvSpPr>
          <p:cNvPr id="452" name="Google Shape;452;g32f394ee367_0_0"/>
          <p:cNvSpPr txBox="1"/>
          <p:nvPr>
            <p:ph idx="1" type="body"/>
          </p:nvPr>
        </p:nvSpPr>
        <p:spPr>
          <a:xfrm>
            <a:off x="536701" y="1858598"/>
            <a:ext cx="7080300" cy="227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US" sz="2200"/>
              <a:t>ARM versions: </a:t>
            </a:r>
            <a:r>
              <a:rPr lang="en-US" u="sng">
                <a:solidFill>
                  <a:schemeClr val="hlink"/>
                </a:solidFill>
                <a:hlinkClick r:id="rId3"/>
              </a:rPr>
              <a:t>https://developer.arm.com/documentation/dui0472/m/Compiler-Command-line-Options/--cpu-name</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ARM Jazelle State: </a:t>
            </a:r>
            <a:r>
              <a:rPr lang="en-US" u="sng">
                <a:solidFill>
                  <a:schemeClr val="hlink"/>
                </a:solidFill>
                <a:hlinkClick r:id="rId4"/>
              </a:rPr>
              <a:t>https://developer.arm.com/documentation/ddi0406/c/System-Level-Architecture/The-System-Level-Programmers--Model/Jazelle-direct-bytecode-execution/Jazelle-state?lang=en</a:t>
            </a:r>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6" name="Shape 456"/>
        <p:cNvGrpSpPr/>
        <p:nvPr/>
      </p:nvGrpSpPr>
      <p:grpSpPr>
        <a:xfrm>
          <a:off x="0" y="0"/>
          <a:ext cx="0" cy="0"/>
          <a:chOff x="0" y="0"/>
          <a:chExt cx="0" cy="0"/>
        </a:xfrm>
      </p:grpSpPr>
      <p:sp>
        <p:nvSpPr>
          <p:cNvPr id="457" name="Google Shape;457;p11"/>
          <p:cNvSpPr txBox="1"/>
          <p:nvPr>
            <p:ph type="title"/>
          </p:nvPr>
        </p:nvSpPr>
        <p:spPr>
          <a:xfrm>
            <a:off x="3085845" y="462279"/>
            <a:ext cx="297053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Data formats</a:t>
            </a:r>
            <a:endParaRPr/>
          </a:p>
        </p:txBody>
      </p:sp>
      <p:sp>
        <p:nvSpPr>
          <p:cNvPr id="458" name="Google Shape;458;p11"/>
          <p:cNvSpPr txBox="1"/>
          <p:nvPr/>
        </p:nvSpPr>
        <p:spPr>
          <a:xfrm>
            <a:off x="535940" y="1522006"/>
            <a:ext cx="1744980" cy="4185920"/>
          </a:xfrm>
          <a:prstGeom prst="rect">
            <a:avLst/>
          </a:prstGeom>
          <a:noFill/>
          <a:ln>
            <a:noFill/>
          </a:ln>
        </p:spPr>
        <p:txBody>
          <a:bodyPr anchorCtr="0" anchor="t" bIns="0" lIns="0" spcFirstLastPara="1" rIns="0" wrap="square" tIns="101600">
            <a:spAutoFit/>
          </a:bodyPr>
          <a:lstStyle/>
          <a:p>
            <a:pPr indent="-342900" lvl="0" marL="355600" marR="0" rtl="0" algn="l">
              <a:lnSpc>
                <a:spcPct val="100000"/>
              </a:lnSpc>
              <a:spcBef>
                <a:spcPts val="0"/>
              </a:spcBef>
              <a:spcAft>
                <a:spcPts val="0"/>
              </a:spcAft>
              <a:buClr>
                <a:srgbClr val="000000"/>
              </a:buClr>
              <a:buSzPts val="2800"/>
              <a:buFont typeface="Arial"/>
              <a:buChar char="•"/>
            </a:pPr>
            <a:r>
              <a:rPr b="0" i="1" lang="en-US" sz="2800" u="none" cap="none" strike="noStrike">
                <a:solidFill>
                  <a:srgbClr val="000000"/>
                </a:solidFill>
                <a:latin typeface="Carlito"/>
                <a:ea typeface="Carlito"/>
                <a:cs typeface="Carlito"/>
                <a:sym typeface="Carlito"/>
              </a:rPr>
              <a:t>word</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59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32 bits</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450"/>
              </a:spcBef>
              <a:spcAft>
                <a:spcPts val="0"/>
              </a:spcAft>
              <a:buClr>
                <a:srgbClr val="000000"/>
              </a:buClr>
              <a:buSzPts val="2400"/>
              <a:buFont typeface="Arial"/>
              <a:buChar char="–"/>
            </a:pPr>
            <a:r>
              <a:rPr b="0" i="0" lang="en-US" sz="2400" u="none" cap="none" strike="noStrike">
                <a:solidFill>
                  <a:srgbClr val="000000"/>
                </a:solidFill>
                <a:latin typeface="Courier New"/>
                <a:ea typeface="Courier New"/>
                <a:cs typeface="Courier New"/>
                <a:sym typeface="Courier New"/>
              </a:rPr>
              <a:t>long</a:t>
            </a:r>
            <a:endParaRPr b="0" i="0" sz="2400" u="none" cap="none" strike="noStrike">
              <a:solidFill>
                <a:srgbClr val="000000"/>
              </a:solidFill>
              <a:latin typeface="Courier New"/>
              <a:ea typeface="Courier New"/>
              <a:cs typeface="Courier New"/>
              <a:sym typeface="Courier New"/>
            </a:endParaRPr>
          </a:p>
          <a:p>
            <a:pPr indent="-342900" lvl="0" marL="355600" marR="0" rtl="0" algn="l">
              <a:lnSpc>
                <a:spcPct val="100000"/>
              </a:lnSpc>
              <a:spcBef>
                <a:spcPts val="775"/>
              </a:spcBef>
              <a:spcAft>
                <a:spcPts val="0"/>
              </a:spcAft>
              <a:buClr>
                <a:srgbClr val="000000"/>
              </a:buClr>
              <a:buSzPts val="2800"/>
              <a:buFont typeface="Arial"/>
              <a:buChar char="•"/>
            </a:pPr>
            <a:r>
              <a:rPr b="0" i="1" lang="en-US" sz="2800" u="none" cap="none" strike="noStrike">
                <a:solidFill>
                  <a:srgbClr val="000000"/>
                </a:solidFill>
                <a:latin typeface="Carlito"/>
                <a:ea typeface="Carlito"/>
                <a:cs typeface="Carlito"/>
                <a:sym typeface="Carlito"/>
              </a:rPr>
              <a:t>half word</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0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16 bits</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450"/>
              </a:spcBef>
              <a:spcAft>
                <a:spcPts val="0"/>
              </a:spcAft>
              <a:buClr>
                <a:srgbClr val="000000"/>
              </a:buClr>
              <a:buSzPts val="2400"/>
              <a:buFont typeface="Arial"/>
              <a:buChar char="–"/>
            </a:pPr>
            <a:r>
              <a:rPr b="0" i="0" lang="en-US" sz="2400" u="none" cap="none" strike="noStrike">
                <a:solidFill>
                  <a:srgbClr val="000000"/>
                </a:solidFill>
                <a:latin typeface="Courier New"/>
                <a:ea typeface="Courier New"/>
                <a:cs typeface="Courier New"/>
                <a:sym typeface="Courier New"/>
              </a:rPr>
              <a:t>int</a:t>
            </a:r>
            <a:endParaRPr b="0" i="0" sz="2400" u="none" cap="none" strike="noStrike">
              <a:solidFill>
                <a:srgbClr val="000000"/>
              </a:solidFill>
              <a:latin typeface="Courier New"/>
              <a:ea typeface="Courier New"/>
              <a:cs typeface="Courier New"/>
              <a:sym typeface="Courier New"/>
            </a:endParaRPr>
          </a:p>
          <a:p>
            <a:pPr indent="-342900" lvl="0" marL="355600" marR="0" rtl="0" algn="l">
              <a:lnSpc>
                <a:spcPct val="100000"/>
              </a:lnSpc>
              <a:spcBef>
                <a:spcPts val="78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byte</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59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8 bits</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450"/>
              </a:spcBef>
              <a:spcAft>
                <a:spcPts val="0"/>
              </a:spcAft>
              <a:buClr>
                <a:srgbClr val="000000"/>
              </a:buClr>
              <a:buSzPts val="2400"/>
              <a:buFont typeface="Arial"/>
              <a:buChar char="–"/>
            </a:pPr>
            <a:r>
              <a:rPr b="0" i="0" lang="en-US" sz="2400" u="none" cap="none" strike="noStrike">
                <a:solidFill>
                  <a:srgbClr val="000000"/>
                </a:solidFill>
                <a:latin typeface="Courier New"/>
                <a:ea typeface="Courier New"/>
                <a:cs typeface="Courier New"/>
                <a:sym typeface="Courier New"/>
              </a:rPr>
              <a:t>char</a:t>
            </a:r>
            <a:endParaRPr b="0" i="0" sz="24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2" name="Shape 462"/>
        <p:cNvGrpSpPr/>
        <p:nvPr/>
      </p:nvGrpSpPr>
      <p:grpSpPr>
        <a:xfrm>
          <a:off x="0" y="0"/>
          <a:ext cx="0" cy="0"/>
          <a:chOff x="0" y="0"/>
          <a:chExt cx="0" cy="0"/>
        </a:xfrm>
      </p:grpSpPr>
      <p:sp>
        <p:nvSpPr>
          <p:cNvPr id="463" name="Google Shape;463;p12"/>
          <p:cNvSpPr txBox="1"/>
          <p:nvPr>
            <p:ph type="title"/>
          </p:nvPr>
        </p:nvSpPr>
        <p:spPr>
          <a:xfrm>
            <a:off x="1897633" y="462279"/>
            <a:ext cx="534733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Programming approach</a:t>
            </a:r>
            <a:endParaRPr/>
          </a:p>
        </p:txBody>
      </p:sp>
      <p:sp>
        <p:nvSpPr>
          <p:cNvPr id="464" name="Google Shape;464;p12"/>
          <p:cNvSpPr txBox="1"/>
          <p:nvPr/>
        </p:nvSpPr>
        <p:spPr>
          <a:xfrm>
            <a:off x="535940" y="1522006"/>
            <a:ext cx="7574280" cy="4784725"/>
          </a:xfrm>
          <a:prstGeom prst="rect">
            <a:avLst/>
          </a:prstGeom>
          <a:noFill/>
          <a:ln>
            <a:noFill/>
          </a:ln>
        </p:spPr>
        <p:txBody>
          <a:bodyPr anchorCtr="0" anchor="t" bIns="0" lIns="0" spcFirstLastPara="1" rIns="0" wrap="square" tIns="101600">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in high level programming:</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59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identify variables &amp; types</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7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compiler maps these to memory &amp; data representation</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8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use of memory v registers invisible</a:t>
            </a:r>
            <a:endParaRPr b="0" i="0" sz="2400" u="none" cap="none" strike="noStrike">
              <a:solidFill>
                <a:srgbClr val="000000"/>
              </a:solidFill>
              <a:latin typeface="Carlito"/>
              <a:ea typeface="Carlito"/>
              <a:cs typeface="Carlito"/>
              <a:sym typeface="Carlito"/>
            </a:endParaRPr>
          </a:p>
          <a:p>
            <a:pPr indent="-342900" lvl="0" marL="355600" marR="0" rtl="0" algn="l">
              <a:lnSpc>
                <a:spcPct val="100000"/>
              </a:lnSpc>
              <a:spcBef>
                <a:spcPts val="65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in low level programming</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0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must make explicit use of memory &amp; registers</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57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must choose data representation</a:t>
            </a:r>
            <a:endParaRPr b="0" i="0" sz="2400" u="none" cap="none" strike="noStrike">
              <a:solidFill>
                <a:srgbClr val="000000"/>
              </a:solidFill>
              <a:latin typeface="Carlito"/>
              <a:ea typeface="Carlito"/>
              <a:cs typeface="Carlito"/>
              <a:sym typeface="Carlito"/>
            </a:endParaRPr>
          </a:p>
          <a:p>
            <a:pPr indent="-342900" lvl="0" marL="355600" marR="0" rtl="0" algn="l">
              <a:lnSpc>
                <a:spcPct val="100000"/>
              </a:lnSpc>
              <a:spcBef>
                <a:spcPts val="65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registers much faster than memory</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try to map variables to registers</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what if more variables than registers...?</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8" name="Shape 468"/>
        <p:cNvGrpSpPr/>
        <p:nvPr/>
      </p:nvGrpSpPr>
      <p:grpSpPr>
        <a:xfrm>
          <a:off x="0" y="0"/>
          <a:ext cx="0" cy="0"/>
          <a:chOff x="0" y="0"/>
          <a:chExt cx="0" cy="0"/>
        </a:xfrm>
      </p:grpSpPr>
      <p:sp>
        <p:nvSpPr>
          <p:cNvPr id="469" name="Google Shape;469;p13"/>
          <p:cNvSpPr txBox="1"/>
          <p:nvPr>
            <p:ph type="title"/>
          </p:nvPr>
        </p:nvSpPr>
        <p:spPr>
          <a:xfrm>
            <a:off x="2490470" y="462279"/>
            <a:ext cx="416242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Instruction format</a:t>
            </a:r>
            <a:endParaRPr/>
          </a:p>
        </p:txBody>
      </p:sp>
      <p:sp>
        <p:nvSpPr>
          <p:cNvPr id="470" name="Google Shape;470;p13"/>
          <p:cNvSpPr txBox="1"/>
          <p:nvPr/>
        </p:nvSpPr>
        <p:spPr>
          <a:xfrm>
            <a:off x="485140" y="1525574"/>
            <a:ext cx="6341110" cy="4474210"/>
          </a:xfrm>
          <a:prstGeom prst="rect">
            <a:avLst/>
          </a:prstGeom>
          <a:noFill/>
          <a:ln>
            <a:noFill/>
          </a:ln>
        </p:spPr>
        <p:txBody>
          <a:bodyPr anchorCtr="0" anchor="t" bIns="0" lIns="0" spcFirstLastPara="1" rIns="0" wrap="square" tIns="97775">
            <a:spAutoFit/>
          </a:bodyPr>
          <a:lstStyle/>
          <a:p>
            <a:pPr indent="0" lvl="0" marL="63500" marR="0" rtl="0" algn="l">
              <a:lnSpc>
                <a:spcPct val="100000"/>
              </a:lnSpc>
              <a:spcBef>
                <a:spcPts val="0"/>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instruction Rd, Rn, operand</a:t>
            </a:r>
            <a:r>
              <a:rPr b="0" baseline="-25000" i="1" lang="en-US" sz="2775" u="none" cap="none" strike="noStrike">
                <a:solidFill>
                  <a:srgbClr val="000000"/>
                </a:solidFill>
                <a:latin typeface="Carlito"/>
                <a:ea typeface="Carlito"/>
                <a:cs typeface="Carlito"/>
                <a:sym typeface="Carlito"/>
              </a:rPr>
              <a:t>2</a:t>
            </a:r>
            <a:endParaRPr b="0" baseline="-25000" i="0" sz="2775" u="none" cap="none" strike="noStrike">
              <a:solidFill>
                <a:srgbClr val="000000"/>
              </a:solidFill>
              <a:latin typeface="Carlito"/>
              <a:ea typeface="Carlito"/>
              <a:cs typeface="Carlito"/>
              <a:sym typeface="Carlito"/>
            </a:endParaRPr>
          </a:p>
          <a:p>
            <a:pPr indent="0" lvl="0" marL="63500" marR="0" rtl="0" algn="l">
              <a:lnSpc>
                <a:spcPct val="100000"/>
              </a:lnSpc>
              <a:spcBef>
                <a:spcPts val="670"/>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 Rd = Rn operation operand</a:t>
            </a:r>
            <a:r>
              <a:rPr b="0" baseline="-25000" i="1" lang="en-US" sz="2775" u="none" cap="none" strike="noStrike">
                <a:solidFill>
                  <a:srgbClr val="000000"/>
                </a:solidFill>
                <a:latin typeface="Carlito"/>
                <a:ea typeface="Carlito"/>
                <a:cs typeface="Carlito"/>
                <a:sym typeface="Carlito"/>
              </a:rPr>
              <a:t>2</a:t>
            </a:r>
            <a:endParaRPr b="0" baseline="-25000" i="0" sz="2775" u="none" cap="none" strike="noStrike">
              <a:solidFill>
                <a:srgbClr val="000000"/>
              </a:solidFill>
              <a:latin typeface="Carlito"/>
              <a:ea typeface="Carlito"/>
              <a:cs typeface="Carlito"/>
              <a:sym typeface="Carlito"/>
            </a:endParaRPr>
          </a:p>
          <a:p>
            <a:pPr indent="-342900" lvl="0" marL="406400" marR="0" rtl="0" algn="l">
              <a:lnSpc>
                <a:spcPct val="100000"/>
              </a:lnSpc>
              <a:spcBef>
                <a:spcPts val="675"/>
              </a:spcBef>
              <a:spcAft>
                <a:spcPts val="0"/>
              </a:spcAft>
              <a:buClr>
                <a:srgbClr val="000000"/>
              </a:buClr>
              <a:buSzPts val="2800"/>
              <a:buFont typeface="Arial"/>
              <a:buChar char="•"/>
            </a:pPr>
            <a:r>
              <a:rPr b="0" i="1" lang="en-US" sz="2800" u="none" cap="none" strike="noStrike">
                <a:solidFill>
                  <a:srgbClr val="000000"/>
                </a:solidFill>
                <a:latin typeface="Carlito"/>
                <a:ea typeface="Carlito"/>
                <a:cs typeface="Carlito"/>
                <a:sym typeface="Carlito"/>
              </a:rPr>
              <a:t>instruction </a:t>
            </a:r>
            <a:r>
              <a:rPr b="0" i="0" lang="en-US" sz="2800" u="none" cap="none" strike="noStrike">
                <a:solidFill>
                  <a:srgbClr val="000000"/>
                </a:solidFill>
                <a:latin typeface="Carlito"/>
                <a:ea typeface="Carlito"/>
                <a:cs typeface="Carlito"/>
                <a:sym typeface="Carlito"/>
              </a:rPr>
              <a:t>is a mnemonic</a:t>
            </a:r>
            <a:endParaRPr b="0" i="0" sz="2800" u="none" cap="none" strike="noStrike">
              <a:solidFill>
                <a:srgbClr val="000000"/>
              </a:solidFill>
              <a:latin typeface="Carlito"/>
              <a:ea typeface="Carlito"/>
              <a:cs typeface="Carlito"/>
              <a:sym typeface="Carlito"/>
            </a:endParaRPr>
          </a:p>
          <a:p>
            <a:pPr indent="-285750" lvl="1" marL="806450" marR="0" rtl="0" algn="l">
              <a:lnSpc>
                <a:spcPct val="100000"/>
              </a:lnSpc>
              <a:spcBef>
                <a:spcPts val="59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meaningful short form</a:t>
            </a:r>
            <a:endParaRPr b="0" i="0" sz="2400" u="none" cap="none" strike="noStrike">
              <a:solidFill>
                <a:srgbClr val="000000"/>
              </a:solidFill>
              <a:latin typeface="Carlito"/>
              <a:ea typeface="Carlito"/>
              <a:cs typeface="Carlito"/>
              <a:sym typeface="Carlito"/>
            </a:endParaRPr>
          </a:p>
          <a:p>
            <a:pPr indent="-354330" lvl="1" marL="875030" marR="0" rtl="0" algn="l">
              <a:lnSpc>
                <a:spcPct val="100000"/>
              </a:lnSpc>
              <a:spcBef>
                <a:spcPts val="58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reminds us what instruction does</a:t>
            </a:r>
            <a:endParaRPr b="0" i="0" sz="2400" u="none" cap="none" strike="noStrike">
              <a:solidFill>
                <a:srgbClr val="000000"/>
              </a:solidFill>
              <a:latin typeface="Carlito"/>
              <a:ea typeface="Carlito"/>
              <a:cs typeface="Carlito"/>
              <a:sym typeface="Carlito"/>
            </a:endParaRPr>
          </a:p>
          <a:p>
            <a:pPr indent="-342900" lvl="0" marL="406400" marR="0" rtl="0" algn="l">
              <a:lnSpc>
                <a:spcPct val="100000"/>
              </a:lnSpc>
              <a:spcBef>
                <a:spcPts val="535"/>
              </a:spcBef>
              <a:spcAft>
                <a:spcPts val="0"/>
              </a:spcAft>
              <a:buClr>
                <a:srgbClr val="000000"/>
              </a:buClr>
              <a:buSzPts val="2800"/>
              <a:buFont typeface="Arial"/>
              <a:buChar char="•"/>
            </a:pPr>
            <a:r>
              <a:rPr b="0" i="1" lang="en-US" sz="2800" u="none" cap="none" strike="noStrike">
                <a:solidFill>
                  <a:srgbClr val="000000"/>
                </a:solidFill>
                <a:latin typeface="Carlito"/>
                <a:ea typeface="Carlito"/>
                <a:cs typeface="Carlito"/>
                <a:sym typeface="Carlito"/>
              </a:rPr>
              <a:t>Rd </a:t>
            </a:r>
            <a:r>
              <a:rPr b="0" i="0" lang="en-US" sz="2800" u="none" cap="none" strike="noStrike">
                <a:solidFill>
                  <a:srgbClr val="000000"/>
                </a:solidFill>
                <a:latin typeface="Carlito"/>
                <a:ea typeface="Carlito"/>
                <a:cs typeface="Carlito"/>
                <a:sym typeface="Carlito"/>
              </a:rPr>
              <a:t>== destination register </a:t>
            </a:r>
            <a:r>
              <a:rPr b="0" i="1" lang="en-US" sz="2800" u="none" cap="none" strike="noStrike">
                <a:solidFill>
                  <a:srgbClr val="000000"/>
                </a:solidFill>
                <a:latin typeface="Carlito"/>
                <a:ea typeface="Carlito"/>
                <a:cs typeface="Carlito"/>
                <a:sym typeface="Carlito"/>
              </a:rPr>
              <a:t>- </a:t>
            </a:r>
            <a:r>
              <a:rPr b="0" i="0" lang="en-US" sz="2800" u="none" cap="none" strike="noStrike">
                <a:solidFill>
                  <a:srgbClr val="000000"/>
                </a:solidFill>
                <a:latin typeface="Courier New"/>
                <a:ea typeface="Courier New"/>
                <a:cs typeface="Courier New"/>
                <a:sym typeface="Courier New"/>
              </a:rPr>
              <a:t>R0</a:t>
            </a:r>
            <a:r>
              <a:rPr b="0" i="0" lang="en-US" sz="2800" u="none" cap="none" strike="noStrike">
                <a:solidFill>
                  <a:srgbClr val="000000"/>
                </a:solidFill>
                <a:latin typeface="Carlito"/>
                <a:ea typeface="Carlito"/>
                <a:cs typeface="Carlito"/>
                <a:sym typeface="Carlito"/>
              </a:rPr>
              <a:t>..</a:t>
            </a:r>
            <a:r>
              <a:rPr b="0" i="0" lang="en-US" sz="2800" u="none" cap="none" strike="noStrike">
                <a:solidFill>
                  <a:srgbClr val="000000"/>
                </a:solidFill>
                <a:latin typeface="Courier New"/>
                <a:ea typeface="Courier New"/>
                <a:cs typeface="Courier New"/>
                <a:sym typeface="Courier New"/>
              </a:rPr>
              <a:t>R15</a:t>
            </a:r>
            <a:endParaRPr b="0" i="0" sz="2800" u="none" cap="none" strike="noStrike">
              <a:solidFill>
                <a:srgbClr val="000000"/>
              </a:solidFill>
              <a:latin typeface="Courier New"/>
              <a:ea typeface="Courier New"/>
              <a:cs typeface="Courier New"/>
              <a:sym typeface="Courier New"/>
            </a:endParaRPr>
          </a:p>
          <a:p>
            <a:pPr indent="-342900" lvl="0" marL="406400" marR="0" rtl="0" algn="l">
              <a:lnSpc>
                <a:spcPct val="100000"/>
              </a:lnSpc>
              <a:spcBef>
                <a:spcPts val="785"/>
              </a:spcBef>
              <a:spcAft>
                <a:spcPts val="0"/>
              </a:spcAft>
              <a:buClr>
                <a:srgbClr val="000000"/>
              </a:buClr>
              <a:buSzPts val="2800"/>
              <a:buFont typeface="Arial"/>
              <a:buChar char="•"/>
            </a:pPr>
            <a:r>
              <a:rPr b="0" i="1" lang="en-US" sz="2800" u="none" cap="none" strike="noStrike">
                <a:solidFill>
                  <a:srgbClr val="000000"/>
                </a:solidFill>
                <a:latin typeface="Carlito"/>
                <a:ea typeface="Carlito"/>
                <a:cs typeface="Carlito"/>
                <a:sym typeface="Carlito"/>
              </a:rPr>
              <a:t>Rn </a:t>
            </a:r>
            <a:r>
              <a:rPr b="0" i="0" lang="en-US" sz="2800" u="none" cap="none" strike="noStrike">
                <a:solidFill>
                  <a:srgbClr val="000000"/>
                </a:solidFill>
                <a:latin typeface="Carlito"/>
                <a:ea typeface="Carlito"/>
                <a:cs typeface="Carlito"/>
                <a:sym typeface="Carlito"/>
              </a:rPr>
              <a:t>== operand register </a:t>
            </a:r>
            <a:r>
              <a:rPr b="0" i="1" lang="en-US" sz="2800" u="none" cap="none" strike="noStrike">
                <a:solidFill>
                  <a:srgbClr val="000000"/>
                </a:solidFill>
                <a:latin typeface="Carlito"/>
                <a:ea typeface="Carlito"/>
                <a:cs typeface="Carlito"/>
                <a:sym typeface="Carlito"/>
              </a:rPr>
              <a:t>- </a:t>
            </a:r>
            <a:r>
              <a:rPr b="0" i="0" lang="en-US" sz="2800" u="none" cap="none" strike="noStrike">
                <a:solidFill>
                  <a:srgbClr val="000000"/>
                </a:solidFill>
                <a:latin typeface="Carlito"/>
                <a:ea typeface="Carlito"/>
                <a:cs typeface="Carlito"/>
                <a:sym typeface="Carlito"/>
              </a:rPr>
              <a:t>may be optional</a:t>
            </a:r>
            <a:endParaRPr b="0" i="0" sz="2800" u="none" cap="none" strike="noStrike">
              <a:solidFill>
                <a:srgbClr val="000000"/>
              </a:solidFill>
              <a:latin typeface="Carlito"/>
              <a:ea typeface="Carlito"/>
              <a:cs typeface="Carlito"/>
              <a:sym typeface="Carlito"/>
            </a:endParaRPr>
          </a:p>
          <a:p>
            <a:pPr indent="-342900" lvl="0" marL="406400" marR="0" rtl="0" algn="l">
              <a:lnSpc>
                <a:spcPct val="100000"/>
              </a:lnSpc>
              <a:spcBef>
                <a:spcPts val="675"/>
              </a:spcBef>
              <a:spcAft>
                <a:spcPts val="0"/>
              </a:spcAft>
              <a:buClr>
                <a:srgbClr val="000000"/>
              </a:buClr>
              <a:buSzPts val="2800"/>
              <a:buFont typeface="Arial"/>
              <a:buChar char="•"/>
            </a:pP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Carlito"/>
                <a:ea typeface="Carlito"/>
                <a:cs typeface="Carlito"/>
                <a:sym typeface="Carlito"/>
              </a:rPr>
              <a:t>== </a:t>
            </a:r>
            <a:r>
              <a:rPr b="0" i="1" lang="en-US" sz="2800" u="none" cap="none" strike="noStrike">
                <a:solidFill>
                  <a:srgbClr val="000000"/>
                </a:solidFill>
                <a:latin typeface="Carlito"/>
                <a:ea typeface="Carlito"/>
                <a:cs typeface="Carlito"/>
                <a:sym typeface="Carlito"/>
              </a:rPr>
              <a:t>register </a:t>
            </a:r>
            <a:r>
              <a:rPr b="0" i="0" lang="en-US" sz="2800" u="none" cap="none" strike="noStrike">
                <a:solidFill>
                  <a:srgbClr val="000000"/>
                </a:solidFill>
                <a:latin typeface="Carlito"/>
                <a:ea typeface="Carlito"/>
                <a:cs typeface="Carlito"/>
                <a:sym typeface="Carlito"/>
              </a:rPr>
              <a:t>or </a:t>
            </a:r>
            <a:r>
              <a:rPr b="0" i="1" lang="en-US" sz="2800" u="none" cap="none" strike="noStrike">
                <a:solidFill>
                  <a:srgbClr val="000000"/>
                </a:solidFill>
                <a:latin typeface="Carlito"/>
                <a:ea typeface="Carlito"/>
                <a:cs typeface="Carlito"/>
                <a:sym typeface="Carlito"/>
              </a:rPr>
              <a:t>constant</a:t>
            </a:r>
            <a:endParaRPr b="0" i="0" sz="2800" u="none" cap="none" strike="noStrike">
              <a:solidFill>
                <a:srgbClr val="000000"/>
              </a:solidFill>
              <a:latin typeface="Carlito"/>
              <a:ea typeface="Carlito"/>
              <a:cs typeface="Carlito"/>
              <a:sym typeface="Carlito"/>
            </a:endParaRPr>
          </a:p>
          <a:p>
            <a:pPr indent="-342900" lvl="0" marL="406400" marR="0" rtl="0" algn="l">
              <a:lnSpc>
                <a:spcPct val="100000"/>
              </a:lnSpc>
              <a:spcBef>
                <a:spcPts val="560"/>
              </a:spcBef>
              <a:spcAft>
                <a:spcPts val="0"/>
              </a:spcAft>
              <a:buClr>
                <a:srgbClr val="000000"/>
              </a:buClr>
              <a:buSzPts val="2800"/>
              <a:buFont typeface="Arial"/>
              <a:buChar char="•"/>
            </a:pPr>
            <a:r>
              <a:rPr b="0" i="1" lang="en-US" sz="2800" u="none" cap="none" strike="noStrike">
                <a:solidFill>
                  <a:srgbClr val="000000"/>
                </a:solidFill>
                <a:latin typeface="Carlito"/>
                <a:ea typeface="Carlito"/>
                <a:cs typeface="Carlito"/>
                <a:sym typeface="Carlito"/>
              </a:rPr>
              <a:t>constant </a:t>
            </a:r>
            <a:r>
              <a:rPr b="0" i="0" lang="en-US" sz="2800" u="none" cap="none" strike="noStrike">
                <a:solidFill>
                  <a:srgbClr val="000000"/>
                </a:solidFill>
                <a:latin typeface="Carlito"/>
                <a:ea typeface="Carlito"/>
                <a:cs typeface="Carlito"/>
                <a:sym typeface="Carlito"/>
              </a:rPr>
              <a:t>== </a:t>
            </a:r>
            <a:r>
              <a:rPr b="0" i="0" lang="en-US" sz="2800" u="none" cap="none" strike="noStrike">
                <a:solidFill>
                  <a:srgbClr val="000000"/>
                </a:solidFill>
                <a:latin typeface="Courier New"/>
                <a:ea typeface="Courier New"/>
                <a:cs typeface="Courier New"/>
                <a:sym typeface="Courier New"/>
              </a:rPr>
              <a:t>#</a:t>
            </a:r>
            <a:r>
              <a:rPr b="0" i="1" lang="en-US" sz="2800" u="none" cap="none" strike="noStrike">
                <a:solidFill>
                  <a:srgbClr val="000000"/>
                </a:solidFill>
                <a:latin typeface="Carlito"/>
                <a:ea typeface="Carlito"/>
                <a:cs typeface="Carlito"/>
                <a:sym typeface="Carlito"/>
              </a:rPr>
              <a:t>number</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4" name="Shape 474"/>
        <p:cNvGrpSpPr/>
        <p:nvPr/>
      </p:nvGrpSpPr>
      <p:grpSpPr>
        <a:xfrm>
          <a:off x="0" y="0"/>
          <a:ext cx="0" cy="0"/>
          <a:chOff x="0" y="0"/>
          <a:chExt cx="0" cy="0"/>
        </a:xfrm>
      </p:grpSpPr>
      <p:sp>
        <p:nvSpPr>
          <p:cNvPr id="475" name="Google Shape;475;p14"/>
          <p:cNvSpPr txBox="1"/>
          <p:nvPr>
            <p:ph type="title"/>
          </p:nvPr>
        </p:nvSpPr>
        <p:spPr>
          <a:xfrm>
            <a:off x="3219957" y="462279"/>
            <a:ext cx="270510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MOV: move</a:t>
            </a:r>
            <a:endParaRPr/>
          </a:p>
        </p:txBody>
      </p:sp>
      <p:sp>
        <p:nvSpPr>
          <p:cNvPr id="476" name="Google Shape;476;p14"/>
          <p:cNvSpPr txBox="1"/>
          <p:nvPr/>
        </p:nvSpPr>
        <p:spPr>
          <a:xfrm>
            <a:off x="535940" y="1517192"/>
            <a:ext cx="6174740" cy="4130675"/>
          </a:xfrm>
          <a:prstGeom prst="rect">
            <a:avLst/>
          </a:prstGeom>
          <a:noFill/>
          <a:ln>
            <a:noFill/>
          </a:ln>
        </p:spPr>
        <p:txBody>
          <a:bodyPr anchorCtr="0" anchor="t" bIns="0" lIns="0" spcFirstLastPara="1" rIns="0" wrap="square" tIns="946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MOV </a:t>
            </a:r>
            <a:r>
              <a:rPr b="0" i="1" lang="en-US" sz="2800" u="none" cap="none" strike="noStrike">
                <a:solidFill>
                  <a:srgbClr val="000000"/>
                </a:solidFill>
                <a:latin typeface="Carlito"/>
                <a:ea typeface="Carlito"/>
                <a:cs typeface="Carlito"/>
                <a:sym typeface="Carlito"/>
              </a:rPr>
              <a:t>Rd, operand2 </a:t>
            </a:r>
            <a:r>
              <a:rPr b="0" i="0" lang="en-US" sz="2800" u="none" cap="none" strike="noStrike">
                <a:solidFill>
                  <a:srgbClr val="000000"/>
                </a:solidFill>
                <a:latin typeface="Noto Sans Symbols"/>
                <a:ea typeface="Noto Sans Symbols"/>
                <a:cs typeface="Noto Sans Symbols"/>
                <a:sym typeface="Noto Sans Symbols"/>
              </a:rPr>
              <a:t>🡺</a:t>
            </a:r>
            <a:endParaRPr b="0" i="0" sz="2800" u="none" cap="none" strike="noStrike">
              <a:solidFill>
                <a:srgbClr val="000000"/>
              </a:solidFill>
              <a:latin typeface="Noto Sans Symbols"/>
              <a:ea typeface="Noto Sans Symbols"/>
              <a:cs typeface="Noto Sans Symbols"/>
              <a:sym typeface="Noto Sans Symbols"/>
            </a:endParaRPr>
          </a:p>
          <a:p>
            <a:pPr indent="0" lvl="0" marL="12700" marR="0" rtl="0" algn="l">
              <a:lnSpc>
                <a:spcPct val="100000"/>
              </a:lnSpc>
              <a:spcBef>
                <a:spcPts val="650"/>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Rd </a:t>
            </a:r>
            <a:r>
              <a:rPr b="0" i="0" lang="en-US" sz="2800" u="none" cap="none" strike="noStrike">
                <a:solidFill>
                  <a:srgbClr val="000000"/>
                </a:solidFill>
                <a:latin typeface="Courier New"/>
                <a:ea typeface="Courier New"/>
                <a:cs typeface="Courier New"/>
                <a:sym typeface="Courier New"/>
              </a:rPr>
              <a:t>= </a:t>
            </a:r>
            <a:r>
              <a:rPr b="0" i="1" lang="en-US" sz="2800" u="none" cap="none" strike="noStrike">
                <a:solidFill>
                  <a:srgbClr val="000000"/>
                </a:solidFill>
                <a:latin typeface="Carlito"/>
                <a:ea typeface="Carlito"/>
                <a:cs typeface="Carlito"/>
                <a:sym typeface="Carlito"/>
              </a:rPr>
              <a:t>operand2</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78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don’t update condition code flags</a:t>
            </a:r>
            <a:endParaRPr b="0" i="0" sz="2800" u="none" cap="none" strike="noStrike">
              <a:solidFill>
                <a:srgbClr val="000000"/>
              </a:solidFill>
              <a:latin typeface="Carlito"/>
              <a:ea typeface="Carlito"/>
              <a:cs typeface="Carlito"/>
              <a:sym typeface="Carlito"/>
            </a:endParaRPr>
          </a:p>
          <a:p>
            <a:pPr indent="0" lvl="0" marL="12700" marR="0" rtl="0" algn="l">
              <a:lnSpc>
                <a:spcPct val="100000"/>
              </a:lnSpc>
              <a:spcBef>
                <a:spcPts val="56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MOVS </a:t>
            </a:r>
            <a:r>
              <a:rPr b="0" i="1" lang="en-US" sz="2800" u="none" cap="none" strike="noStrike">
                <a:solidFill>
                  <a:srgbClr val="000000"/>
                </a:solidFill>
                <a:latin typeface="Carlito"/>
                <a:ea typeface="Carlito"/>
                <a:cs typeface="Carlito"/>
                <a:sym typeface="Carlito"/>
              </a:rPr>
              <a:t>Rd, operand2</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as </a:t>
            </a:r>
            <a:r>
              <a:rPr b="0" i="0" lang="en-US" sz="2800" u="none" cap="none" strike="noStrike">
                <a:solidFill>
                  <a:srgbClr val="000000"/>
                </a:solidFill>
                <a:latin typeface="Courier New"/>
                <a:ea typeface="Courier New"/>
                <a:cs typeface="Courier New"/>
                <a:sym typeface="Courier New"/>
              </a:rPr>
              <a:t>MOV </a:t>
            </a:r>
            <a:r>
              <a:rPr b="0" i="0" lang="en-US" sz="2800" u="none" cap="none" strike="noStrike">
                <a:solidFill>
                  <a:srgbClr val="000000"/>
                </a:solidFill>
                <a:latin typeface="Carlito"/>
                <a:ea typeface="Carlito"/>
                <a:cs typeface="Carlito"/>
                <a:sym typeface="Carlito"/>
              </a:rPr>
              <a:t>but update condition code flags</a:t>
            </a:r>
            <a:endParaRPr b="0" i="0" sz="2800" u="none" cap="none" strike="noStrike">
              <a:solidFill>
                <a:srgbClr val="000000"/>
              </a:solidFill>
              <a:latin typeface="Carlito"/>
              <a:ea typeface="Carlito"/>
              <a:cs typeface="Carlito"/>
              <a:sym typeface="Carlito"/>
            </a:endParaRPr>
          </a:p>
          <a:p>
            <a:pPr indent="0" lvl="0" marL="12700" marR="0" rtl="0" algn="l">
              <a:lnSpc>
                <a:spcPct val="100000"/>
              </a:lnSpc>
              <a:spcBef>
                <a:spcPts val="70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MOV </a:t>
            </a:r>
            <a:r>
              <a:rPr b="0" i="1" lang="en-US" sz="2800" u="none" cap="none" strike="noStrike">
                <a:solidFill>
                  <a:srgbClr val="000000"/>
                </a:solidFill>
                <a:latin typeface="Carlito"/>
                <a:ea typeface="Carlito"/>
                <a:cs typeface="Carlito"/>
                <a:sym typeface="Carlito"/>
              </a:rPr>
              <a:t>Rd, #number </a:t>
            </a:r>
            <a:r>
              <a:rPr b="0" i="0" lang="en-US" sz="2800" u="none" cap="none" strike="noStrike">
                <a:solidFill>
                  <a:srgbClr val="000000"/>
                </a:solidFill>
                <a:latin typeface="Noto Sans Symbols"/>
                <a:ea typeface="Noto Sans Symbols"/>
                <a:cs typeface="Noto Sans Symbols"/>
                <a:sym typeface="Noto Sans Symbols"/>
              </a:rPr>
              <a:t>🡺</a:t>
            </a:r>
            <a:endParaRPr b="0" i="0" sz="2800" u="none" cap="none" strike="noStrike">
              <a:solidFill>
                <a:srgbClr val="000000"/>
              </a:solidFill>
              <a:latin typeface="Noto Sans Symbols"/>
              <a:ea typeface="Noto Sans Symbols"/>
              <a:cs typeface="Noto Sans Symbols"/>
              <a:sym typeface="Noto Sans Symbols"/>
            </a:endParaRPr>
          </a:p>
          <a:p>
            <a:pPr indent="0" lvl="0" marL="12700" marR="0" rtl="0" algn="l">
              <a:lnSpc>
                <a:spcPct val="100000"/>
              </a:lnSpc>
              <a:spcBef>
                <a:spcPts val="645"/>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Rd </a:t>
            </a:r>
            <a:r>
              <a:rPr b="0" i="0" lang="en-US" sz="2800" u="none" cap="none" strike="noStrike">
                <a:solidFill>
                  <a:srgbClr val="000000"/>
                </a:solidFill>
                <a:latin typeface="Courier New"/>
                <a:ea typeface="Courier New"/>
                <a:cs typeface="Courier New"/>
                <a:sym typeface="Courier New"/>
              </a:rPr>
              <a:t>= </a:t>
            </a:r>
            <a:r>
              <a:rPr b="0" i="1" lang="en-US" sz="2800" u="none" cap="none" strike="noStrike">
                <a:solidFill>
                  <a:srgbClr val="000000"/>
                </a:solidFill>
                <a:latin typeface="Carlito"/>
                <a:ea typeface="Carlito"/>
                <a:cs typeface="Carlito"/>
                <a:sym typeface="Carlito"/>
              </a:rPr>
              <a:t>number</a:t>
            </a:r>
            <a:endParaRPr b="0" i="0" sz="2800" u="none" cap="none" strike="noStrike">
              <a:solidFill>
                <a:srgbClr val="000000"/>
              </a:solidFill>
              <a:latin typeface="Carlito"/>
              <a:ea typeface="Carlito"/>
              <a:cs typeface="Carlito"/>
              <a:sym typeface="Carlito"/>
            </a:endParaRPr>
          </a:p>
          <a:p>
            <a:pPr indent="0" lvl="0" marL="12700" marR="0" rtl="0" algn="l">
              <a:lnSpc>
                <a:spcPct val="100000"/>
              </a:lnSpc>
              <a:spcBef>
                <a:spcPts val="785"/>
              </a:spcBef>
              <a:spcAft>
                <a:spcPts val="0"/>
              </a:spcAft>
              <a:buClr>
                <a:srgbClr val="000000"/>
              </a:buClr>
              <a:buSzPts val="2800"/>
              <a:buFont typeface="Arial"/>
              <a:buNone/>
            </a:pPr>
            <a:r>
              <a:rPr b="0" i="0" lang="en-US" sz="2800" u="none" cap="none" strike="noStrike">
                <a:solidFill>
                  <a:srgbClr val="000000"/>
                </a:solidFill>
                <a:latin typeface="Carlito"/>
                <a:ea typeface="Carlito"/>
                <a:cs typeface="Carlito"/>
                <a:sym typeface="Carlito"/>
              </a:rPr>
              <a:t>NB </a:t>
            </a:r>
            <a:r>
              <a:rPr b="0" i="1" lang="en-US" sz="2800" u="none" cap="none" strike="noStrike">
                <a:solidFill>
                  <a:srgbClr val="000000"/>
                </a:solidFill>
                <a:latin typeface="Carlito"/>
                <a:ea typeface="Carlito"/>
                <a:cs typeface="Carlito"/>
                <a:sym typeface="Carlito"/>
              </a:rPr>
              <a:t>number </a:t>
            </a:r>
            <a:r>
              <a:rPr b="0" i="0" lang="en-US" sz="2800" u="none" cap="none" strike="noStrike">
                <a:solidFill>
                  <a:srgbClr val="000000"/>
                </a:solidFill>
                <a:latin typeface="Carlito"/>
                <a:ea typeface="Carlito"/>
                <a:cs typeface="Carlito"/>
                <a:sym typeface="Carlito"/>
              </a:rPr>
              <a:t>&lt;= 255 - more later</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0" name="Shape 480"/>
        <p:cNvGrpSpPr/>
        <p:nvPr/>
      </p:nvGrpSpPr>
      <p:grpSpPr>
        <a:xfrm>
          <a:off x="0" y="0"/>
          <a:ext cx="0" cy="0"/>
          <a:chOff x="0" y="0"/>
          <a:chExt cx="0" cy="0"/>
        </a:xfrm>
      </p:grpSpPr>
      <p:sp>
        <p:nvSpPr>
          <p:cNvPr id="481" name="Google Shape;481;g23d4b7dccf2_0_5"/>
          <p:cNvSpPr txBox="1"/>
          <p:nvPr>
            <p:ph type="title"/>
          </p:nvPr>
        </p:nvSpPr>
        <p:spPr>
          <a:xfrm>
            <a:off x="1134400" y="359150"/>
            <a:ext cx="7138800" cy="690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MVN: move with logical NOT </a:t>
            </a:r>
            <a:endParaRPr/>
          </a:p>
        </p:txBody>
      </p:sp>
      <p:sp>
        <p:nvSpPr>
          <p:cNvPr id="482" name="Google Shape;482;g23d4b7dccf2_0_5"/>
          <p:cNvSpPr txBox="1"/>
          <p:nvPr/>
        </p:nvSpPr>
        <p:spPr>
          <a:xfrm>
            <a:off x="535940" y="1517192"/>
            <a:ext cx="6174600" cy="4517700"/>
          </a:xfrm>
          <a:prstGeom prst="rect">
            <a:avLst/>
          </a:prstGeom>
          <a:noFill/>
          <a:ln>
            <a:noFill/>
          </a:ln>
        </p:spPr>
        <p:txBody>
          <a:bodyPr anchorCtr="0" anchor="t" bIns="0" lIns="0" spcFirstLastPara="1" rIns="0" wrap="square" tIns="946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M</a:t>
            </a:r>
            <a:r>
              <a:rPr lang="en-US" sz="2800">
                <a:latin typeface="Courier New"/>
                <a:ea typeface="Courier New"/>
                <a:cs typeface="Courier New"/>
                <a:sym typeface="Courier New"/>
              </a:rPr>
              <a:t>VN</a:t>
            </a:r>
            <a:r>
              <a:rPr b="0" i="0" lang="en-US" sz="2800" u="none" cap="none" strike="noStrike">
                <a:solidFill>
                  <a:srgbClr val="000000"/>
                </a:solidFill>
                <a:latin typeface="Courier New"/>
                <a:ea typeface="Courier New"/>
                <a:cs typeface="Courier New"/>
                <a:sym typeface="Courier New"/>
              </a:rPr>
              <a:t> </a:t>
            </a:r>
            <a:r>
              <a:rPr b="0" i="1" lang="en-US" sz="2800" u="none" cap="none" strike="noStrike">
                <a:solidFill>
                  <a:srgbClr val="000000"/>
                </a:solidFill>
                <a:latin typeface="Carlito"/>
                <a:ea typeface="Carlito"/>
                <a:cs typeface="Carlito"/>
                <a:sym typeface="Carlito"/>
              </a:rPr>
              <a:t>Rd, operand2 </a:t>
            </a:r>
            <a:r>
              <a:rPr b="0" i="0" lang="en-US" sz="2800" u="none" cap="none" strike="noStrike">
                <a:solidFill>
                  <a:srgbClr val="000000"/>
                </a:solidFill>
                <a:latin typeface="Noto Sans Symbols"/>
                <a:ea typeface="Noto Sans Symbols"/>
                <a:cs typeface="Noto Sans Symbols"/>
                <a:sym typeface="Noto Sans Symbols"/>
              </a:rPr>
              <a:t>🡺</a:t>
            </a:r>
            <a:endParaRPr b="0" i="0" sz="2800" u="none" cap="none" strike="noStrike">
              <a:solidFill>
                <a:srgbClr val="000000"/>
              </a:solidFill>
              <a:latin typeface="Noto Sans Symbols"/>
              <a:ea typeface="Noto Sans Symbols"/>
              <a:cs typeface="Noto Sans Symbols"/>
              <a:sym typeface="Noto Sans Symbols"/>
            </a:endParaRPr>
          </a:p>
          <a:p>
            <a:pPr indent="0" lvl="0" marL="12700" marR="0" rtl="0" algn="l">
              <a:lnSpc>
                <a:spcPct val="100000"/>
              </a:lnSpc>
              <a:spcBef>
                <a:spcPts val="650"/>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Rd </a:t>
            </a:r>
            <a:r>
              <a:rPr b="0" i="0" lang="en-US" sz="2800" u="none" cap="none" strike="noStrike">
                <a:solidFill>
                  <a:srgbClr val="000000"/>
                </a:solidFill>
                <a:latin typeface="Courier New"/>
                <a:ea typeface="Courier New"/>
                <a:cs typeface="Courier New"/>
                <a:sym typeface="Courier New"/>
              </a:rPr>
              <a:t>= </a:t>
            </a:r>
            <a:r>
              <a:rPr b="0" i="1" lang="en-US" sz="2800" u="none" cap="none" strike="noStrike">
                <a:solidFill>
                  <a:srgbClr val="000000"/>
                </a:solidFill>
                <a:latin typeface="Carlito"/>
                <a:ea typeface="Carlito"/>
                <a:cs typeface="Carlito"/>
                <a:sym typeface="Carlito"/>
              </a:rPr>
              <a:t>operand2</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78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don’t update condition code flags</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lang="en-US" sz="2800">
                <a:latin typeface="Carlito"/>
                <a:ea typeface="Carlito"/>
                <a:cs typeface="Carlito"/>
                <a:sym typeface="Carlito"/>
              </a:rPr>
              <a:t>performs a bitwise logical NOT operation on the operand2, and places the result into Rd.</a:t>
            </a:r>
            <a:endParaRPr b="0" i="0" sz="2800" u="none" cap="none" strike="noStrike">
              <a:solidFill>
                <a:srgbClr val="000000"/>
              </a:solidFill>
              <a:latin typeface="Carlito"/>
              <a:ea typeface="Carlito"/>
              <a:cs typeface="Carlito"/>
              <a:sym typeface="Carlito"/>
            </a:endParaRPr>
          </a:p>
          <a:p>
            <a:pPr indent="0" lvl="0" marL="12700" marR="0" rtl="0" algn="l">
              <a:lnSpc>
                <a:spcPct val="100000"/>
              </a:lnSpc>
              <a:spcBef>
                <a:spcPts val="70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M</a:t>
            </a:r>
            <a:r>
              <a:rPr lang="en-US" sz="2800">
                <a:latin typeface="Courier New"/>
                <a:ea typeface="Courier New"/>
                <a:cs typeface="Courier New"/>
                <a:sym typeface="Courier New"/>
              </a:rPr>
              <a:t>VN</a:t>
            </a:r>
            <a:r>
              <a:rPr b="0" i="0" lang="en-US" sz="2800" u="none" cap="none" strike="noStrike">
                <a:solidFill>
                  <a:srgbClr val="000000"/>
                </a:solidFill>
                <a:latin typeface="Courier New"/>
                <a:ea typeface="Courier New"/>
                <a:cs typeface="Courier New"/>
                <a:sym typeface="Courier New"/>
              </a:rPr>
              <a:t> </a:t>
            </a:r>
            <a:r>
              <a:rPr b="0" i="1" lang="en-US" sz="2800" u="none" cap="none" strike="noStrike">
                <a:solidFill>
                  <a:srgbClr val="000000"/>
                </a:solidFill>
                <a:latin typeface="Carlito"/>
                <a:ea typeface="Carlito"/>
                <a:cs typeface="Carlito"/>
                <a:sym typeface="Carlito"/>
              </a:rPr>
              <a:t>Rd, #number </a:t>
            </a:r>
            <a:r>
              <a:rPr b="0" i="0" lang="en-US" sz="2800" u="none" cap="none" strike="noStrike">
                <a:solidFill>
                  <a:srgbClr val="000000"/>
                </a:solidFill>
                <a:latin typeface="Noto Sans Symbols"/>
                <a:ea typeface="Noto Sans Symbols"/>
                <a:cs typeface="Noto Sans Symbols"/>
                <a:sym typeface="Noto Sans Symbols"/>
              </a:rPr>
              <a:t>🡺</a:t>
            </a:r>
            <a:endParaRPr b="0" i="0" sz="2800" u="none" cap="none" strike="noStrike">
              <a:solidFill>
                <a:srgbClr val="000000"/>
              </a:solidFill>
              <a:latin typeface="Noto Sans Symbols"/>
              <a:ea typeface="Noto Sans Symbols"/>
              <a:cs typeface="Noto Sans Symbols"/>
              <a:sym typeface="Noto Sans Symbols"/>
            </a:endParaRPr>
          </a:p>
          <a:p>
            <a:pPr indent="0" lvl="0" marL="12700" marR="0" rtl="0" algn="l">
              <a:lnSpc>
                <a:spcPct val="100000"/>
              </a:lnSpc>
              <a:spcBef>
                <a:spcPts val="645"/>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Rd </a:t>
            </a:r>
            <a:r>
              <a:rPr b="0" i="0" lang="en-US" sz="2800" u="none" cap="none" strike="noStrike">
                <a:solidFill>
                  <a:srgbClr val="000000"/>
                </a:solidFill>
                <a:latin typeface="Courier New"/>
                <a:ea typeface="Courier New"/>
                <a:cs typeface="Courier New"/>
                <a:sym typeface="Courier New"/>
              </a:rPr>
              <a:t>= !</a:t>
            </a:r>
            <a:r>
              <a:rPr b="0" i="1" lang="en-US" sz="2800" u="none" cap="none" strike="noStrike">
                <a:solidFill>
                  <a:srgbClr val="000000"/>
                </a:solidFill>
                <a:latin typeface="Carlito"/>
                <a:ea typeface="Carlito"/>
                <a:cs typeface="Carlito"/>
                <a:sym typeface="Carlito"/>
              </a:rPr>
              <a:t>number</a:t>
            </a:r>
            <a:endParaRPr b="0" i="0" sz="2800" u="none" cap="none" strike="noStrike">
              <a:solidFill>
                <a:srgbClr val="000000"/>
              </a:solidFill>
              <a:latin typeface="Carlito"/>
              <a:ea typeface="Carlito"/>
              <a:cs typeface="Carlito"/>
              <a:sym typeface="Carlito"/>
            </a:endParaRPr>
          </a:p>
          <a:p>
            <a:pPr indent="0" lvl="0" marL="12700" marR="0" rtl="0" algn="l">
              <a:lnSpc>
                <a:spcPct val="100000"/>
              </a:lnSpc>
              <a:spcBef>
                <a:spcPts val="785"/>
              </a:spcBef>
              <a:spcAft>
                <a:spcPts val="0"/>
              </a:spcAft>
              <a:buClr>
                <a:srgbClr val="000000"/>
              </a:buClr>
              <a:buSzPts val="2800"/>
              <a:buFont typeface="Arial"/>
              <a:buNone/>
            </a:pPr>
            <a:r>
              <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6" name="Shape 486"/>
        <p:cNvGrpSpPr/>
        <p:nvPr/>
      </p:nvGrpSpPr>
      <p:grpSpPr>
        <a:xfrm>
          <a:off x="0" y="0"/>
          <a:ext cx="0" cy="0"/>
          <a:chOff x="0" y="0"/>
          <a:chExt cx="0" cy="0"/>
        </a:xfrm>
      </p:grpSpPr>
      <p:sp>
        <p:nvSpPr>
          <p:cNvPr id="487" name="Google Shape;487;g23d6451c848_0_5"/>
          <p:cNvSpPr txBox="1"/>
          <p:nvPr/>
        </p:nvSpPr>
        <p:spPr>
          <a:xfrm>
            <a:off x="307350" y="1065625"/>
            <a:ext cx="8368200" cy="4360500"/>
          </a:xfrm>
          <a:prstGeom prst="rect">
            <a:avLst/>
          </a:prstGeom>
          <a:noFill/>
          <a:ln>
            <a:noFill/>
          </a:ln>
        </p:spPr>
        <p:txBody>
          <a:bodyPr anchorCtr="0" anchor="t" bIns="0" lIns="0" spcFirstLastPara="1" rIns="0" wrap="square" tIns="109850">
            <a:spAutoFit/>
          </a:bodyPr>
          <a:lstStyle/>
          <a:p>
            <a:pPr indent="-412750" lvl="1" marL="914400" marR="0" rtl="0" algn="l">
              <a:lnSpc>
                <a:spcPct val="100000"/>
              </a:lnSpc>
              <a:spcBef>
                <a:spcPts val="0"/>
              </a:spcBef>
              <a:spcAft>
                <a:spcPts val="0"/>
              </a:spcAft>
              <a:buSzPts val="2900"/>
              <a:buFont typeface="Times New Roman"/>
              <a:buChar char="○"/>
            </a:pPr>
            <a:r>
              <a:rPr lang="en-US" sz="2900">
                <a:latin typeface="Times New Roman"/>
                <a:ea typeface="Times New Roman"/>
                <a:cs typeface="Times New Roman"/>
                <a:sym typeface="Times New Roman"/>
              </a:rPr>
              <a:t>Any instruction can be associated with a label</a:t>
            </a:r>
            <a:endParaRPr sz="2900">
              <a:latin typeface="Times New Roman"/>
              <a:ea typeface="Times New Roman"/>
              <a:cs typeface="Times New Roman"/>
              <a:sym typeface="Times New Roman"/>
            </a:endParaRPr>
          </a:p>
          <a:p>
            <a:pPr indent="-412750" lvl="1" marL="914400" marR="0" rtl="0" algn="l">
              <a:lnSpc>
                <a:spcPct val="100000"/>
              </a:lnSpc>
              <a:spcBef>
                <a:spcPts val="0"/>
              </a:spcBef>
              <a:spcAft>
                <a:spcPts val="0"/>
              </a:spcAft>
              <a:buSzPts val="2900"/>
              <a:buFont typeface="Times New Roman"/>
              <a:buChar char="○"/>
            </a:pPr>
            <a:r>
              <a:rPr lang="en-US" sz="2900">
                <a:latin typeface="Times New Roman"/>
                <a:ea typeface="Times New Roman"/>
                <a:cs typeface="Times New Roman"/>
                <a:sym typeface="Times New Roman"/>
              </a:rPr>
              <a:t>Example:</a:t>
            </a:r>
            <a:endParaRPr sz="2900">
              <a:latin typeface="Times New Roman"/>
              <a:ea typeface="Times New Roman"/>
              <a:cs typeface="Times New Roman"/>
              <a:sym typeface="Times New Roman"/>
            </a:endParaRPr>
          </a:p>
          <a:p>
            <a:pPr indent="-406400" lvl="1" marL="914400" marR="1057275" rtl="0" algn="l">
              <a:lnSpc>
                <a:spcPct val="141875"/>
              </a:lnSpc>
              <a:spcBef>
                <a:spcPts val="0"/>
              </a:spcBef>
              <a:spcAft>
                <a:spcPts val="0"/>
              </a:spcAft>
              <a:buSzPts val="2800"/>
              <a:buFont typeface="Courier New"/>
              <a:buChar char="○"/>
            </a:pPr>
            <a:r>
              <a:rPr lang="en-US" sz="2800">
                <a:latin typeface="Courier New"/>
                <a:ea typeface="Courier New"/>
                <a:cs typeface="Courier New"/>
                <a:sym typeface="Courier New"/>
              </a:rPr>
              <a:t>start: ADD r0,r1,r2 ; a = b+c  next:	SUB r1,r1,#1 ; b--</a:t>
            </a:r>
            <a:endParaRPr sz="2800">
              <a:latin typeface="Courier New"/>
              <a:ea typeface="Courier New"/>
              <a:cs typeface="Courier New"/>
              <a:sym typeface="Courier New"/>
            </a:endParaRPr>
          </a:p>
          <a:p>
            <a:pPr indent="-412750" lvl="1" marL="914400" marR="5080" rtl="0" algn="l">
              <a:lnSpc>
                <a:spcPct val="100000"/>
              </a:lnSpc>
              <a:spcBef>
                <a:spcPts val="0"/>
              </a:spcBef>
              <a:spcAft>
                <a:spcPts val="0"/>
              </a:spcAft>
              <a:buSzPts val="2900"/>
              <a:buFont typeface="Times New Roman"/>
              <a:buChar char="○"/>
            </a:pPr>
            <a:r>
              <a:rPr lang="en-US" sz="2900">
                <a:latin typeface="Times New Roman"/>
                <a:ea typeface="Times New Roman"/>
                <a:cs typeface="Times New Roman"/>
                <a:sym typeface="Times New Roman"/>
              </a:rPr>
              <a:t>In fact, every instruction has a label regardless if  the programmer explicitly names it</a:t>
            </a:r>
            <a:endParaRPr sz="2900">
              <a:latin typeface="Times New Roman"/>
              <a:ea typeface="Times New Roman"/>
              <a:cs typeface="Times New Roman"/>
              <a:sym typeface="Times New Roman"/>
            </a:endParaRPr>
          </a:p>
          <a:p>
            <a:pPr indent="-387350" lvl="2" marL="1371600" marR="0" rtl="0" algn="l">
              <a:lnSpc>
                <a:spcPct val="100000"/>
              </a:lnSpc>
              <a:spcBef>
                <a:spcPts val="0"/>
              </a:spcBef>
              <a:spcAft>
                <a:spcPts val="0"/>
              </a:spcAft>
              <a:buSzPts val="2500"/>
              <a:buFont typeface="Times New Roman"/>
              <a:buChar char="■"/>
            </a:pPr>
            <a:r>
              <a:rPr b="0" i="0" lang="en-US" sz="2500" u="none" cap="none" strike="noStrike">
                <a:latin typeface="Times New Roman"/>
                <a:ea typeface="Times New Roman"/>
                <a:cs typeface="Times New Roman"/>
                <a:sym typeface="Times New Roman"/>
              </a:rPr>
              <a:t>The label is the address of the instruction</a:t>
            </a:r>
            <a:endParaRPr b="0" i="0" sz="2500" u="none" cap="none" strike="noStrike">
              <a:latin typeface="Times New Roman"/>
              <a:ea typeface="Times New Roman"/>
              <a:cs typeface="Times New Roman"/>
              <a:sym typeface="Times New Roman"/>
            </a:endParaRPr>
          </a:p>
          <a:p>
            <a:pPr indent="-387350" lvl="2" marL="1371600" marR="0" rtl="0" algn="l">
              <a:lnSpc>
                <a:spcPct val="100000"/>
              </a:lnSpc>
              <a:spcBef>
                <a:spcPts val="0"/>
              </a:spcBef>
              <a:spcAft>
                <a:spcPts val="0"/>
              </a:spcAft>
              <a:buSzPts val="2500"/>
              <a:buFont typeface="Times New Roman"/>
              <a:buChar char="■"/>
            </a:pPr>
            <a:r>
              <a:rPr b="0" i="0" lang="en-US" sz="2500" u="none" cap="none" strike="noStrike">
                <a:latin typeface="Times New Roman"/>
                <a:ea typeface="Times New Roman"/>
                <a:cs typeface="Times New Roman"/>
                <a:sym typeface="Times New Roman"/>
              </a:rPr>
              <a:t>A label is a pointer to the instruction in memory</a:t>
            </a:r>
            <a:endParaRPr b="0" i="0" sz="2500" u="none" cap="none" strike="noStrike">
              <a:latin typeface="Times New Roman"/>
              <a:ea typeface="Times New Roman"/>
              <a:cs typeface="Times New Roman"/>
              <a:sym typeface="Times New Roman"/>
            </a:endParaRPr>
          </a:p>
          <a:p>
            <a:pPr indent="0" lvl="0" marL="1371600" marR="0" rtl="0" algn="l">
              <a:lnSpc>
                <a:spcPct val="100000"/>
              </a:lnSpc>
              <a:spcBef>
                <a:spcPts val="675"/>
              </a:spcBef>
              <a:spcAft>
                <a:spcPts val="0"/>
              </a:spcAft>
              <a:buNone/>
            </a:pPr>
            <a:r>
              <a:t/>
            </a:r>
            <a:endParaRPr b="0" i="0" sz="2500" u="none" cap="none" strike="noStrike">
              <a:latin typeface="Times New Roman"/>
              <a:ea typeface="Times New Roman"/>
              <a:cs typeface="Times New Roman"/>
              <a:sym typeface="Times New Roman"/>
            </a:endParaRPr>
          </a:p>
        </p:txBody>
      </p:sp>
      <p:sp>
        <p:nvSpPr>
          <p:cNvPr id="488" name="Google Shape;488;g23d6451c848_0_5"/>
          <p:cNvSpPr txBox="1"/>
          <p:nvPr>
            <p:ph type="title"/>
          </p:nvPr>
        </p:nvSpPr>
        <p:spPr>
          <a:xfrm>
            <a:off x="3429010" y="272379"/>
            <a:ext cx="12267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solidFill>
                  <a:schemeClr val="dk1"/>
                </a:solidFill>
              </a:rPr>
              <a:t>Label</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2" name="Shape 492"/>
        <p:cNvGrpSpPr/>
        <p:nvPr/>
      </p:nvGrpSpPr>
      <p:grpSpPr>
        <a:xfrm>
          <a:off x="0" y="0"/>
          <a:ext cx="0" cy="0"/>
          <a:chOff x="0" y="0"/>
          <a:chExt cx="0" cy="0"/>
        </a:xfrm>
      </p:grpSpPr>
      <p:sp>
        <p:nvSpPr>
          <p:cNvPr id="493" name="Google Shape;493;p15"/>
          <p:cNvSpPr txBox="1"/>
          <p:nvPr>
            <p:ph type="title"/>
          </p:nvPr>
        </p:nvSpPr>
        <p:spPr>
          <a:xfrm>
            <a:off x="3958335" y="462279"/>
            <a:ext cx="122682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Label</a:t>
            </a:r>
            <a:endParaRPr/>
          </a:p>
        </p:txBody>
      </p:sp>
      <p:sp>
        <p:nvSpPr>
          <p:cNvPr id="494" name="Google Shape;494;p15"/>
          <p:cNvSpPr txBox="1"/>
          <p:nvPr/>
        </p:nvSpPr>
        <p:spPr>
          <a:xfrm>
            <a:off x="535952" y="1525575"/>
            <a:ext cx="7056900" cy="2330700"/>
          </a:xfrm>
          <a:prstGeom prst="rect">
            <a:avLst/>
          </a:prstGeom>
          <a:noFill/>
          <a:ln>
            <a:noFill/>
          </a:ln>
        </p:spPr>
        <p:txBody>
          <a:bodyPr anchorCtr="0" anchor="t" bIns="0" lIns="0" spcFirstLastPara="1" rIns="0" wrap="square" tIns="97775">
            <a:spAutoFit/>
          </a:bodyPr>
          <a:lstStyle/>
          <a:p>
            <a:pPr indent="-412750" lvl="0" marL="457200" rtl="0" algn="l">
              <a:spcBef>
                <a:spcPts val="675"/>
              </a:spcBef>
              <a:spcAft>
                <a:spcPts val="0"/>
              </a:spcAft>
              <a:buClr>
                <a:schemeClr val="dk1"/>
              </a:buClr>
              <a:buSzPts val="2900"/>
              <a:buFont typeface="Calibri"/>
              <a:buChar char="●"/>
            </a:pPr>
            <a:r>
              <a:rPr lang="en-US" sz="2900">
                <a:solidFill>
                  <a:schemeClr val="dk1"/>
                </a:solidFill>
                <a:latin typeface="Calibri"/>
                <a:ea typeface="Calibri"/>
                <a:cs typeface="Calibri"/>
                <a:sym typeface="Calibri"/>
              </a:rPr>
              <a:t>Therefore, the text label doesn‟t exist in binary code</a:t>
            </a:r>
            <a:endParaRPr sz="2900">
              <a:latin typeface="Calibri"/>
              <a:ea typeface="Calibri"/>
              <a:cs typeface="Calibri"/>
              <a:sym typeface="Calibri"/>
            </a:endParaRPr>
          </a:p>
          <a:p>
            <a:pPr indent="-412750" lvl="0" marL="457200" marR="0" rtl="0" algn="l">
              <a:lnSpc>
                <a:spcPct val="100000"/>
              </a:lnSpc>
              <a:spcBef>
                <a:spcPts val="0"/>
              </a:spcBef>
              <a:spcAft>
                <a:spcPts val="0"/>
              </a:spcAft>
              <a:buClr>
                <a:srgbClr val="000000"/>
              </a:buClr>
              <a:buSzPts val="2900"/>
              <a:buFont typeface="Calibri"/>
              <a:buChar char="●"/>
            </a:pPr>
            <a:r>
              <a:rPr i="0" lang="en-US" sz="2900" u="none" cap="none" strike="noStrike">
                <a:solidFill>
                  <a:srgbClr val="000000"/>
                </a:solidFill>
                <a:latin typeface="Calibri"/>
                <a:ea typeface="Calibri"/>
                <a:cs typeface="Calibri"/>
                <a:sym typeface="Calibri"/>
              </a:rPr>
              <a:t>relative to program counter (PC)</a:t>
            </a:r>
            <a:endParaRPr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rgbClr val="000000"/>
              </a:buClr>
              <a:buSzPts val="2900"/>
              <a:buFont typeface="Calibri"/>
              <a:buChar char="●"/>
            </a:pPr>
            <a:r>
              <a:rPr i="0" lang="en-US" sz="2900" u="none" cap="none" strike="noStrike">
                <a:solidFill>
                  <a:srgbClr val="000000"/>
                </a:solidFill>
                <a:latin typeface="Calibri"/>
                <a:ea typeface="Calibri"/>
                <a:cs typeface="Calibri"/>
                <a:sym typeface="Calibri"/>
              </a:rPr>
              <a:t>turned into PC + offset in machine code</a:t>
            </a:r>
            <a:endParaRPr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rgbClr val="000000"/>
              </a:buClr>
              <a:buSzPts val="2900"/>
              <a:buFont typeface="Calibri"/>
              <a:buChar char="●"/>
            </a:pPr>
            <a:r>
              <a:rPr i="0" lang="en-US" sz="2900" u="none" cap="none" strike="noStrike">
                <a:solidFill>
                  <a:srgbClr val="000000"/>
                </a:solidFill>
                <a:latin typeface="Calibri"/>
                <a:ea typeface="Calibri"/>
                <a:cs typeface="Calibri"/>
                <a:sym typeface="Calibri"/>
              </a:rPr>
              <a:t>may start with _ such as _global</a:t>
            </a:r>
            <a:endParaRPr i="0" sz="2900" u="none" cap="none" strike="noStrik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8" name="Shape 498"/>
        <p:cNvGrpSpPr/>
        <p:nvPr/>
      </p:nvGrpSpPr>
      <p:grpSpPr>
        <a:xfrm>
          <a:off x="0" y="0"/>
          <a:ext cx="0" cy="0"/>
          <a:chOff x="0" y="0"/>
          <a:chExt cx="0" cy="0"/>
        </a:xfrm>
      </p:grpSpPr>
      <p:sp>
        <p:nvSpPr>
          <p:cNvPr id="499" name="Google Shape;499;p16"/>
          <p:cNvSpPr txBox="1"/>
          <p:nvPr>
            <p:ph type="title"/>
          </p:nvPr>
        </p:nvSpPr>
        <p:spPr>
          <a:xfrm>
            <a:off x="3200907" y="462279"/>
            <a:ext cx="274320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System calls</a:t>
            </a:r>
            <a:endParaRPr/>
          </a:p>
        </p:txBody>
      </p:sp>
      <p:sp>
        <p:nvSpPr>
          <p:cNvPr id="500" name="Google Shape;500;p16"/>
          <p:cNvSpPr txBox="1"/>
          <p:nvPr/>
        </p:nvSpPr>
        <p:spPr>
          <a:xfrm>
            <a:off x="535940" y="1477720"/>
            <a:ext cx="7762875" cy="4138295"/>
          </a:xfrm>
          <a:prstGeom prst="rect">
            <a:avLst/>
          </a:prstGeom>
          <a:noFill/>
          <a:ln>
            <a:noFill/>
          </a:ln>
        </p:spPr>
        <p:txBody>
          <a:bodyPr anchorCtr="0" anchor="t" bIns="0" lIns="0" spcFirstLastPara="1" rIns="0" wrap="square" tIns="126350">
            <a:spAutoFit/>
          </a:bodyPr>
          <a:lstStyle/>
          <a:p>
            <a:pPr indent="-342900" lvl="0" marL="3556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Courier New"/>
                <a:ea typeface="Courier New"/>
                <a:cs typeface="Courier New"/>
                <a:sym typeface="Courier New"/>
              </a:rPr>
              <a:t>SWI 0 </a:t>
            </a:r>
            <a:r>
              <a:rPr b="0" i="0" lang="en-US" sz="3200" u="none" cap="none" strike="noStrike">
                <a:solidFill>
                  <a:srgbClr val="000000"/>
                </a:solidFill>
                <a:latin typeface="Carlito"/>
                <a:ea typeface="Carlito"/>
                <a:cs typeface="Carlito"/>
                <a:sym typeface="Carlito"/>
              </a:rPr>
              <a:t>== software interrupt to call function</a:t>
            </a:r>
            <a:endParaRPr b="0" i="0" sz="3200" u="none" cap="none" strike="noStrike">
              <a:solidFill>
                <a:srgbClr val="000000"/>
              </a:solidFill>
              <a:latin typeface="Carlito"/>
              <a:ea typeface="Carlito"/>
              <a:cs typeface="Carlito"/>
              <a:sym typeface="Carlito"/>
            </a:endParaRPr>
          </a:p>
          <a:p>
            <a:pPr indent="-342900" lvl="0" marL="355600" marR="0" rtl="0" algn="l">
              <a:lnSpc>
                <a:spcPct val="100000"/>
              </a:lnSpc>
              <a:spcBef>
                <a:spcPts val="890"/>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parameters in R0-R2</a:t>
            </a:r>
            <a:endParaRPr b="0" i="0" sz="3200" u="none" cap="none" strike="noStrike">
              <a:solidFill>
                <a:srgbClr val="000000"/>
              </a:solidFill>
              <a:latin typeface="Carlito"/>
              <a:ea typeface="Carlito"/>
              <a:cs typeface="Carlito"/>
              <a:sym typeface="Carlito"/>
            </a:endParaRPr>
          </a:p>
          <a:p>
            <a:pPr indent="-342900" lvl="0" marL="355600" marR="0" rtl="0" algn="l">
              <a:lnSpc>
                <a:spcPct val="100000"/>
              </a:lnSpc>
              <a:spcBef>
                <a:spcPts val="770"/>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system function number in R7</a:t>
            </a:r>
            <a:endParaRPr b="0" i="0" sz="3200" u="none" cap="none" strike="noStrike">
              <a:solidFill>
                <a:srgbClr val="000000"/>
              </a:solidFill>
              <a:latin typeface="Carlito"/>
              <a:ea typeface="Carlito"/>
              <a:cs typeface="Carlito"/>
              <a:sym typeface="Carlito"/>
            </a:endParaRPr>
          </a:p>
          <a:p>
            <a:pPr indent="-342900" lvl="0" marL="355600" marR="0" rtl="0" algn="l">
              <a:lnSpc>
                <a:spcPct val="100000"/>
              </a:lnSpc>
              <a:spcBef>
                <a:spcPts val="645"/>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e.g. </a:t>
            </a:r>
            <a:r>
              <a:rPr b="0" i="0" lang="en-US" sz="3200" u="none" cap="none" strike="noStrike">
                <a:solidFill>
                  <a:srgbClr val="000000"/>
                </a:solidFill>
                <a:latin typeface="Courier New"/>
                <a:ea typeface="Courier New"/>
                <a:cs typeface="Courier New"/>
                <a:sym typeface="Courier New"/>
              </a:rPr>
              <a:t>exit </a:t>
            </a:r>
            <a:r>
              <a:rPr b="0" i="0" lang="en-US" sz="3200" u="none" cap="none" strike="noStrike">
                <a:solidFill>
                  <a:srgbClr val="000000"/>
                </a:solidFill>
                <a:latin typeface="Carlito"/>
                <a:ea typeface="Carlito"/>
                <a:cs typeface="Carlito"/>
                <a:sym typeface="Carlito"/>
              </a:rPr>
              <a:t>is </a:t>
            </a:r>
            <a:r>
              <a:rPr b="0" i="0" lang="en-US" sz="3200" u="none" cap="none" strike="noStrike">
                <a:solidFill>
                  <a:srgbClr val="000000"/>
                </a:solidFill>
                <a:latin typeface="Courier New"/>
                <a:ea typeface="Courier New"/>
                <a:cs typeface="Courier New"/>
                <a:sym typeface="Courier New"/>
              </a:rPr>
              <a:t>1</a:t>
            </a:r>
            <a:endParaRPr b="0" i="0" sz="32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50"/>
              </a:spcBef>
              <a:spcAft>
                <a:spcPts val="0"/>
              </a:spcAft>
              <a:buClr>
                <a:srgbClr val="000000"/>
              </a:buClr>
              <a:buSzPts val="4700"/>
              <a:buFont typeface="Arial"/>
              <a:buNone/>
            </a:pPr>
            <a:r>
              <a:t/>
            </a:r>
            <a:endParaRPr b="0" i="0" sz="4700" u="none" cap="none" strike="noStrike">
              <a:solidFill>
                <a:srgbClr val="000000"/>
              </a:solidFill>
              <a:latin typeface="Courier New"/>
              <a:ea typeface="Courier New"/>
              <a:cs typeface="Courier New"/>
              <a:sym typeface="Courier New"/>
            </a:endParaRPr>
          </a:p>
          <a:p>
            <a:pPr indent="-342900" lvl="0" marL="3556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NB shell variable </a:t>
            </a:r>
            <a:r>
              <a:rPr b="0" i="0" lang="en-US" sz="3200" u="none" cap="none" strike="noStrike">
                <a:solidFill>
                  <a:srgbClr val="000000"/>
                </a:solidFill>
                <a:latin typeface="Courier New"/>
                <a:ea typeface="Courier New"/>
                <a:cs typeface="Courier New"/>
                <a:sym typeface="Courier New"/>
              </a:rPr>
              <a:t>$? </a:t>
            </a:r>
            <a:r>
              <a:rPr b="0" i="0" lang="en-US" sz="3200" u="none" cap="none" strike="noStrike">
                <a:solidFill>
                  <a:srgbClr val="000000"/>
                </a:solidFill>
                <a:latin typeface="Carlito"/>
                <a:ea typeface="Carlito"/>
                <a:cs typeface="Carlito"/>
                <a:sym typeface="Carlito"/>
              </a:rPr>
              <a:t>is R0 so:</a:t>
            </a:r>
            <a:endParaRPr b="0" i="0" sz="3200" u="none" cap="none" strike="noStrike">
              <a:solidFill>
                <a:srgbClr val="000000"/>
              </a:solidFill>
              <a:latin typeface="Carlito"/>
              <a:ea typeface="Carlito"/>
              <a:cs typeface="Carlito"/>
              <a:sym typeface="Carlito"/>
            </a:endParaRPr>
          </a:p>
          <a:p>
            <a:pPr indent="0" lvl="0" marL="746125" marR="0" rtl="0" algn="l">
              <a:lnSpc>
                <a:spcPct val="100000"/>
              </a:lnSpc>
              <a:spcBef>
                <a:spcPts val="770"/>
              </a:spcBef>
              <a:spcAft>
                <a:spcPts val="0"/>
              </a:spcAft>
              <a:buClr>
                <a:srgbClr val="000000"/>
              </a:buClr>
              <a:buSzPts val="3200"/>
              <a:buFont typeface="Arial"/>
              <a:buNone/>
            </a:pPr>
            <a:r>
              <a:rPr b="0" i="0" lang="en-US" sz="3200" u="none" cap="none" strike="noStrike">
                <a:solidFill>
                  <a:srgbClr val="000000"/>
                </a:solidFill>
                <a:latin typeface="Courier New"/>
                <a:ea typeface="Courier New"/>
                <a:cs typeface="Courier New"/>
                <a:sym typeface="Courier New"/>
              </a:rPr>
              <a:t>echo $? </a:t>
            </a:r>
            <a:r>
              <a:rPr b="0" i="0" lang="en-US" sz="3200" u="none" cap="none" strike="noStrike">
                <a:solidFill>
                  <a:srgbClr val="000000"/>
                </a:solidFill>
                <a:latin typeface="Carlito"/>
                <a:ea typeface="Carlito"/>
                <a:cs typeface="Carlito"/>
                <a:sym typeface="Carlito"/>
              </a:rPr>
              <a:t>== display R0</a:t>
            </a:r>
            <a:endParaRPr b="0" i="0" sz="3200" u="none" cap="none" strike="noStrike">
              <a:solidFill>
                <a:srgbClr val="000000"/>
              </a:solidFill>
              <a:latin typeface="Carlito"/>
              <a:ea typeface="Carlito"/>
              <a:cs typeface="Carlito"/>
              <a:sym typeface="Carli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4" name="Shape 504"/>
        <p:cNvGrpSpPr/>
        <p:nvPr/>
      </p:nvGrpSpPr>
      <p:grpSpPr>
        <a:xfrm>
          <a:off x="0" y="0"/>
          <a:ext cx="0" cy="0"/>
          <a:chOff x="0" y="0"/>
          <a:chExt cx="0" cy="0"/>
        </a:xfrm>
      </p:grpSpPr>
      <p:sp>
        <p:nvSpPr>
          <p:cNvPr id="505" name="Google Shape;505;p17"/>
          <p:cNvSpPr txBox="1"/>
          <p:nvPr>
            <p:ph type="title"/>
          </p:nvPr>
        </p:nvSpPr>
        <p:spPr>
          <a:xfrm>
            <a:off x="3802888" y="462279"/>
            <a:ext cx="153797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Layout</a:t>
            </a:r>
            <a:endParaRPr/>
          </a:p>
        </p:txBody>
      </p:sp>
      <p:sp>
        <p:nvSpPr>
          <p:cNvPr id="506" name="Google Shape;506;p17"/>
          <p:cNvSpPr txBox="1"/>
          <p:nvPr/>
        </p:nvSpPr>
        <p:spPr>
          <a:xfrm>
            <a:off x="535940" y="1540052"/>
            <a:ext cx="5946900" cy="1520700"/>
          </a:xfrm>
          <a:prstGeom prst="rect">
            <a:avLst/>
          </a:prstGeom>
          <a:noFill/>
          <a:ln>
            <a:noFill/>
          </a:ln>
        </p:spPr>
        <p:txBody>
          <a:bodyPr anchorCtr="0" anchor="t" bIns="0" lIns="0" spcFirstLastPara="1" rIns="0" wrap="square" tIns="83175">
            <a:spAutoFit/>
          </a:bodyPr>
          <a:lstStyle/>
          <a:p>
            <a:pPr indent="-342900" lvl="0" marL="355600" marR="0" rtl="0" algn="l">
              <a:lnSpc>
                <a:spcPct val="100000"/>
              </a:lnSpc>
              <a:spcBef>
                <a:spcPts val="0"/>
              </a:spcBef>
              <a:spcAft>
                <a:spcPts val="0"/>
              </a:spcAft>
              <a:buClr>
                <a:srgbClr val="000000"/>
              </a:buClr>
              <a:buSzPts val="2800"/>
              <a:buFont typeface="Calibri"/>
              <a:buChar char="•"/>
            </a:pPr>
            <a:r>
              <a:rPr i="0" lang="en-US" sz="2800" u="none" cap="none" strike="noStrike">
                <a:solidFill>
                  <a:srgbClr val="000000"/>
                </a:solidFill>
                <a:latin typeface="Calibri"/>
                <a:ea typeface="Calibri"/>
                <a:cs typeface="Calibri"/>
                <a:sym typeface="Calibri"/>
              </a:rPr>
              <a:t>usual to precede instruction with a </a:t>
            </a:r>
            <a:r>
              <a:rPr i="1" lang="en-US" sz="2800" u="none" cap="none" strike="noStrike">
                <a:solidFill>
                  <a:srgbClr val="000000"/>
                </a:solidFill>
                <a:latin typeface="Calibri"/>
                <a:ea typeface="Calibri"/>
                <a:cs typeface="Calibri"/>
                <a:sym typeface="Calibri"/>
              </a:rPr>
              <a:t>tab</a:t>
            </a:r>
            <a:endParaRPr i="0" sz="2800" u="none" cap="none" strike="noStrike">
              <a:solidFill>
                <a:srgbClr val="000000"/>
              </a:solidFill>
              <a:latin typeface="Calibri"/>
              <a:ea typeface="Calibri"/>
              <a:cs typeface="Calibri"/>
              <a:sym typeface="Calibri"/>
            </a:endParaRPr>
          </a:p>
          <a:p>
            <a:pPr indent="-342900" lvl="0" marL="355600" marR="0" rtl="0" algn="l">
              <a:lnSpc>
                <a:spcPct val="100000"/>
              </a:lnSpc>
              <a:spcBef>
                <a:spcPts val="560"/>
              </a:spcBef>
              <a:spcAft>
                <a:spcPts val="0"/>
              </a:spcAft>
              <a:buClr>
                <a:srgbClr val="000000"/>
              </a:buClr>
              <a:buSzPts val="2800"/>
              <a:buFont typeface="Arial"/>
              <a:buChar char="•"/>
            </a:pPr>
            <a:r>
              <a:rPr i="0" lang="en-US" sz="2800" u="none" cap="none" strike="noStrike">
                <a:solidFill>
                  <a:srgbClr val="000000"/>
                </a:solidFill>
                <a:latin typeface="Calibri"/>
                <a:ea typeface="Calibri"/>
                <a:cs typeface="Calibri"/>
                <a:sym typeface="Calibri"/>
              </a:rPr>
              <a:t>comment is: @ </a:t>
            </a:r>
            <a:r>
              <a:rPr i="1" lang="en-US" sz="2800" u="none" cap="none" strike="noStrike">
                <a:solidFill>
                  <a:srgbClr val="000000"/>
                </a:solidFill>
                <a:latin typeface="Calibri"/>
                <a:ea typeface="Calibri"/>
                <a:cs typeface="Calibri"/>
                <a:sym typeface="Calibri"/>
              </a:rPr>
              <a:t>text // text</a:t>
            </a:r>
            <a:endParaRPr i="1" sz="2800" u="none" cap="none" strike="noStrike">
              <a:solidFill>
                <a:srgbClr val="000000"/>
              </a:solidFill>
              <a:latin typeface="Calibri"/>
              <a:ea typeface="Calibri"/>
              <a:cs typeface="Calibri"/>
              <a:sym typeface="Calibri"/>
            </a:endParaRPr>
          </a:p>
          <a:p>
            <a:pPr indent="-342900" lvl="0" marL="355600" marR="0" rtl="0" algn="l">
              <a:lnSpc>
                <a:spcPct val="100000"/>
              </a:lnSpc>
              <a:spcBef>
                <a:spcPts val="560"/>
              </a:spcBef>
              <a:spcAft>
                <a:spcPts val="0"/>
              </a:spcAft>
              <a:buSzPts val="2800"/>
              <a:buFont typeface="Calibri"/>
              <a:buChar char="•"/>
            </a:pPr>
            <a:r>
              <a:rPr lang="en-US" sz="2800">
                <a:latin typeface="Calibri"/>
                <a:ea typeface="Calibri"/>
                <a:cs typeface="Calibri"/>
                <a:sym typeface="Calibri"/>
              </a:rPr>
              <a:t>large comment: /*............*/</a:t>
            </a:r>
            <a:endParaRPr sz="280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0" name="Shape 510"/>
        <p:cNvGrpSpPr/>
        <p:nvPr/>
      </p:nvGrpSpPr>
      <p:grpSpPr>
        <a:xfrm>
          <a:off x="0" y="0"/>
          <a:ext cx="0" cy="0"/>
          <a:chOff x="0" y="0"/>
          <a:chExt cx="0" cy="0"/>
        </a:xfrm>
      </p:grpSpPr>
      <p:sp>
        <p:nvSpPr>
          <p:cNvPr id="511" name="Google Shape;511;p18"/>
          <p:cNvSpPr txBox="1"/>
          <p:nvPr>
            <p:ph type="title"/>
          </p:nvPr>
        </p:nvSpPr>
        <p:spPr>
          <a:xfrm>
            <a:off x="2576576" y="462279"/>
            <a:ext cx="398843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Program skeleton</a:t>
            </a:r>
            <a:endParaRPr/>
          </a:p>
        </p:txBody>
      </p:sp>
      <p:sp>
        <p:nvSpPr>
          <p:cNvPr id="512" name="Google Shape;512;p18"/>
          <p:cNvSpPr txBox="1"/>
          <p:nvPr/>
        </p:nvSpPr>
        <p:spPr>
          <a:xfrm>
            <a:off x="535940" y="1524507"/>
            <a:ext cx="3494400" cy="1786200"/>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.global _start</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_start:</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 program code here</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8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_</a:t>
            </a:r>
            <a:endParaRPr b="0" i="0" sz="2400" u="none" cap="none" strike="noStrike">
              <a:solidFill>
                <a:srgbClr val="000000"/>
              </a:solidFill>
              <a:latin typeface="Courier New"/>
              <a:ea typeface="Courier New"/>
              <a:cs typeface="Courier New"/>
              <a:sym typeface="Courier New"/>
            </a:endParaRPr>
          </a:p>
        </p:txBody>
      </p:sp>
      <p:graphicFrame>
        <p:nvGraphicFramePr>
          <p:cNvPr id="513" name="Google Shape;513;p18"/>
          <p:cNvGraphicFramePr/>
          <p:nvPr/>
        </p:nvGraphicFramePr>
        <p:xfrm>
          <a:off x="1431544" y="3417098"/>
          <a:ext cx="3000000" cy="3000000"/>
        </p:xfrm>
        <a:graphic>
          <a:graphicData uri="http://schemas.openxmlformats.org/drawingml/2006/table">
            <a:tbl>
              <a:tblPr bandRow="1" firstRow="1">
                <a:noFill/>
                <a:tableStyleId>{A208092A-0E1D-4A29-AAB8-C88494F253AD}</a:tableStyleId>
              </a:tblPr>
              <a:tblGrid>
                <a:gridCol w="671200"/>
                <a:gridCol w="729625"/>
                <a:gridCol w="730250"/>
                <a:gridCol w="364500"/>
                <a:gridCol w="1825000"/>
                <a:gridCol w="1035675"/>
              </a:tblGrid>
              <a:tr h="392350">
                <a:tc>
                  <a:txBody>
                    <a:bodyPr/>
                    <a:lstStyle/>
                    <a:p>
                      <a:pPr indent="0" lvl="0" marL="0" marR="5080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MOV</a:t>
                      </a:r>
                      <a:endParaRPr sz="2400" u="none" cap="none" strike="noStrike">
                        <a:latin typeface="Courier New"/>
                        <a:ea typeface="Courier New"/>
                        <a:cs typeface="Courier New"/>
                        <a:sym typeface="Courier New"/>
                      </a:endParaRPr>
                    </a:p>
                  </a:txBody>
                  <a:tcPr marT="0" marB="0" marR="0" marL="0"/>
                </a:tc>
                <a:tc>
                  <a:txBody>
                    <a:bodyPr/>
                    <a:lstStyle/>
                    <a:p>
                      <a:pPr indent="0" lvl="0" marL="90805"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R0,</a:t>
                      </a:r>
                      <a:endParaRPr sz="2400" u="none" cap="none" strike="noStrike">
                        <a:latin typeface="Courier New"/>
                        <a:ea typeface="Courier New"/>
                        <a:cs typeface="Courier New"/>
                        <a:sym typeface="Courier New"/>
                      </a:endParaRPr>
                    </a:p>
                  </a:txBody>
                  <a:tcPr marT="0" marB="0" marR="0" marL="0"/>
                </a:tc>
                <a:tc>
                  <a:txBody>
                    <a:bodyPr/>
                    <a:lstStyle/>
                    <a:p>
                      <a:pPr indent="0" lvl="0" marL="90170"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#65</a:t>
                      </a:r>
                      <a:endParaRPr sz="2400" u="none" cap="none" strike="noStrike">
                        <a:latin typeface="Courier New"/>
                        <a:ea typeface="Courier New"/>
                        <a:cs typeface="Courier New"/>
                        <a:sym typeface="Courier New"/>
                      </a:endParaRPr>
                    </a:p>
                  </a:txBody>
                  <a:tcPr marT="0" marB="0" marR="0" marL="0"/>
                </a:tc>
                <a:tc>
                  <a:txBody>
                    <a:bodyPr/>
                    <a:lstStyle/>
                    <a:p>
                      <a:pPr indent="0" lvl="0" marL="90805"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90805"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arbitrary</a:t>
                      </a:r>
                      <a:endParaRPr sz="2400" u="none" cap="none" strike="noStrike">
                        <a:latin typeface="Courier New"/>
                        <a:ea typeface="Courier New"/>
                        <a:cs typeface="Courier New"/>
                        <a:sym typeface="Courier New"/>
                      </a:endParaRPr>
                    </a:p>
                  </a:txBody>
                  <a:tcPr marT="0" marB="0" marR="0" marL="0"/>
                </a:tc>
                <a:tc>
                  <a:txBody>
                    <a:bodyPr/>
                    <a:lstStyle/>
                    <a:p>
                      <a:pPr indent="0" lvl="0" marL="90805"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value</a:t>
                      </a:r>
                      <a:endParaRPr sz="2400" u="none" cap="none" strike="noStrike">
                        <a:latin typeface="Courier New"/>
                        <a:ea typeface="Courier New"/>
                        <a:cs typeface="Courier New"/>
                        <a:sym typeface="Courier New"/>
                      </a:endParaRPr>
                    </a:p>
                  </a:txBody>
                  <a:tcPr marT="0" marB="0" marR="0" marL="0"/>
                </a:tc>
              </a:tr>
              <a:tr h="438875">
                <a:tc>
                  <a:txBody>
                    <a:bodyPr/>
                    <a:lstStyle/>
                    <a:p>
                      <a:pPr indent="0" lvl="0" marL="0" marR="51435"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MOV</a:t>
                      </a:r>
                      <a:endParaRPr sz="2400" u="none" cap="none" strike="noStrike">
                        <a:latin typeface="Courier New"/>
                        <a:ea typeface="Courier New"/>
                        <a:cs typeface="Courier New"/>
                        <a:sym typeface="Courier New"/>
                      </a:endParaRPr>
                    </a:p>
                  </a:txBody>
                  <a:tcPr marT="0" marB="0" marR="0" marL="0"/>
                </a:tc>
                <a:tc>
                  <a:txBody>
                    <a:bodyPr/>
                    <a:lstStyle/>
                    <a:p>
                      <a:pPr indent="0" lvl="0" marL="90170"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R7,</a:t>
                      </a:r>
                      <a:endParaRPr sz="2400" u="none" cap="none" strike="noStrike">
                        <a:latin typeface="Courier New"/>
                        <a:ea typeface="Courier New"/>
                        <a:cs typeface="Courier New"/>
                        <a:sym typeface="Courier New"/>
                      </a:endParaRPr>
                    </a:p>
                  </a:txBody>
                  <a:tcPr marT="0" marB="0" marR="0" marL="0"/>
                </a:tc>
                <a:tc>
                  <a:txBody>
                    <a:bodyPr/>
                    <a:lstStyle/>
                    <a:p>
                      <a:pPr indent="0" lvl="0" marL="90170"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#1</a:t>
                      </a:r>
                      <a:endParaRPr sz="2400" u="none" cap="none" strike="noStrike">
                        <a:latin typeface="Courier New"/>
                        <a:ea typeface="Courier New"/>
                        <a:cs typeface="Courier New"/>
                        <a:sym typeface="Courier New"/>
                      </a:endParaRPr>
                    </a:p>
                  </a:txBody>
                  <a:tcPr marT="0" marB="0" marR="0" marL="0"/>
                </a:tc>
                <a:tc gridSpan="3" rowSpan="2">
                  <a:txBody>
                    <a:bodyPr/>
                    <a:lstStyle/>
                    <a:p>
                      <a:pPr indent="0" lvl="0" marL="0" marR="0" rtl="0" algn="l">
                        <a:lnSpc>
                          <a:spcPct val="100000"/>
                        </a:lnSpc>
                        <a:spcBef>
                          <a:spcPts val="0"/>
                        </a:spcBef>
                        <a:spcAft>
                          <a:spcPts val="0"/>
                        </a:spcAft>
                        <a:buClr>
                          <a:srgbClr val="000000"/>
                        </a:buClr>
                        <a:buSzPts val="2600"/>
                        <a:buFont typeface="Arial"/>
                        <a:buNone/>
                      </a:pPr>
                      <a:r>
                        <a:t/>
                      </a:r>
                      <a:endParaRPr sz="2600" u="none" cap="none" strike="noStrike">
                        <a:latin typeface="Times New Roman"/>
                        <a:ea typeface="Times New Roman"/>
                        <a:cs typeface="Times New Roman"/>
                        <a:sym typeface="Times New Roman"/>
                      </a:endParaRPr>
                    </a:p>
                  </a:txBody>
                  <a:tcPr marT="0" marB="0" marR="0" marL="0"/>
                </a:tc>
                <a:tc rowSpan="2" hMerge="1"/>
                <a:tc rowSpan="2" hMerge="1"/>
              </a:tr>
              <a:tr h="392100">
                <a:tc>
                  <a:txBody>
                    <a:bodyPr/>
                    <a:lstStyle/>
                    <a:p>
                      <a:pPr indent="0" lvl="0" marL="0" marR="51435"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SWI</a:t>
                      </a:r>
                      <a:endParaRPr sz="2400" u="none" cap="none" strike="noStrike">
                        <a:latin typeface="Courier New"/>
                        <a:ea typeface="Courier New"/>
                        <a:cs typeface="Courier New"/>
                        <a:sym typeface="Courier New"/>
                      </a:endParaRPr>
                    </a:p>
                  </a:txBody>
                  <a:tcPr marT="0" marB="0" marR="0" marL="0"/>
                </a:tc>
                <a:tc>
                  <a:txBody>
                    <a:bodyPr/>
                    <a:lstStyle/>
                    <a:p>
                      <a:pPr indent="0" lvl="0" marL="90170"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0</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c gridSpan="3" vMerge="1"/>
                <a:tc hMerge="1" vMerge="1"/>
                <a:tc hMerge="1" vMerge="1"/>
              </a:tr>
            </a:tbl>
          </a:graphicData>
        </a:graphic>
      </p:graphicFrame>
      <p:sp>
        <p:nvSpPr>
          <p:cNvPr id="514" name="Google Shape;514;p18"/>
          <p:cNvSpPr txBox="1"/>
          <p:nvPr/>
        </p:nvSpPr>
        <p:spPr>
          <a:xfrm>
            <a:off x="535940" y="5014367"/>
            <a:ext cx="3423285" cy="1441450"/>
          </a:xfrm>
          <a:prstGeom prst="rect">
            <a:avLst/>
          </a:prstGeom>
          <a:noFill/>
          <a:ln>
            <a:noFill/>
          </a:ln>
        </p:spPr>
        <p:txBody>
          <a:bodyPr anchorCtr="0" anchor="t" bIns="0" lIns="0" spcFirstLastPara="1" rIns="0" wrap="square" tIns="118100">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ourier New"/>
                <a:ea typeface="Courier New"/>
                <a:cs typeface="Courier New"/>
                <a:sym typeface="Courier New"/>
              </a:rPr>
              <a:t>.global _start</a:t>
            </a:r>
            <a:endParaRPr b="0" i="0" sz="2800" u="none" cap="none" strike="noStrike">
              <a:solidFill>
                <a:srgbClr val="000000"/>
              </a:solidFill>
              <a:latin typeface="Courier New"/>
              <a:ea typeface="Courier New"/>
              <a:cs typeface="Courier New"/>
              <a:sym typeface="Courier New"/>
            </a:endParaRPr>
          </a:p>
          <a:p>
            <a:pPr indent="-285750" lvl="1" marL="755650" marR="0" rtl="0" algn="l">
              <a:lnSpc>
                <a:spcPct val="100000"/>
              </a:lnSpc>
              <a:spcBef>
                <a:spcPts val="71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assembler directive</a:t>
            </a:r>
            <a:endParaRPr b="0" i="0" sz="2400" u="none" cap="none" strike="noStrike">
              <a:solidFill>
                <a:srgbClr val="000000"/>
              </a:solidFill>
              <a:latin typeface="Carlito"/>
              <a:ea typeface="Carlito"/>
              <a:cs typeface="Carlito"/>
              <a:sym typeface="Carlito"/>
            </a:endParaRPr>
          </a:p>
          <a:p>
            <a:pPr indent="-285750" lvl="1" marL="755650" marR="0" rtl="0" algn="l">
              <a:lnSpc>
                <a:spcPct val="100000"/>
              </a:lnSpc>
              <a:spcBef>
                <a:spcPts val="48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entry point	</a:t>
            </a:r>
            <a:r>
              <a:rPr b="0" i="0" lang="en-US" sz="2400" u="none" cap="none" strike="noStrike">
                <a:solidFill>
                  <a:srgbClr val="000000"/>
                </a:solidFill>
                <a:latin typeface="Courier New"/>
                <a:ea typeface="Courier New"/>
                <a:cs typeface="Courier New"/>
                <a:sym typeface="Courier New"/>
              </a:rPr>
              <a:t>_start</a:t>
            </a:r>
            <a:endParaRPr b="0" i="0" sz="2400" u="none" cap="none" strike="noStrike">
              <a:solidFill>
                <a:srgbClr val="000000"/>
              </a:solidFill>
              <a:latin typeface="Courier New"/>
              <a:ea typeface="Courier New"/>
              <a:cs typeface="Courier New"/>
              <a:sym typeface="Courier New"/>
            </a:endParaRPr>
          </a:p>
        </p:txBody>
      </p:sp>
      <p:sp>
        <p:nvSpPr>
          <p:cNvPr id="515" name="Google Shape;515;p18"/>
          <p:cNvSpPr txBox="1"/>
          <p:nvPr/>
        </p:nvSpPr>
        <p:spPr>
          <a:xfrm>
            <a:off x="4115308" y="6064250"/>
            <a:ext cx="235331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rlito"/>
                <a:ea typeface="Carlito"/>
                <a:cs typeface="Carlito"/>
                <a:sym typeface="Carlito"/>
              </a:rPr>
              <a:t>is visible externally</a:t>
            </a:r>
            <a:endParaRPr b="0" i="0" sz="2400" u="none" cap="none" strike="noStrike">
              <a:solidFill>
                <a:srgbClr val="000000"/>
              </a:solidFill>
              <a:latin typeface="Carlito"/>
              <a:ea typeface="Carlito"/>
              <a:cs typeface="Carlito"/>
              <a:sym typeface="Carli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9" name="Shape 519"/>
        <p:cNvGrpSpPr/>
        <p:nvPr/>
      </p:nvGrpSpPr>
      <p:grpSpPr>
        <a:xfrm>
          <a:off x="0" y="0"/>
          <a:ext cx="0" cy="0"/>
          <a:chOff x="0" y="0"/>
          <a:chExt cx="0" cy="0"/>
        </a:xfrm>
      </p:grpSpPr>
      <p:sp>
        <p:nvSpPr>
          <p:cNvPr id="520" name="Google Shape;520;p19"/>
          <p:cNvSpPr txBox="1"/>
          <p:nvPr>
            <p:ph type="title"/>
          </p:nvPr>
        </p:nvSpPr>
        <p:spPr>
          <a:xfrm>
            <a:off x="1257553" y="462279"/>
            <a:ext cx="6626859"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Running assembler programs</a:t>
            </a:r>
            <a:endParaRPr/>
          </a:p>
        </p:txBody>
      </p:sp>
      <p:sp>
        <p:nvSpPr>
          <p:cNvPr id="521" name="Google Shape;521;p19"/>
          <p:cNvSpPr txBox="1"/>
          <p:nvPr/>
        </p:nvSpPr>
        <p:spPr>
          <a:xfrm>
            <a:off x="535940" y="1511097"/>
            <a:ext cx="5645785" cy="4649470"/>
          </a:xfrm>
          <a:prstGeom prst="rect">
            <a:avLst/>
          </a:prstGeom>
          <a:noFill/>
          <a:ln>
            <a:noFill/>
          </a:ln>
        </p:spPr>
        <p:txBody>
          <a:bodyPr anchorCtr="0" anchor="t" bIns="0" lIns="0" spcFirstLastPara="1" rIns="0" wrap="square" tIns="97775">
            <a:spAutoFit/>
          </a:bodyPr>
          <a:lstStyle/>
          <a:p>
            <a:pPr indent="-342900" lvl="0" marL="355600" marR="0" rtl="0" algn="l">
              <a:lnSpc>
                <a:spcPct val="100000"/>
              </a:lnSpc>
              <a:spcBef>
                <a:spcPts val="0"/>
              </a:spcBef>
              <a:spcAft>
                <a:spcPts val="0"/>
              </a:spcAft>
              <a:buClr>
                <a:srgbClr val="000000"/>
              </a:buClr>
              <a:buSzPts val="2800"/>
              <a:buFont typeface="Arial"/>
              <a:buChar char="•"/>
            </a:pPr>
            <a:r>
              <a:rPr b="0" i="1" lang="en-US" sz="2800" u="none" cap="none" strike="noStrike">
                <a:solidFill>
                  <a:srgbClr val="000000"/>
                </a:solidFill>
                <a:latin typeface="Carlito"/>
                <a:ea typeface="Carlito"/>
                <a:cs typeface="Carlito"/>
                <a:sym typeface="Carlito"/>
              </a:rPr>
              <a:t>file</a:t>
            </a:r>
            <a:r>
              <a:rPr b="0" i="0" lang="en-US" sz="2800" u="none" cap="none" strike="noStrike">
                <a:solidFill>
                  <a:srgbClr val="000000"/>
                </a:solidFill>
                <a:latin typeface="Courier New"/>
                <a:ea typeface="Courier New"/>
                <a:cs typeface="Courier New"/>
                <a:sym typeface="Courier New"/>
              </a:rPr>
              <a:t>.s </a:t>
            </a:r>
            <a:r>
              <a:rPr b="0" i="0" lang="en-US" sz="2800" u="none" cap="none" strike="noStrike">
                <a:solidFill>
                  <a:srgbClr val="000000"/>
                </a:solidFill>
                <a:latin typeface="Carlito"/>
                <a:ea typeface="Carlito"/>
                <a:cs typeface="Carlito"/>
                <a:sym typeface="Carlito"/>
              </a:rPr>
              <a:t>== assembly language source</a:t>
            </a:r>
            <a:endParaRPr b="0" i="0" sz="2800" u="none" cap="none" strike="noStrike">
              <a:solidFill>
                <a:srgbClr val="000000"/>
              </a:solidFill>
              <a:latin typeface="Carlito"/>
              <a:ea typeface="Carlito"/>
              <a:cs typeface="Carlito"/>
              <a:sym typeface="Carlito"/>
            </a:endParaRPr>
          </a:p>
          <a:p>
            <a:pPr indent="0" lvl="0" marL="12700" marR="0" rtl="0" algn="l">
              <a:lnSpc>
                <a:spcPct val="100000"/>
              </a:lnSpc>
              <a:spcBef>
                <a:spcPts val="67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 as -o </a:t>
            </a:r>
            <a:r>
              <a:rPr b="0" i="1" lang="en-US" sz="2800" u="none" cap="none" strike="noStrike">
                <a:solidFill>
                  <a:srgbClr val="000000"/>
                </a:solidFill>
                <a:latin typeface="Carlito"/>
                <a:ea typeface="Carlito"/>
                <a:cs typeface="Carlito"/>
                <a:sym typeface="Carlito"/>
              </a:rPr>
              <a:t>file</a:t>
            </a:r>
            <a:r>
              <a:rPr b="0" i="0" lang="en-US" sz="2800" u="none" cap="none" strike="noStrike">
                <a:solidFill>
                  <a:srgbClr val="000000"/>
                </a:solidFill>
                <a:latin typeface="Courier New"/>
                <a:ea typeface="Courier New"/>
                <a:cs typeface="Courier New"/>
                <a:sym typeface="Courier New"/>
              </a:rPr>
              <a:t>.o </a:t>
            </a:r>
            <a:r>
              <a:rPr b="0" i="1" lang="en-US" sz="2800" u="none" cap="none" strike="noStrike">
                <a:solidFill>
                  <a:srgbClr val="000000"/>
                </a:solidFill>
                <a:latin typeface="Carlito"/>
                <a:ea typeface="Carlito"/>
                <a:cs typeface="Carlito"/>
                <a:sym typeface="Carlito"/>
              </a:rPr>
              <a:t>file</a:t>
            </a:r>
            <a:r>
              <a:rPr b="0" i="0" lang="en-US" sz="2800" u="none" cap="none" strike="noStrike">
                <a:solidFill>
                  <a:srgbClr val="000000"/>
                </a:solidFill>
                <a:latin typeface="Courier New"/>
                <a:ea typeface="Courier New"/>
                <a:cs typeface="Courier New"/>
                <a:sym typeface="Courier New"/>
              </a:rPr>
              <a:t>.s</a:t>
            </a:r>
            <a:endParaRPr b="0" i="0" sz="2800" u="none" cap="none" strike="noStrike">
              <a:solidFill>
                <a:srgbClr val="000000"/>
              </a:solidFill>
              <a:latin typeface="Courier New"/>
              <a:ea typeface="Courier New"/>
              <a:cs typeface="Courier New"/>
              <a:sym typeface="Courier New"/>
            </a:endParaRPr>
          </a:p>
          <a:p>
            <a:pPr indent="-342900" lvl="0" marL="3556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assemble </a:t>
            </a:r>
            <a:r>
              <a:rPr b="0" i="1" lang="en-US" sz="2800" u="none" cap="none" strike="noStrike">
                <a:solidFill>
                  <a:srgbClr val="000000"/>
                </a:solidFill>
                <a:latin typeface="Carlito"/>
                <a:ea typeface="Carlito"/>
                <a:cs typeface="Carlito"/>
                <a:sym typeface="Carlito"/>
              </a:rPr>
              <a:t>file</a:t>
            </a:r>
            <a:r>
              <a:rPr b="0" i="0" lang="en-US" sz="2800" u="none" cap="none" strike="noStrike">
                <a:solidFill>
                  <a:srgbClr val="000000"/>
                </a:solidFill>
                <a:latin typeface="Courier New"/>
                <a:ea typeface="Courier New"/>
                <a:cs typeface="Courier New"/>
                <a:sym typeface="Courier New"/>
              </a:rPr>
              <a:t>.s </a:t>
            </a:r>
            <a:r>
              <a:rPr b="0" i="0" lang="en-US" sz="2800" u="none" cap="none" strike="noStrike">
                <a:solidFill>
                  <a:srgbClr val="000000"/>
                </a:solidFill>
                <a:latin typeface="Carlito"/>
                <a:ea typeface="Carlito"/>
                <a:cs typeface="Carlito"/>
                <a:sym typeface="Carlito"/>
              </a:rPr>
              <a:t>to </a:t>
            </a:r>
            <a:r>
              <a:rPr b="0" i="1" lang="en-US" sz="2800" u="none" cap="none" strike="noStrike">
                <a:solidFill>
                  <a:srgbClr val="000000"/>
                </a:solidFill>
                <a:latin typeface="Carlito"/>
                <a:ea typeface="Carlito"/>
                <a:cs typeface="Carlito"/>
                <a:sym typeface="Carlito"/>
              </a:rPr>
              <a:t>file</a:t>
            </a:r>
            <a:r>
              <a:rPr b="0" i="0" lang="en-US" sz="2800" u="none" cap="none" strike="noStrike">
                <a:solidFill>
                  <a:srgbClr val="000000"/>
                </a:solidFill>
                <a:latin typeface="Courier New"/>
                <a:ea typeface="Courier New"/>
                <a:cs typeface="Courier New"/>
                <a:sym typeface="Courier New"/>
              </a:rPr>
              <a:t>.o</a:t>
            </a:r>
            <a:endParaRPr b="0" i="0" sz="2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67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 ld -o </a:t>
            </a:r>
            <a:r>
              <a:rPr b="0" i="1" lang="en-US" sz="2800" u="none" cap="none" strike="noStrike">
                <a:solidFill>
                  <a:srgbClr val="000000"/>
                </a:solidFill>
                <a:latin typeface="Carlito"/>
                <a:ea typeface="Carlito"/>
                <a:cs typeface="Carlito"/>
                <a:sym typeface="Carlito"/>
              </a:rPr>
              <a:t>file file</a:t>
            </a:r>
            <a:r>
              <a:rPr b="0" i="0" lang="en-US" sz="2800" u="none" cap="none" strike="noStrike">
                <a:solidFill>
                  <a:srgbClr val="000000"/>
                </a:solidFill>
                <a:latin typeface="Courier New"/>
                <a:ea typeface="Courier New"/>
                <a:cs typeface="Courier New"/>
                <a:sym typeface="Courier New"/>
              </a:rPr>
              <a:t>.o</a:t>
            </a:r>
            <a:endParaRPr b="0" i="0" sz="2800" u="none" cap="none" strike="noStrike">
              <a:solidFill>
                <a:srgbClr val="000000"/>
              </a:solidFill>
              <a:latin typeface="Courier New"/>
              <a:ea typeface="Courier New"/>
              <a:cs typeface="Courier New"/>
              <a:sym typeface="Courier New"/>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create executable </a:t>
            </a:r>
            <a:r>
              <a:rPr b="0" i="1" lang="en-US" sz="2800" u="none" cap="none" strike="noStrike">
                <a:solidFill>
                  <a:srgbClr val="000000"/>
                </a:solidFill>
                <a:latin typeface="Carlito"/>
                <a:ea typeface="Carlito"/>
                <a:cs typeface="Carlito"/>
                <a:sym typeface="Carlito"/>
              </a:rPr>
              <a:t>file </a:t>
            </a:r>
            <a:r>
              <a:rPr b="0" i="0" lang="en-US" sz="2800" u="none" cap="none" strike="noStrike">
                <a:solidFill>
                  <a:srgbClr val="000000"/>
                </a:solidFill>
                <a:latin typeface="Carlito"/>
                <a:ea typeface="Carlito"/>
                <a:cs typeface="Carlito"/>
                <a:sym typeface="Carlito"/>
              </a:rPr>
              <a:t>from </a:t>
            </a:r>
            <a:r>
              <a:rPr b="0" i="1" lang="en-US" sz="2800" u="none" cap="none" strike="noStrike">
                <a:solidFill>
                  <a:srgbClr val="000000"/>
                </a:solidFill>
                <a:latin typeface="Carlito"/>
                <a:ea typeface="Carlito"/>
                <a:cs typeface="Carlito"/>
                <a:sym typeface="Carlito"/>
              </a:rPr>
              <a:t>file</a:t>
            </a:r>
            <a:r>
              <a:rPr b="0" i="0" lang="en-US" sz="2800" u="none" cap="none" strike="noStrike">
                <a:solidFill>
                  <a:srgbClr val="000000"/>
                </a:solidFill>
                <a:latin typeface="Courier New"/>
                <a:ea typeface="Courier New"/>
                <a:cs typeface="Courier New"/>
                <a:sym typeface="Courier New"/>
              </a:rPr>
              <a:t>.o</a:t>
            </a:r>
            <a:endParaRPr b="0" i="0" sz="2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63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 ./file</a:t>
            </a:r>
            <a:endParaRPr b="0" i="0" sz="2800" u="none" cap="none" strike="noStrike">
              <a:solidFill>
                <a:srgbClr val="000000"/>
              </a:solidFill>
              <a:latin typeface="Courier New"/>
              <a:ea typeface="Courier New"/>
              <a:cs typeface="Courier New"/>
              <a:sym typeface="Courier New"/>
            </a:endParaRPr>
          </a:p>
          <a:p>
            <a:pPr indent="-342900" lvl="0" marL="355600" marR="0" rtl="0" algn="l">
              <a:lnSpc>
                <a:spcPct val="100000"/>
              </a:lnSpc>
              <a:spcBef>
                <a:spcPts val="71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run executable in </a:t>
            </a:r>
            <a:r>
              <a:rPr b="0" i="1" lang="en-US" sz="2800" u="none" cap="none" strike="noStrike">
                <a:solidFill>
                  <a:srgbClr val="000000"/>
                </a:solidFill>
                <a:latin typeface="Carlito"/>
                <a:ea typeface="Carlito"/>
                <a:cs typeface="Carlito"/>
                <a:sym typeface="Carlito"/>
              </a:rPr>
              <a:t>file </a:t>
            </a:r>
            <a:r>
              <a:rPr b="0" i="0" lang="en-US" sz="2800" u="none" cap="none" strike="noStrike">
                <a:solidFill>
                  <a:srgbClr val="000000"/>
                </a:solidFill>
                <a:latin typeface="Carlito"/>
                <a:ea typeface="Carlito"/>
                <a:cs typeface="Carlito"/>
                <a:sym typeface="Carlito"/>
              </a:rPr>
              <a:t>from </a:t>
            </a:r>
            <a:r>
              <a:rPr b="0" i="0" lang="en-US" sz="2800" u="none" cap="none" strike="noStrike">
                <a:solidFill>
                  <a:srgbClr val="000000"/>
                </a:solidFill>
                <a:latin typeface="Courier New"/>
                <a:ea typeface="Courier New"/>
                <a:cs typeface="Courier New"/>
                <a:sym typeface="Courier New"/>
              </a:rPr>
              <a:t>_start</a:t>
            </a:r>
            <a:endParaRPr b="0" i="0" sz="2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63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 echo $?</a:t>
            </a:r>
            <a:endParaRPr b="0" i="0" sz="2800" u="none" cap="none" strike="noStrike">
              <a:solidFill>
                <a:srgbClr val="000000"/>
              </a:solidFill>
              <a:latin typeface="Courier New"/>
              <a:ea typeface="Courier New"/>
              <a:cs typeface="Courier New"/>
              <a:sym typeface="Courier New"/>
            </a:endParaRPr>
          </a:p>
          <a:p>
            <a:pPr indent="-342900" lvl="0" marL="355600" marR="0" rtl="0" algn="l">
              <a:lnSpc>
                <a:spcPct val="100000"/>
              </a:lnSpc>
              <a:spcBef>
                <a:spcPts val="82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display R0</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5" name="Shape 525"/>
        <p:cNvGrpSpPr/>
        <p:nvPr/>
      </p:nvGrpSpPr>
      <p:grpSpPr>
        <a:xfrm>
          <a:off x="0" y="0"/>
          <a:ext cx="0" cy="0"/>
          <a:chOff x="0" y="0"/>
          <a:chExt cx="0" cy="0"/>
        </a:xfrm>
      </p:grpSpPr>
      <p:sp>
        <p:nvSpPr>
          <p:cNvPr id="526" name="Google Shape;526;p20"/>
          <p:cNvSpPr txBox="1"/>
          <p:nvPr>
            <p:ph type="title"/>
          </p:nvPr>
        </p:nvSpPr>
        <p:spPr>
          <a:xfrm>
            <a:off x="3048507" y="462279"/>
            <a:ext cx="304736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exit</a:t>
            </a:r>
            <a:endParaRPr/>
          </a:p>
        </p:txBody>
      </p:sp>
      <p:graphicFrame>
        <p:nvGraphicFramePr>
          <p:cNvPr id="527" name="Google Shape;527;p20"/>
          <p:cNvGraphicFramePr/>
          <p:nvPr/>
        </p:nvGraphicFramePr>
        <p:xfrm>
          <a:off x="516890" y="1642736"/>
          <a:ext cx="3000000" cy="3000000"/>
        </p:xfrm>
        <a:graphic>
          <a:graphicData uri="http://schemas.openxmlformats.org/drawingml/2006/table">
            <a:tbl>
              <a:tblPr bandRow="1" firstRow="1">
                <a:noFill/>
                <a:tableStyleId>{A208092A-0E1D-4A29-AAB8-C88494F253AD}</a:tableStyleId>
              </a:tblPr>
              <a:tblGrid>
                <a:gridCol w="325125"/>
                <a:gridCol w="6632575"/>
              </a:tblGrid>
              <a:tr h="1716550">
                <a:tc>
                  <a:txBody>
                    <a:bodyPr/>
                    <a:lstStyle/>
                    <a:p>
                      <a:pPr indent="0" lvl="0" marL="31750" marR="0" rtl="0" algn="l">
                        <a:lnSpc>
                          <a:spcPct val="110468"/>
                        </a:lnSpc>
                        <a:spcBef>
                          <a:spcPts val="0"/>
                        </a:spcBef>
                        <a:spcAft>
                          <a:spcPts val="0"/>
                        </a:spcAft>
                        <a:buClr>
                          <a:srgbClr val="000000"/>
                        </a:buClr>
                        <a:buSzPts val="3200"/>
                        <a:buFont typeface="Arial"/>
                        <a:buNone/>
                      </a:pPr>
                      <a:r>
                        <a:rPr lang="en-US" sz="3200" u="none" cap="none" strike="noStrike">
                          <a:latin typeface="Arial"/>
                          <a:ea typeface="Arial"/>
                          <a:cs typeface="Arial"/>
                          <a:sym typeface="Arial"/>
                        </a:rPr>
                        <a:t>•</a:t>
                      </a:r>
                      <a:endParaRPr sz="3200" u="none" cap="none" strike="noStrike">
                        <a:latin typeface="Arial"/>
                        <a:ea typeface="Arial"/>
                        <a:cs typeface="Arial"/>
                        <a:sym typeface="Arial"/>
                      </a:endParaRPr>
                    </a:p>
                    <a:p>
                      <a:pPr indent="0" lvl="0" marL="31750" marR="0" rtl="0" algn="l">
                        <a:lnSpc>
                          <a:spcPct val="100000"/>
                        </a:lnSpc>
                        <a:spcBef>
                          <a:spcPts val="720"/>
                        </a:spcBef>
                        <a:spcAft>
                          <a:spcPts val="0"/>
                        </a:spcAft>
                        <a:buClr>
                          <a:srgbClr val="000000"/>
                        </a:buClr>
                        <a:buSzPts val="3200"/>
                        <a:buFont typeface="Arial"/>
                        <a:buNone/>
                      </a:pPr>
                      <a:r>
                        <a:rPr lang="en-US" sz="3200" u="none" cap="none" strike="noStrike">
                          <a:latin typeface="Courier New"/>
                          <a:ea typeface="Courier New"/>
                          <a:cs typeface="Courier New"/>
                          <a:sym typeface="Courier New"/>
                        </a:rPr>
                        <a:t>$</a:t>
                      </a:r>
                      <a:endParaRPr sz="3200" u="none" cap="none" strike="noStrike">
                        <a:latin typeface="Courier New"/>
                        <a:ea typeface="Courier New"/>
                        <a:cs typeface="Courier New"/>
                        <a:sym typeface="Courier New"/>
                      </a:endParaRPr>
                    </a:p>
                    <a:p>
                      <a:pPr indent="0" lvl="0" marL="31750" marR="0" rtl="0" algn="l">
                        <a:lnSpc>
                          <a:spcPct val="100000"/>
                        </a:lnSpc>
                        <a:spcBef>
                          <a:spcPts val="765"/>
                        </a:spcBef>
                        <a:spcAft>
                          <a:spcPts val="0"/>
                        </a:spcAft>
                        <a:buClr>
                          <a:srgbClr val="000000"/>
                        </a:buClr>
                        <a:buSzPts val="3200"/>
                        <a:buFont typeface="Arial"/>
                        <a:buNone/>
                      </a:pPr>
                      <a:r>
                        <a:rPr lang="en-US" sz="3200" u="none" cap="none" strike="noStrike">
                          <a:latin typeface="Courier New"/>
                          <a:ea typeface="Courier New"/>
                          <a:cs typeface="Courier New"/>
                          <a:sym typeface="Courier New"/>
                        </a:rPr>
                        <a:t>$</a:t>
                      </a:r>
                      <a:endParaRPr sz="3200" u="none" cap="none" strike="noStrike">
                        <a:latin typeface="Courier New"/>
                        <a:ea typeface="Courier New"/>
                        <a:cs typeface="Courier New"/>
                        <a:sym typeface="Courier New"/>
                      </a:endParaRPr>
                    </a:p>
                  </a:txBody>
                  <a:tcPr marT="0" marB="0" marR="0" marL="0"/>
                </a:tc>
                <a:tc>
                  <a:txBody>
                    <a:bodyPr/>
                    <a:lstStyle/>
                    <a:p>
                      <a:pPr indent="0" lvl="0" marL="48895" marR="0" rtl="0" algn="l">
                        <a:lnSpc>
                          <a:spcPct val="110468"/>
                        </a:lnSpc>
                        <a:spcBef>
                          <a:spcPts val="0"/>
                        </a:spcBef>
                        <a:spcAft>
                          <a:spcPts val="0"/>
                        </a:spcAft>
                        <a:buClr>
                          <a:srgbClr val="000000"/>
                        </a:buClr>
                        <a:buSzPts val="3200"/>
                        <a:buFont typeface="Arial"/>
                        <a:buNone/>
                      </a:pPr>
                      <a:r>
                        <a:rPr lang="en-US" sz="3200" u="none" cap="none" strike="noStrike">
                          <a:latin typeface="Carlito"/>
                          <a:ea typeface="Carlito"/>
                          <a:cs typeface="Carlito"/>
                          <a:sym typeface="Carlito"/>
                        </a:rPr>
                        <a:t>suppose </a:t>
                      </a:r>
                      <a:r>
                        <a:rPr lang="en-US" sz="3200" u="none" cap="none" strike="noStrike">
                          <a:latin typeface="Courier New"/>
                          <a:ea typeface="Courier New"/>
                          <a:cs typeface="Courier New"/>
                          <a:sym typeface="Courier New"/>
                        </a:rPr>
                        <a:t>exit.s </a:t>
                      </a:r>
                      <a:r>
                        <a:rPr lang="en-US" sz="3200" u="none" cap="none" strike="noStrike">
                          <a:latin typeface="Carlito"/>
                          <a:ea typeface="Carlito"/>
                          <a:cs typeface="Carlito"/>
                          <a:sym typeface="Carlito"/>
                        </a:rPr>
                        <a:t>is basic start program</a:t>
                      </a:r>
                      <a:endParaRPr sz="3200" u="none" cap="none" strike="noStrike">
                        <a:latin typeface="Carlito"/>
                        <a:ea typeface="Carlito"/>
                        <a:cs typeface="Carlito"/>
                        <a:sym typeface="Carlito"/>
                      </a:endParaRPr>
                    </a:p>
                    <a:p>
                      <a:pPr indent="-633" lvl="0" marL="195580" marR="1781175" rtl="0" algn="l">
                        <a:lnSpc>
                          <a:spcPct val="144062"/>
                        </a:lnSpc>
                        <a:spcBef>
                          <a:spcPts val="229"/>
                        </a:spcBef>
                        <a:spcAft>
                          <a:spcPts val="0"/>
                        </a:spcAft>
                        <a:buClr>
                          <a:srgbClr val="000000"/>
                        </a:buClr>
                        <a:buSzPts val="3200"/>
                        <a:buFont typeface="Arial"/>
                        <a:buNone/>
                      </a:pPr>
                      <a:r>
                        <a:rPr lang="en-US" sz="3200" u="none" cap="none" strike="noStrike">
                          <a:latin typeface="Courier New"/>
                          <a:ea typeface="Courier New"/>
                          <a:cs typeface="Courier New"/>
                          <a:sym typeface="Courier New"/>
                        </a:rPr>
                        <a:t>as -o exit.o exit.s  ld -o exit exit.o</a:t>
                      </a:r>
                      <a:endParaRPr sz="3200" u="none" cap="none" strike="noStrike">
                        <a:latin typeface="Courier New"/>
                        <a:ea typeface="Courier New"/>
                        <a:cs typeface="Courier New"/>
                        <a:sym typeface="Courier New"/>
                      </a:endParaRPr>
                    </a:p>
                  </a:txBody>
                  <a:tcPr marT="0" marB="0" marR="0" marL="0"/>
                </a:tc>
              </a:tr>
              <a:tr h="585475">
                <a:tc>
                  <a:txBody>
                    <a:bodyPr/>
                    <a:lstStyle/>
                    <a:p>
                      <a:pPr indent="0" lvl="0" marL="0" marR="9525" rtl="0" algn="ctr">
                        <a:lnSpc>
                          <a:spcPct val="118593"/>
                        </a:lnSpc>
                        <a:spcBef>
                          <a:spcPts val="0"/>
                        </a:spcBef>
                        <a:spcAft>
                          <a:spcPts val="0"/>
                        </a:spcAft>
                        <a:buClr>
                          <a:srgbClr val="000000"/>
                        </a:buClr>
                        <a:buSzPts val="3200"/>
                        <a:buFont typeface="Arial"/>
                        <a:buNone/>
                      </a:pPr>
                      <a:r>
                        <a:rPr lang="en-US" sz="3200" u="none" cap="none" strike="noStrike">
                          <a:latin typeface="Courier New"/>
                          <a:ea typeface="Courier New"/>
                          <a:cs typeface="Courier New"/>
                          <a:sym typeface="Courier New"/>
                        </a:rPr>
                        <a:t>$</a:t>
                      </a:r>
                      <a:endParaRPr sz="3200" u="none" cap="none" strike="noStrike">
                        <a:latin typeface="Courier New"/>
                        <a:ea typeface="Courier New"/>
                        <a:cs typeface="Courier New"/>
                        <a:sym typeface="Courier New"/>
                      </a:endParaRPr>
                    </a:p>
                  </a:txBody>
                  <a:tcPr marT="0" marB="0" marR="0" marL="0"/>
                </a:tc>
                <a:tc>
                  <a:txBody>
                    <a:bodyPr/>
                    <a:lstStyle/>
                    <a:p>
                      <a:pPr indent="0" lvl="0" marL="195580" marR="0" rtl="0" algn="l">
                        <a:lnSpc>
                          <a:spcPct val="118593"/>
                        </a:lnSpc>
                        <a:spcBef>
                          <a:spcPts val="0"/>
                        </a:spcBef>
                        <a:spcAft>
                          <a:spcPts val="0"/>
                        </a:spcAft>
                        <a:buClr>
                          <a:srgbClr val="000000"/>
                        </a:buClr>
                        <a:buSzPts val="3200"/>
                        <a:buFont typeface="Arial"/>
                        <a:buNone/>
                      </a:pPr>
                      <a:r>
                        <a:rPr lang="en-US" sz="3200" u="none" cap="none" strike="noStrike">
                          <a:latin typeface="Courier New"/>
                          <a:ea typeface="Courier New"/>
                          <a:cs typeface="Courier New"/>
                          <a:sym typeface="Courier New"/>
                        </a:rPr>
                        <a:t>./exit</a:t>
                      </a:r>
                      <a:endParaRPr sz="3200" u="none" cap="none" strike="noStrike">
                        <a:latin typeface="Courier New"/>
                        <a:ea typeface="Courier New"/>
                        <a:cs typeface="Courier New"/>
                        <a:sym typeface="Courier New"/>
                      </a:endParaRPr>
                    </a:p>
                  </a:txBody>
                  <a:tcPr marT="0" marB="0" marR="0" marL="0"/>
                </a:tc>
              </a:tr>
              <a:tr h="522625">
                <a:tc>
                  <a:txBody>
                    <a:bodyPr/>
                    <a:lstStyle/>
                    <a:p>
                      <a:pPr indent="0" lvl="0" marL="0" marR="10160" rtl="0" algn="ctr">
                        <a:lnSpc>
                          <a:spcPct val="118593"/>
                        </a:lnSpc>
                        <a:spcBef>
                          <a:spcPts val="0"/>
                        </a:spcBef>
                        <a:spcAft>
                          <a:spcPts val="0"/>
                        </a:spcAft>
                        <a:buClr>
                          <a:srgbClr val="000000"/>
                        </a:buClr>
                        <a:buSzPts val="3200"/>
                        <a:buFont typeface="Arial"/>
                        <a:buNone/>
                      </a:pPr>
                      <a:r>
                        <a:rPr lang="en-US" sz="3200" u="none" cap="none" strike="noStrike">
                          <a:latin typeface="Courier New"/>
                          <a:ea typeface="Courier New"/>
                          <a:cs typeface="Courier New"/>
                          <a:sym typeface="Courier New"/>
                        </a:rPr>
                        <a:t>$</a:t>
                      </a:r>
                      <a:endParaRPr sz="3200" u="none" cap="none" strike="noStrike">
                        <a:latin typeface="Courier New"/>
                        <a:ea typeface="Courier New"/>
                        <a:cs typeface="Courier New"/>
                        <a:sym typeface="Courier New"/>
                      </a:endParaRPr>
                    </a:p>
                  </a:txBody>
                  <a:tcPr marT="0" marB="0" marR="0" marL="0"/>
                </a:tc>
                <a:tc>
                  <a:txBody>
                    <a:bodyPr/>
                    <a:lstStyle/>
                    <a:p>
                      <a:pPr indent="0" lvl="0" marL="195580" marR="0" rtl="0" algn="l">
                        <a:lnSpc>
                          <a:spcPct val="118593"/>
                        </a:lnSpc>
                        <a:spcBef>
                          <a:spcPts val="0"/>
                        </a:spcBef>
                        <a:spcAft>
                          <a:spcPts val="0"/>
                        </a:spcAft>
                        <a:buClr>
                          <a:srgbClr val="000000"/>
                        </a:buClr>
                        <a:buSzPts val="3200"/>
                        <a:buFont typeface="Arial"/>
                        <a:buNone/>
                      </a:pPr>
                      <a:r>
                        <a:rPr lang="en-US" sz="3200" u="none" cap="none" strike="noStrike">
                          <a:latin typeface="Courier New"/>
                          <a:ea typeface="Courier New"/>
                          <a:cs typeface="Courier New"/>
                          <a:sym typeface="Courier New"/>
                        </a:rPr>
                        <a:t>echo $?</a:t>
                      </a:r>
                      <a:endParaRPr sz="3200" u="none" cap="none" strike="noStrike">
                        <a:latin typeface="Courier New"/>
                        <a:ea typeface="Courier New"/>
                        <a:cs typeface="Courier New"/>
                        <a:sym typeface="Courier New"/>
                      </a:endParaRPr>
                    </a:p>
                  </a:txBody>
                  <a:tcPr marT="0" marB="0" marR="0" marL="0"/>
                </a:tc>
              </a:tr>
            </a:tbl>
          </a:graphicData>
        </a:graphic>
      </p:graphicFrame>
      <p:sp>
        <p:nvSpPr>
          <p:cNvPr id="528" name="Google Shape;528;p20"/>
          <p:cNvSpPr txBox="1"/>
          <p:nvPr/>
        </p:nvSpPr>
        <p:spPr>
          <a:xfrm>
            <a:off x="535940" y="4511802"/>
            <a:ext cx="514984" cy="51308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ourier New"/>
                <a:ea typeface="Courier New"/>
                <a:cs typeface="Courier New"/>
                <a:sym typeface="Courier New"/>
              </a:rPr>
              <a:t>65</a:t>
            </a:r>
            <a:endParaRPr b="0" i="0" sz="32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2" name="Shape 532"/>
        <p:cNvGrpSpPr/>
        <p:nvPr/>
      </p:nvGrpSpPr>
      <p:grpSpPr>
        <a:xfrm>
          <a:off x="0" y="0"/>
          <a:ext cx="0" cy="0"/>
          <a:chOff x="0" y="0"/>
          <a:chExt cx="0" cy="0"/>
        </a:xfrm>
      </p:grpSpPr>
      <p:sp>
        <p:nvSpPr>
          <p:cNvPr id="533" name="Google Shape;533;p21"/>
          <p:cNvSpPr txBox="1"/>
          <p:nvPr>
            <p:ph type="title"/>
          </p:nvPr>
        </p:nvSpPr>
        <p:spPr>
          <a:xfrm>
            <a:off x="2971292" y="462279"/>
            <a:ext cx="32023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ADD: addition</a:t>
            </a:r>
            <a:endParaRPr/>
          </a:p>
        </p:txBody>
      </p:sp>
      <p:sp>
        <p:nvSpPr>
          <p:cNvPr id="534" name="Google Shape;534;p21"/>
          <p:cNvSpPr txBox="1"/>
          <p:nvPr/>
        </p:nvSpPr>
        <p:spPr>
          <a:xfrm>
            <a:off x="459740" y="1517192"/>
            <a:ext cx="6790800" cy="5097600"/>
          </a:xfrm>
          <a:prstGeom prst="rect">
            <a:avLst/>
          </a:prstGeom>
          <a:noFill/>
          <a:ln>
            <a:noFill/>
          </a:ln>
        </p:spPr>
        <p:txBody>
          <a:bodyPr anchorCtr="0" anchor="t" bIns="0" lIns="0" spcFirstLastPara="1" rIns="0" wrap="square" tIns="94600">
            <a:spAutoFit/>
          </a:bodyPr>
          <a:lstStyle/>
          <a:p>
            <a:pPr indent="0" lvl="0" marL="889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ADD </a:t>
            </a:r>
            <a:r>
              <a:rPr b="0" i="1" lang="en-US" sz="2800" u="none" cap="none" strike="noStrike">
                <a:solidFill>
                  <a:srgbClr val="000000"/>
                </a:solidFill>
                <a:latin typeface="Carlito"/>
                <a:ea typeface="Carlito"/>
                <a:cs typeface="Carlito"/>
                <a:sym typeface="Carlito"/>
              </a:rPr>
              <a:t>Rd, Rn</a:t>
            </a:r>
            <a:r>
              <a:rPr b="0" i="0" lang="en-US" sz="2800" u="none" cap="none" strike="noStrike">
                <a:solidFill>
                  <a:srgbClr val="000000"/>
                </a:solidFill>
                <a:latin typeface="Carlito"/>
                <a:ea typeface="Carlito"/>
                <a:cs typeface="Carlito"/>
                <a:sym typeface="Carlito"/>
              </a:rPr>
              <a:t>, </a:t>
            </a: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Noto Sans Symbols"/>
                <a:ea typeface="Noto Sans Symbols"/>
                <a:cs typeface="Noto Sans Symbols"/>
                <a:sym typeface="Noto Sans Symbols"/>
              </a:rPr>
              <a:t>🡺</a:t>
            </a:r>
            <a:endParaRPr b="0" i="0" sz="2800" u="none" cap="none" strike="noStrike">
              <a:solidFill>
                <a:srgbClr val="000000"/>
              </a:solidFill>
              <a:latin typeface="Noto Sans Symbols"/>
              <a:ea typeface="Noto Sans Symbols"/>
              <a:cs typeface="Noto Sans Symbols"/>
              <a:sym typeface="Noto Sans Symbols"/>
            </a:endParaRPr>
          </a:p>
          <a:p>
            <a:pPr indent="0" lvl="0" marL="88900" marR="0" rtl="0" algn="l">
              <a:lnSpc>
                <a:spcPct val="100000"/>
              </a:lnSpc>
              <a:spcBef>
                <a:spcPts val="650"/>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Rd </a:t>
            </a:r>
            <a:r>
              <a:rPr b="0" i="0" lang="en-US" sz="2800" u="none" cap="none" strike="noStrike">
                <a:solidFill>
                  <a:srgbClr val="000000"/>
                </a:solidFill>
                <a:latin typeface="Courier New"/>
                <a:ea typeface="Courier New"/>
                <a:cs typeface="Courier New"/>
                <a:sym typeface="Courier New"/>
              </a:rPr>
              <a:t>= </a:t>
            </a:r>
            <a:r>
              <a:rPr b="0" i="1" lang="en-US" sz="2800" u="none" cap="none" strike="noStrike">
                <a:solidFill>
                  <a:srgbClr val="000000"/>
                </a:solidFill>
                <a:latin typeface="Carlito"/>
                <a:ea typeface="Carlito"/>
                <a:cs typeface="Carlito"/>
                <a:sym typeface="Carlito"/>
              </a:rPr>
              <a:t>Rn</a:t>
            </a:r>
            <a:r>
              <a:rPr b="0" i="0" lang="en-US" sz="2800" u="none" cap="none" strike="noStrike">
                <a:solidFill>
                  <a:srgbClr val="000000"/>
                </a:solidFill>
                <a:latin typeface="Courier New"/>
                <a:ea typeface="Courier New"/>
                <a:cs typeface="Courier New"/>
                <a:sym typeface="Courier New"/>
              </a:rPr>
              <a:t>+</a:t>
            </a: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a:t>
            </a:r>
            <a:endParaRPr b="0" baseline="-25000" i="0" sz="2775" u="none" cap="none" strike="noStrike">
              <a:solidFill>
                <a:srgbClr val="000000"/>
              </a:solidFill>
              <a:latin typeface="Carlito"/>
              <a:ea typeface="Carlito"/>
              <a:cs typeface="Carlito"/>
              <a:sym typeface="Carlito"/>
            </a:endParaRPr>
          </a:p>
          <a:p>
            <a:pPr indent="0" lvl="0" marL="88900" marR="3641725" rtl="0" algn="l">
              <a:lnSpc>
                <a:spcPct val="119700"/>
              </a:lnSpc>
              <a:spcBef>
                <a:spcPts val="3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ADD </a:t>
            </a:r>
            <a:r>
              <a:rPr b="0" i="1" lang="en-US" sz="2800" u="none" cap="none" strike="noStrike">
                <a:solidFill>
                  <a:srgbClr val="000000"/>
                </a:solidFill>
                <a:latin typeface="Carlito"/>
                <a:ea typeface="Carlito"/>
                <a:cs typeface="Carlito"/>
                <a:sym typeface="Carlito"/>
              </a:rPr>
              <a:t>Rd, operand</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Noto Sans Symbols"/>
                <a:ea typeface="Noto Sans Symbols"/>
                <a:cs typeface="Noto Sans Symbols"/>
                <a:sym typeface="Noto Sans Symbols"/>
              </a:rPr>
              <a:t>🡺</a:t>
            </a:r>
            <a:r>
              <a:rPr b="0" i="0" lang="en-US" sz="2800" u="none" cap="none" strike="noStrike">
                <a:solidFill>
                  <a:srgbClr val="000000"/>
                </a:solidFill>
                <a:latin typeface="Times New Roman"/>
                <a:ea typeface="Times New Roman"/>
                <a:cs typeface="Times New Roman"/>
                <a:sym typeface="Times New Roman"/>
              </a:rPr>
              <a:t> </a:t>
            </a:r>
            <a:r>
              <a:rPr b="0" i="1" lang="en-US" sz="2800" u="none" cap="none" strike="noStrike">
                <a:solidFill>
                  <a:srgbClr val="000000"/>
                </a:solidFill>
                <a:latin typeface="Carlito"/>
                <a:ea typeface="Carlito"/>
                <a:cs typeface="Carlito"/>
                <a:sym typeface="Carlito"/>
              </a:rPr>
              <a:t>Rd </a:t>
            </a:r>
            <a:r>
              <a:rPr b="0" i="0" lang="en-US" sz="2800" u="none" cap="none" strike="noStrike">
                <a:solidFill>
                  <a:srgbClr val="000000"/>
                </a:solidFill>
                <a:latin typeface="Courier New"/>
                <a:ea typeface="Courier New"/>
                <a:cs typeface="Courier New"/>
                <a:sym typeface="Courier New"/>
              </a:rPr>
              <a:t>=</a:t>
            </a:r>
            <a:r>
              <a:rPr b="0" i="1" lang="en-US" sz="2800" u="none" cap="none" strike="noStrike">
                <a:solidFill>
                  <a:srgbClr val="000000"/>
                </a:solidFill>
                <a:latin typeface="Carlito"/>
                <a:ea typeface="Carlito"/>
                <a:cs typeface="Carlito"/>
                <a:sym typeface="Carlito"/>
              </a:rPr>
              <a:t>Rd</a:t>
            </a:r>
            <a:r>
              <a:rPr b="0" i="0" lang="en-US" sz="2800" u="none" cap="none" strike="noStrike">
                <a:solidFill>
                  <a:srgbClr val="000000"/>
                </a:solidFill>
                <a:latin typeface="Courier New"/>
                <a:ea typeface="Courier New"/>
                <a:cs typeface="Courier New"/>
                <a:sym typeface="Courier New"/>
              </a:rPr>
              <a:t>+</a:t>
            </a: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  </a:t>
            </a:r>
            <a:endParaRPr b="0" baseline="-25000" i="1" sz="2775" u="none" cap="none" strike="noStrike">
              <a:solidFill>
                <a:srgbClr val="000000"/>
              </a:solidFill>
              <a:latin typeface="Carlito"/>
              <a:ea typeface="Carlito"/>
              <a:cs typeface="Carlito"/>
              <a:sym typeface="Carlito"/>
            </a:endParaRPr>
          </a:p>
          <a:p>
            <a:pPr indent="0" lvl="0" marL="88900" marR="3641725" rtl="0" algn="l">
              <a:lnSpc>
                <a:spcPct val="119700"/>
              </a:lnSpc>
              <a:spcBef>
                <a:spcPts val="3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ADDC</a:t>
            </a:r>
            <a:endParaRPr b="0" i="0" sz="2800" u="none" cap="none" strike="noStrike">
              <a:solidFill>
                <a:srgbClr val="000000"/>
              </a:solidFill>
              <a:latin typeface="Courier New"/>
              <a:ea typeface="Courier New"/>
              <a:cs typeface="Courier New"/>
              <a:sym typeface="Courier New"/>
            </a:endParaRPr>
          </a:p>
          <a:p>
            <a:pPr indent="-342900" lvl="0" marL="431800" marR="0" rtl="0" algn="l">
              <a:lnSpc>
                <a:spcPct val="100000"/>
              </a:lnSpc>
              <a:spcBef>
                <a:spcPts val="78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add with carry</a:t>
            </a:r>
            <a:endParaRPr b="0" i="0" sz="2800" u="none" cap="none" strike="noStrike">
              <a:solidFill>
                <a:srgbClr val="000000"/>
              </a:solidFill>
              <a:latin typeface="Carlito"/>
              <a:ea typeface="Carlito"/>
              <a:cs typeface="Carlito"/>
              <a:sym typeface="Carlito"/>
            </a:endParaRPr>
          </a:p>
          <a:p>
            <a:pPr indent="-342900" lvl="0" marL="431800" marR="0" rtl="0" algn="l">
              <a:lnSpc>
                <a:spcPct val="100000"/>
              </a:lnSpc>
              <a:spcBef>
                <a:spcPts val="55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like </a:t>
            </a:r>
            <a:r>
              <a:rPr b="0" i="0" lang="en-US" sz="2800" u="none" cap="none" strike="noStrike">
                <a:solidFill>
                  <a:srgbClr val="000000"/>
                </a:solidFill>
                <a:latin typeface="Courier New"/>
                <a:ea typeface="Courier New"/>
                <a:cs typeface="Courier New"/>
                <a:sym typeface="Courier New"/>
              </a:rPr>
              <a:t>ADD + </a:t>
            </a:r>
            <a:r>
              <a:rPr b="0" i="0" lang="en-US" sz="2800" u="none" cap="none" strike="noStrike">
                <a:solidFill>
                  <a:srgbClr val="000000"/>
                </a:solidFill>
                <a:latin typeface="Carlito"/>
                <a:ea typeface="Carlito"/>
                <a:cs typeface="Carlito"/>
                <a:sym typeface="Carlito"/>
              </a:rPr>
              <a:t>carry flag</a:t>
            </a:r>
            <a:endParaRPr b="0" i="0" sz="2800" u="none" cap="none" strike="noStrike">
              <a:solidFill>
                <a:srgbClr val="000000"/>
              </a:solidFill>
              <a:latin typeface="Carlito"/>
              <a:ea typeface="Carlito"/>
              <a:cs typeface="Carlito"/>
              <a:sym typeface="Carlito"/>
            </a:endParaRPr>
          </a:p>
          <a:p>
            <a:pPr indent="0" lvl="0" marL="88900" marR="0" rtl="0" algn="l">
              <a:lnSpc>
                <a:spcPct val="100000"/>
              </a:lnSpc>
              <a:spcBef>
                <a:spcPts val="67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ADDS/ADDCS</a:t>
            </a:r>
            <a:endParaRPr b="0" i="0" sz="2800" u="none" cap="none" strike="noStrike">
              <a:solidFill>
                <a:srgbClr val="000000"/>
              </a:solidFill>
              <a:latin typeface="Courier New"/>
              <a:ea typeface="Courier New"/>
              <a:cs typeface="Courier New"/>
              <a:sym typeface="Courier New"/>
            </a:endParaRPr>
          </a:p>
          <a:p>
            <a:pPr indent="-342900" lvl="0" marL="4318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like </a:t>
            </a:r>
            <a:r>
              <a:rPr b="0" i="0" lang="en-US" sz="2800" u="none" cap="none" strike="noStrike">
                <a:solidFill>
                  <a:srgbClr val="000000"/>
                </a:solidFill>
                <a:latin typeface="Courier New"/>
                <a:ea typeface="Courier New"/>
                <a:cs typeface="Courier New"/>
                <a:sym typeface="Courier New"/>
              </a:rPr>
              <a:t>ADD/ADDC </a:t>
            </a:r>
            <a:r>
              <a:rPr b="0" i="0" lang="en-US" sz="2800" u="none" cap="none" strike="noStrike">
                <a:solidFill>
                  <a:srgbClr val="000000"/>
                </a:solidFill>
                <a:latin typeface="Carlito"/>
                <a:ea typeface="Carlito"/>
                <a:cs typeface="Carlito"/>
                <a:sym typeface="Carlito"/>
              </a:rPr>
              <a:t>but set condition code flags</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8" name="Shape 538"/>
        <p:cNvGrpSpPr/>
        <p:nvPr/>
      </p:nvGrpSpPr>
      <p:grpSpPr>
        <a:xfrm>
          <a:off x="0" y="0"/>
          <a:ext cx="0" cy="0"/>
          <a:chOff x="0" y="0"/>
          <a:chExt cx="0" cy="0"/>
        </a:xfrm>
      </p:grpSpPr>
      <p:sp>
        <p:nvSpPr>
          <p:cNvPr id="539" name="Google Shape;539;p22"/>
          <p:cNvSpPr txBox="1"/>
          <p:nvPr>
            <p:ph type="title"/>
          </p:nvPr>
        </p:nvSpPr>
        <p:spPr>
          <a:xfrm>
            <a:off x="2670555" y="462279"/>
            <a:ext cx="380111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SUB: subtraction</a:t>
            </a:r>
            <a:endParaRPr/>
          </a:p>
        </p:txBody>
      </p:sp>
      <p:sp>
        <p:nvSpPr>
          <p:cNvPr id="540" name="Google Shape;540;p22"/>
          <p:cNvSpPr txBox="1"/>
          <p:nvPr/>
        </p:nvSpPr>
        <p:spPr>
          <a:xfrm>
            <a:off x="459740" y="1517192"/>
            <a:ext cx="6790800" cy="5093100"/>
          </a:xfrm>
          <a:prstGeom prst="rect">
            <a:avLst/>
          </a:prstGeom>
          <a:noFill/>
          <a:ln>
            <a:noFill/>
          </a:ln>
        </p:spPr>
        <p:txBody>
          <a:bodyPr anchorCtr="0" anchor="t" bIns="0" lIns="0" spcFirstLastPara="1" rIns="0" wrap="square" tIns="94600">
            <a:spAutoFit/>
          </a:bodyPr>
          <a:lstStyle/>
          <a:p>
            <a:pPr indent="0" lvl="0" marL="889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SUB </a:t>
            </a:r>
            <a:r>
              <a:rPr b="0" i="1" lang="en-US" sz="2800" u="none" cap="none" strike="noStrike">
                <a:solidFill>
                  <a:srgbClr val="000000"/>
                </a:solidFill>
                <a:latin typeface="Carlito"/>
                <a:ea typeface="Carlito"/>
                <a:cs typeface="Carlito"/>
                <a:sym typeface="Carlito"/>
              </a:rPr>
              <a:t>Rd</a:t>
            </a:r>
            <a:r>
              <a:rPr b="0" i="0" lang="en-US" sz="2800" u="none" cap="none" strike="noStrike">
                <a:solidFill>
                  <a:srgbClr val="000000"/>
                </a:solidFill>
                <a:latin typeface="Carlito"/>
                <a:ea typeface="Carlito"/>
                <a:cs typeface="Carlito"/>
                <a:sym typeface="Carlito"/>
              </a:rPr>
              <a:t>, </a:t>
            </a:r>
            <a:r>
              <a:rPr b="0" i="1" lang="en-US" sz="2800" u="none" cap="none" strike="noStrike">
                <a:solidFill>
                  <a:srgbClr val="000000"/>
                </a:solidFill>
                <a:latin typeface="Carlito"/>
                <a:ea typeface="Carlito"/>
                <a:cs typeface="Carlito"/>
                <a:sym typeface="Carlito"/>
              </a:rPr>
              <a:t>Rn</a:t>
            </a:r>
            <a:r>
              <a:rPr b="0" i="0" lang="en-US" sz="2800" u="none" cap="none" strike="noStrike">
                <a:solidFill>
                  <a:srgbClr val="000000"/>
                </a:solidFill>
                <a:latin typeface="Carlito"/>
                <a:ea typeface="Carlito"/>
                <a:cs typeface="Carlito"/>
                <a:sym typeface="Carlito"/>
              </a:rPr>
              <a:t>, </a:t>
            </a: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Noto Sans Symbols"/>
                <a:ea typeface="Noto Sans Symbols"/>
                <a:cs typeface="Noto Sans Symbols"/>
                <a:sym typeface="Noto Sans Symbols"/>
              </a:rPr>
              <a:t>🡺</a:t>
            </a:r>
            <a:endParaRPr b="0" i="0" sz="2800" u="none" cap="none" strike="noStrike">
              <a:solidFill>
                <a:srgbClr val="000000"/>
              </a:solidFill>
              <a:latin typeface="Noto Sans Symbols"/>
              <a:ea typeface="Noto Sans Symbols"/>
              <a:cs typeface="Noto Sans Symbols"/>
              <a:sym typeface="Noto Sans Symbols"/>
            </a:endParaRPr>
          </a:p>
          <a:p>
            <a:pPr indent="0" lvl="0" marL="88900" marR="0" rtl="0" algn="l">
              <a:lnSpc>
                <a:spcPct val="100000"/>
              </a:lnSpc>
              <a:spcBef>
                <a:spcPts val="650"/>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Rd </a:t>
            </a:r>
            <a:r>
              <a:rPr b="0" i="0" lang="en-US" sz="2800" u="none" cap="none" strike="noStrike">
                <a:solidFill>
                  <a:srgbClr val="000000"/>
                </a:solidFill>
                <a:latin typeface="Courier New"/>
                <a:ea typeface="Courier New"/>
                <a:cs typeface="Courier New"/>
                <a:sym typeface="Courier New"/>
              </a:rPr>
              <a:t>= </a:t>
            </a:r>
            <a:r>
              <a:rPr b="0" i="1" lang="en-US" sz="2800" u="none" cap="none" strike="noStrike">
                <a:solidFill>
                  <a:srgbClr val="000000"/>
                </a:solidFill>
                <a:latin typeface="Carlito"/>
                <a:ea typeface="Carlito"/>
                <a:cs typeface="Carlito"/>
                <a:sym typeface="Carlito"/>
              </a:rPr>
              <a:t>Rn</a:t>
            </a:r>
            <a:r>
              <a:rPr b="0" i="0" lang="en-US" sz="2800" u="none" cap="none" strike="noStrike">
                <a:solidFill>
                  <a:srgbClr val="000000"/>
                </a:solidFill>
                <a:latin typeface="Courier New"/>
                <a:ea typeface="Courier New"/>
                <a:cs typeface="Courier New"/>
                <a:sym typeface="Courier New"/>
              </a:rPr>
              <a:t>-</a:t>
            </a: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a:t>
            </a:r>
            <a:endParaRPr b="0" baseline="-25000" i="0" sz="2775" u="none" cap="none" strike="noStrike">
              <a:solidFill>
                <a:srgbClr val="000000"/>
              </a:solidFill>
              <a:latin typeface="Carlito"/>
              <a:ea typeface="Carlito"/>
              <a:cs typeface="Carlito"/>
              <a:sym typeface="Carlito"/>
            </a:endParaRPr>
          </a:p>
          <a:p>
            <a:pPr indent="0" lvl="0" marL="88900" marR="3641725" rtl="0" algn="l">
              <a:lnSpc>
                <a:spcPct val="119700"/>
              </a:lnSpc>
              <a:spcBef>
                <a:spcPts val="3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SUB </a:t>
            </a:r>
            <a:r>
              <a:rPr b="0" i="1" lang="en-US" sz="2800" u="none" cap="none" strike="noStrike">
                <a:solidFill>
                  <a:srgbClr val="000000"/>
                </a:solidFill>
                <a:latin typeface="Carlito"/>
                <a:ea typeface="Carlito"/>
                <a:cs typeface="Carlito"/>
                <a:sym typeface="Carlito"/>
              </a:rPr>
              <a:t>Rd</a:t>
            </a:r>
            <a:r>
              <a:rPr b="0" i="0" lang="en-US" sz="2800" u="none" cap="none" strike="noStrike">
                <a:solidFill>
                  <a:srgbClr val="000000"/>
                </a:solidFill>
                <a:latin typeface="Carlito"/>
                <a:ea typeface="Carlito"/>
                <a:cs typeface="Carlito"/>
                <a:sym typeface="Carlito"/>
              </a:rPr>
              <a:t>, </a:t>
            </a: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Noto Sans Symbols"/>
                <a:ea typeface="Noto Sans Symbols"/>
                <a:cs typeface="Noto Sans Symbols"/>
                <a:sym typeface="Noto Sans Symbols"/>
              </a:rPr>
              <a:t>🡺</a:t>
            </a:r>
            <a:r>
              <a:rPr b="0" i="0" lang="en-US" sz="2800" u="none" cap="none" strike="noStrike">
                <a:solidFill>
                  <a:srgbClr val="000000"/>
                </a:solidFill>
                <a:latin typeface="Times New Roman"/>
                <a:ea typeface="Times New Roman"/>
                <a:cs typeface="Times New Roman"/>
                <a:sym typeface="Times New Roman"/>
              </a:rPr>
              <a:t> </a:t>
            </a:r>
            <a:r>
              <a:rPr b="0" i="1" lang="en-US" sz="2800" u="none" cap="none" strike="noStrike">
                <a:solidFill>
                  <a:srgbClr val="000000"/>
                </a:solidFill>
                <a:latin typeface="Carlito"/>
                <a:ea typeface="Carlito"/>
                <a:cs typeface="Carlito"/>
                <a:sym typeface="Carlito"/>
              </a:rPr>
              <a:t>Rd </a:t>
            </a:r>
            <a:r>
              <a:rPr b="0" i="0" lang="en-US" sz="2800" u="none" cap="none" strike="noStrike">
                <a:solidFill>
                  <a:srgbClr val="000000"/>
                </a:solidFill>
                <a:latin typeface="Courier New"/>
                <a:ea typeface="Courier New"/>
                <a:cs typeface="Courier New"/>
                <a:sym typeface="Courier New"/>
              </a:rPr>
              <a:t>=</a:t>
            </a:r>
            <a:r>
              <a:rPr b="0" i="1" lang="en-US" sz="2800" u="none" cap="none" strike="noStrike">
                <a:solidFill>
                  <a:srgbClr val="000000"/>
                </a:solidFill>
                <a:latin typeface="Carlito"/>
                <a:ea typeface="Carlito"/>
                <a:cs typeface="Carlito"/>
                <a:sym typeface="Carlito"/>
              </a:rPr>
              <a:t>Rd</a:t>
            </a:r>
            <a:r>
              <a:rPr b="0" i="0" lang="en-US" sz="2800" u="none" cap="none" strike="noStrike">
                <a:solidFill>
                  <a:srgbClr val="000000"/>
                </a:solidFill>
                <a:latin typeface="Courier New"/>
                <a:ea typeface="Courier New"/>
                <a:cs typeface="Courier New"/>
                <a:sym typeface="Courier New"/>
              </a:rPr>
              <a:t>-</a:t>
            </a: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Courier New"/>
                <a:ea typeface="Courier New"/>
                <a:cs typeface="Courier New"/>
                <a:sym typeface="Courier New"/>
              </a:rPr>
              <a:t>SBC</a:t>
            </a:r>
            <a:endParaRPr b="0" i="0" sz="2800" u="none" cap="none" strike="noStrike">
              <a:solidFill>
                <a:srgbClr val="000000"/>
              </a:solidFill>
              <a:latin typeface="Courier New"/>
              <a:ea typeface="Courier New"/>
              <a:cs typeface="Courier New"/>
              <a:sym typeface="Courier New"/>
            </a:endParaRPr>
          </a:p>
          <a:p>
            <a:pPr indent="-342900" lvl="0" marL="431800" marR="0" rtl="0" algn="l">
              <a:lnSpc>
                <a:spcPct val="100000"/>
              </a:lnSpc>
              <a:spcBef>
                <a:spcPts val="78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subtract with carry</a:t>
            </a:r>
            <a:endParaRPr b="0" i="0" sz="2800" u="none" cap="none" strike="noStrike">
              <a:solidFill>
                <a:srgbClr val="000000"/>
              </a:solidFill>
              <a:latin typeface="Carlito"/>
              <a:ea typeface="Carlito"/>
              <a:cs typeface="Carlito"/>
              <a:sym typeface="Carlito"/>
            </a:endParaRPr>
          </a:p>
          <a:p>
            <a:pPr indent="-342900" lvl="0" marL="431800" marR="0" rtl="0" algn="l">
              <a:lnSpc>
                <a:spcPct val="100000"/>
              </a:lnSpc>
              <a:spcBef>
                <a:spcPts val="55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like </a:t>
            </a:r>
            <a:r>
              <a:rPr b="0" i="0" lang="en-US" sz="2800" u="none" cap="none" strike="noStrike">
                <a:solidFill>
                  <a:srgbClr val="000000"/>
                </a:solidFill>
                <a:latin typeface="Courier New"/>
                <a:ea typeface="Courier New"/>
                <a:cs typeface="Courier New"/>
                <a:sym typeface="Courier New"/>
              </a:rPr>
              <a:t>SUB -1 </a:t>
            </a:r>
            <a:r>
              <a:rPr b="0" i="0" lang="en-US" sz="2800" u="none" cap="none" strike="noStrike">
                <a:solidFill>
                  <a:srgbClr val="000000"/>
                </a:solidFill>
                <a:latin typeface="Carlito"/>
                <a:ea typeface="Carlito"/>
                <a:cs typeface="Carlito"/>
                <a:sym typeface="Carlito"/>
              </a:rPr>
              <a:t>if carry flag not set</a:t>
            </a:r>
            <a:endParaRPr b="0" i="0" sz="2800" u="none" cap="none" strike="noStrike">
              <a:solidFill>
                <a:srgbClr val="000000"/>
              </a:solidFill>
              <a:latin typeface="Carlito"/>
              <a:ea typeface="Carlito"/>
              <a:cs typeface="Carlito"/>
              <a:sym typeface="Carlito"/>
            </a:endParaRPr>
          </a:p>
          <a:p>
            <a:pPr indent="0" lvl="0" marL="88900" marR="0" rtl="0" algn="l">
              <a:lnSpc>
                <a:spcPct val="100000"/>
              </a:lnSpc>
              <a:spcBef>
                <a:spcPts val="67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SUBS/SBCS</a:t>
            </a:r>
            <a:endParaRPr b="0" i="0" sz="2800" u="none" cap="none" strike="noStrike">
              <a:solidFill>
                <a:srgbClr val="000000"/>
              </a:solidFill>
              <a:latin typeface="Courier New"/>
              <a:ea typeface="Courier New"/>
              <a:cs typeface="Courier New"/>
              <a:sym typeface="Courier New"/>
            </a:endParaRPr>
          </a:p>
          <a:p>
            <a:pPr indent="-342900" lvl="0" marL="4318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like </a:t>
            </a:r>
            <a:r>
              <a:rPr b="0" i="0" lang="en-US" sz="2800" u="none" cap="none" strike="noStrike">
                <a:solidFill>
                  <a:srgbClr val="000000"/>
                </a:solidFill>
                <a:latin typeface="Courier New"/>
                <a:ea typeface="Courier New"/>
                <a:cs typeface="Courier New"/>
                <a:sym typeface="Courier New"/>
              </a:rPr>
              <a:t>SUB/SUBC </a:t>
            </a:r>
            <a:r>
              <a:rPr b="0" i="0" lang="en-US" sz="2800" u="none" cap="none" strike="noStrike">
                <a:solidFill>
                  <a:srgbClr val="000000"/>
                </a:solidFill>
                <a:latin typeface="Carlito"/>
                <a:ea typeface="Carlito"/>
                <a:cs typeface="Carlito"/>
                <a:sym typeface="Carlito"/>
              </a:rPr>
              <a:t>but set condition code flags</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44" name="Shape 544"/>
        <p:cNvGrpSpPr/>
        <p:nvPr/>
      </p:nvGrpSpPr>
      <p:grpSpPr>
        <a:xfrm>
          <a:off x="0" y="0"/>
          <a:ext cx="0" cy="0"/>
          <a:chOff x="0" y="0"/>
          <a:chExt cx="0" cy="0"/>
        </a:xfrm>
      </p:grpSpPr>
      <p:sp>
        <p:nvSpPr>
          <p:cNvPr id="545" name="Google Shape;545;g23d4c276b34_1_15"/>
          <p:cNvSpPr txBox="1"/>
          <p:nvPr>
            <p:ph type="title"/>
          </p:nvPr>
        </p:nvSpPr>
        <p:spPr>
          <a:xfrm>
            <a:off x="1933650" y="500950"/>
            <a:ext cx="6432600" cy="690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RSB</a:t>
            </a:r>
            <a:r>
              <a:rPr lang="en-US"/>
              <a:t>: reverse subtraction</a:t>
            </a:r>
            <a:endParaRPr/>
          </a:p>
        </p:txBody>
      </p:sp>
      <p:sp>
        <p:nvSpPr>
          <p:cNvPr id="546" name="Google Shape;546;g23d4c276b34_1_15"/>
          <p:cNvSpPr txBox="1"/>
          <p:nvPr/>
        </p:nvSpPr>
        <p:spPr>
          <a:xfrm>
            <a:off x="459740" y="1517192"/>
            <a:ext cx="6790800" cy="2069700"/>
          </a:xfrm>
          <a:prstGeom prst="rect">
            <a:avLst/>
          </a:prstGeom>
          <a:noFill/>
          <a:ln>
            <a:noFill/>
          </a:ln>
        </p:spPr>
        <p:txBody>
          <a:bodyPr anchorCtr="0" anchor="t" bIns="0" lIns="0" spcFirstLastPara="1" rIns="0" wrap="square" tIns="94600">
            <a:spAutoFit/>
          </a:bodyPr>
          <a:lstStyle/>
          <a:p>
            <a:pPr indent="0" lvl="0" marL="88900" rtl="0" algn="l">
              <a:spcBef>
                <a:spcPts val="0"/>
              </a:spcBef>
              <a:spcAft>
                <a:spcPts val="0"/>
              </a:spcAft>
              <a:buClr>
                <a:schemeClr val="dk1"/>
              </a:buClr>
              <a:buSzPts val="2800"/>
              <a:buFont typeface="Arial"/>
              <a:buNone/>
            </a:pPr>
            <a:r>
              <a:rPr lang="en-US" sz="2800">
                <a:solidFill>
                  <a:schemeClr val="dk1"/>
                </a:solidFill>
                <a:latin typeface="Courier New"/>
                <a:ea typeface="Courier New"/>
                <a:cs typeface="Courier New"/>
                <a:sym typeface="Courier New"/>
              </a:rPr>
              <a:t>RSB</a:t>
            </a:r>
            <a:r>
              <a:rPr lang="en-US" sz="2800">
                <a:solidFill>
                  <a:schemeClr val="dk1"/>
                </a:solidFill>
                <a:latin typeface="Courier New"/>
                <a:ea typeface="Courier New"/>
                <a:cs typeface="Courier New"/>
                <a:sym typeface="Courier New"/>
              </a:rPr>
              <a:t> </a:t>
            </a:r>
            <a:r>
              <a:rPr i="1" lang="en-US" sz="2800">
                <a:solidFill>
                  <a:schemeClr val="dk1"/>
                </a:solidFill>
                <a:latin typeface="Carlito"/>
                <a:ea typeface="Carlito"/>
                <a:cs typeface="Carlito"/>
                <a:sym typeface="Carlito"/>
              </a:rPr>
              <a:t>Rd</a:t>
            </a:r>
            <a:r>
              <a:rPr lang="en-US" sz="2800">
                <a:solidFill>
                  <a:schemeClr val="dk1"/>
                </a:solidFill>
                <a:latin typeface="Carlito"/>
                <a:ea typeface="Carlito"/>
                <a:cs typeface="Carlito"/>
                <a:sym typeface="Carlito"/>
              </a:rPr>
              <a:t>, </a:t>
            </a:r>
            <a:r>
              <a:rPr i="1" lang="en-US" sz="2800">
                <a:solidFill>
                  <a:schemeClr val="dk1"/>
                </a:solidFill>
                <a:latin typeface="Carlito"/>
                <a:ea typeface="Carlito"/>
                <a:cs typeface="Carlito"/>
                <a:sym typeface="Carlito"/>
              </a:rPr>
              <a:t>Rn</a:t>
            </a:r>
            <a:r>
              <a:rPr lang="en-US" sz="2800">
                <a:solidFill>
                  <a:schemeClr val="dk1"/>
                </a:solidFill>
                <a:latin typeface="Carlito"/>
                <a:ea typeface="Carlito"/>
                <a:cs typeface="Carlito"/>
                <a:sym typeface="Carlito"/>
              </a:rPr>
              <a:t>, </a:t>
            </a:r>
            <a:r>
              <a:rPr i="1" lang="en-US" sz="2800">
                <a:solidFill>
                  <a:schemeClr val="dk1"/>
                </a:solidFill>
                <a:latin typeface="Carlito"/>
                <a:ea typeface="Carlito"/>
                <a:cs typeface="Carlito"/>
                <a:sym typeface="Carlito"/>
              </a:rPr>
              <a:t>operand</a:t>
            </a:r>
            <a:r>
              <a:rPr baseline="-25000" i="1" lang="en-US" sz="2775">
                <a:solidFill>
                  <a:schemeClr val="dk1"/>
                </a:solidFill>
                <a:latin typeface="Carlito"/>
                <a:ea typeface="Carlito"/>
                <a:cs typeface="Carlito"/>
                <a:sym typeface="Carlito"/>
              </a:rPr>
              <a:t>2 </a:t>
            </a:r>
            <a:r>
              <a:rPr lang="en-US" sz="2800">
                <a:solidFill>
                  <a:schemeClr val="dk1"/>
                </a:solidFill>
                <a:latin typeface="Noto Sans Symbols"/>
                <a:ea typeface="Noto Sans Symbols"/>
                <a:cs typeface="Noto Sans Symbols"/>
                <a:sym typeface="Noto Sans Symbols"/>
              </a:rPr>
              <a:t>🡺</a:t>
            </a:r>
            <a:endParaRPr sz="2800">
              <a:solidFill>
                <a:schemeClr val="dk1"/>
              </a:solidFill>
              <a:latin typeface="Noto Sans Symbols"/>
              <a:ea typeface="Noto Sans Symbols"/>
              <a:cs typeface="Noto Sans Symbols"/>
              <a:sym typeface="Noto Sans Symbols"/>
            </a:endParaRPr>
          </a:p>
          <a:p>
            <a:pPr indent="0" lvl="0" marL="88900" rtl="0" algn="l">
              <a:spcBef>
                <a:spcPts val="650"/>
              </a:spcBef>
              <a:spcAft>
                <a:spcPts val="0"/>
              </a:spcAft>
              <a:buClr>
                <a:schemeClr val="dk1"/>
              </a:buClr>
              <a:buSzPts val="2800"/>
              <a:buFont typeface="Arial"/>
              <a:buNone/>
            </a:pPr>
            <a:r>
              <a:rPr i="1" lang="en-US" sz="2800">
                <a:solidFill>
                  <a:schemeClr val="dk1"/>
                </a:solidFill>
                <a:latin typeface="Carlito"/>
                <a:ea typeface="Carlito"/>
                <a:cs typeface="Carlito"/>
                <a:sym typeface="Carlito"/>
              </a:rPr>
              <a:t>Rd </a:t>
            </a:r>
            <a:r>
              <a:rPr lang="en-US" sz="2800">
                <a:solidFill>
                  <a:schemeClr val="dk1"/>
                </a:solidFill>
                <a:latin typeface="Courier New"/>
                <a:ea typeface="Courier New"/>
                <a:cs typeface="Courier New"/>
                <a:sym typeface="Courier New"/>
              </a:rPr>
              <a:t>= </a:t>
            </a:r>
            <a:r>
              <a:rPr i="1" lang="en-US" sz="2800">
                <a:solidFill>
                  <a:schemeClr val="dk1"/>
                </a:solidFill>
                <a:latin typeface="Carlito"/>
                <a:ea typeface="Carlito"/>
                <a:cs typeface="Carlito"/>
                <a:sym typeface="Carlito"/>
              </a:rPr>
              <a:t>operand</a:t>
            </a:r>
            <a:r>
              <a:rPr baseline="-25000" i="1" lang="en-US" sz="2775">
                <a:solidFill>
                  <a:schemeClr val="dk1"/>
                </a:solidFill>
                <a:latin typeface="Carlito"/>
                <a:ea typeface="Carlito"/>
                <a:cs typeface="Carlito"/>
                <a:sym typeface="Carlito"/>
              </a:rPr>
              <a:t>2</a:t>
            </a:r>
            <a:r>
              <a:rPr lang="en-US" sz="2800">
                <a:solidFill>
                  <a:schemeClr val="dk1"/>
                </a:solidFill>
                <a:latin typeface="Courier New"/>
                <a:ea typeface="Courier New"/>
                <a:cs typeface="Courier New"/>
                <a:sym typeface="Courier New"/>
              </a:rPr>
              <a:t>-</a:t>
            </a:r>
            <a:r>
              <a:rPr b="1" i="1" lang="en-US" sz="2800">
                <a:solidFill>
                  <a:schemeClr val="dk1"/>
                </a:solidFill>
                <a:latin typeface="Courier New"/>
                <a:ea typeface="Courier New"/>
                <a:cs typeface="Courier New"/>
                <a:sym typeface="Courier New"/>
              </a:rPr>
              <a:t>Rn</a:t>
            </a:r>
            <a:endParaRPr b="1" i="1" sz="2800">
              <a:solidFill>
                <a:schemeClr val="dk1"/>
              </a:solidFill>
              <a:latin typeface="Courier New"/>
              <a:ea typeface="Courier New"/>
              <a:cs typeface="Courier New"/>
              <a:sym typeface="Courier New"/>
            </a:endParaRPr>
          </a:p>
          <a:p>
            <a:pPr indent="0" lvl="0" marL="88900" rtl="0" algn="l">
              <a:spcBef>
                <a:spcPts val="650"/>
              </a:spcBef>
              <a:spcAft>
                <a:spcPts val="0"/>
              </a:spcAft>
              <a:buClr>
                <a:schemeClr val="dk1"/>
              </a:buClr>
              <a:buSzPts val="2800"/>
              <a:buFont typeface="Arial"/>
              <a:buNone/>
            </a:pPr>
            <a:r>
              <a:rPr lang="en-US" sz="2800">
                <a:solidFill>
                  <a:schemeClr val="dk1"/>
                </a:solidFill>
                <a:latin typeface="Courier New"/>
                <a:ea typeface="Courier New"/>
                <a:cs typeface="Courier New"/>
                <a:sym typeface="Courier New"/>
              </a:rPr>
              <a:t>RSB </a:t>
            </a:r>
            <a:r>
              <a:rPr i="1" lang="en-US" sz="2800">
                <a:solidFill>
                  <a:schemeClr val="dk1"/>
                </a:solidFill>
                <a:latin typeface="Carlito"/>
                <a:ea typeface="Carlito"/>
                <a:cs typeface="Carlito"/>
                <a:sym typeface="Carlito"/>
              </a:rPr>
              <a:t>Rd</a:t>
            </a:r>
            <a:r>
              <a:rPr lang="en-US" sz="2800">
                <a:solidFill>
                  <a:schemeClr val="dk1"/>
                </a:solidFill>
                <a:latin typeface="Carlito"/>
                <a:ea typeface="Carlito"/>
                <a:cs typeface="Carlito"/>
                <a:sym typeface="Carlito"/>
              </a:rPr>
              <a:t>, </a:t>
            </a:r>
            <a:r>
              <a:rPr i="1" lang="en-US" sz="2800">
                <a:solidFill>
                  <a:schemeClr val="dk1"/>
                </a:solidFill>
                <a:latin typeface="Carlito"/>
                <a:ea typeface="Carlito"/>
                <a:cs typeface="Carlito"/>
                <a:sym typeface="Carlito"/>
              </a:rPr>
              <a:t>operand</a:t>
            </a:r>
            <a:r>
              <a:rPr baseline="-25000" i="1" lang="en-US" sz="2775">
                <a:solidFill>
                  <a:schemeClr val="dk1"/>
                </a:solidFill>
                <a:latin typeface="Carlito"/>
                <a:ea typeface="Carlito"/>
                <a:cs typeface="Carlito"/>
                <a:sym typeface="Carlito"/>
              </a:rPr>
              <a:t>2 </a:t>
            </a:r>
            <a:r>
              <a:rPr lang="en-US" sz="2800">
                <a:solidFill>
                  <a:schemeClr val="dk1"/>
                </a:solidFill>
                <a:latin typeface="Noto Sans Symbols"/>
                <a:ea typeface="Noto Sans Symbols"/>
                <a:cs typeface="Noto Sans Symbols"/>
                <a:sym typeface="Noto Sans Symbols"/>
              </a:rPr>
              <a:t>🡺</a:t>
            </a:r>
            <a:r>
              <a:rPr lang="en-US" sz="2800">
                <a:solidFill>
                  <a:schemeClr val="dk1"/>
                </a:solidFill>
                <a:latin typeface="Times New Roman"/>
                <a:ea typeface="Times New Roman"/>
                <a:cs typeface="Times New Roman"/>
                <a:sym typeface="Times New Roman"/>
              </a:rPr>
              <a:t> </a:t>
            </a:r>
            <a:endParaRPr sz="2800">
              <a:solidFill>
                <a:schemeClr val="dk1"/>
              </a:solidFill>
              <a:latin typeface="Times New Roman"/>
              <a:ea typeface="Times New Roman"/>
              <a:cs typeface="Times New Roman"/>
              <a:sym typeface="Times New Roman"/>
            </a:endParaRPr>
          </a:p>
          <a:p>
            <a:pPr indent="0" lvl="0" marL="88900" rtl="0" algn="l">
              <a:spcBef>
                <a:spcPts val="650"/>
              </a:spcBef>
              <a:spcAft>
                <a:spcPts val="0"/>
              </a:spcAft>
              <a:buClr>
                <a:schemeClr val="dk1"/>
              </a:buClr>
              <a:buSzPts val="2800"/>
              <a:buFont typeface="Arial"/>
              <a:buNone/>
            </a:pPr>
            <a:r>
              <a:rPr i="1" lang="en-US" sz="2800">
                <a:solidFill>
                  <a:schemeClr val="dk1"/>
                </a:solidFill>
                <a:latin typeface="Carlito"/>
                <a:ea typeface="Carlito"/>
                <a:cs typeface="Carlito"/>
                <a:sym typeface="Carlito"/>
              </a:rPr>
              <a:t>Rd </a:t>
            </a:r>
            <a:r>
              <a:rPr lang="en-US" sz="2800">
                <a:solidFill>
                  <a:schemeClr val="dk1"/>
                </a:solidFill>
                <a:latin typeface="Courier New"/>
                <a:ea typeface="Courier New"/>
                <a:cs typeface="Courier New"/>
                <a:sym typeface="Courier New"/>
              </a:rPr>
              <a:t>=</a:t>
            </a:r>
            <a:r>
              <a:rPr i="1" lang="en-US" sz="2800">
                <a:solidFill>
                  <a:schemeClr val="dk1"/>
                </a:solidFill>
                <a:latin typeface="Carlito"/>
                <a:ea typeface="Carlito"/>
                <a:cs typeface="Carlito"/>
                <a:sym typeface="Carlito"/>
              </a:rPr>
              <a:t>operand</a:t>
            </a:r>
            <a:r>
              <a:rPr baseline="-25000" i="1" lang="en-US" sz="2775">
                <a:solidFill>
                  <a:schemeClr val="dk1"/>
                </a:solidFill>
                <a:latin typeface="Carlito"/>
                <a:ea typeface="Carlito"/>
                <a:cs typeface="Carlito"/>
                <a:sym typeface="Carlito"/>
              </a:rPr>
              <a:t>2  </a:t>
            </a:r>
            <a:r>
              <a:rPr lang="en-US" sz="2800">
                <a:latin typeface="Carlito"/>
                <a:ea typeface="Carlito"/>
                <a:cs typeface="Carlito"/>
                <a:sym typeface="Carlito"/>
              </a:rPr>
              <a:t>-</a:t>
            </a:r>
            <a:r>
              <a:rPr i="1" lang="en-US" sz="2800">
                <a:latin typeface="Carlito"/>
                <a:ea typeface="Carlito"/>
                <a:cs typeface="Carlito"/>
                <a:sym typeface="Carlito"/>
              </a:rPr>
              <a:t>Rd</a:t>
            </a:r>
            <a:endParaRPr b="0" i="1" sz="2800" u="none" cap="none" strike="noStrike">
              <a:solidFill>
                <a:srgbClr val="000000"/>
              </a:solidFill>
              <a:latin typeface="Carlito"/>
              <a:ea typeface="Carlito"/>
              <a:cs typeface="Carlito"/>
              <a:sym typeface="Carli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g23edef7ba2a_0_0"/>
          <p:cNvSpPr txBox="1"/>
          <p:nvPr>
            <p:ph type="title"/>
          </p:nvPr>
        </p:nvSpPr>
        <p:spPr>
          <a:xfrm>
            <a:off x="3032251" y="158622"/>
            <a:ext cx="30480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chemeClr val="dk1"/>
                </a:solidFill>
              </a:rPr>
              <a:t>Multiplication</a:t>
            </a:r>
            <a:endParaRPr>
              <a:solidFill>
                <a:schemeClr val="dk1"/>
              </a:solidFill>
            </a:endParaRPr>
          </a:p>
        </p:txBody>
      </p:sp>
      <p:sp>
        <p:nvSpPr>
          <p:cNvPr id="552" name="Google Shape;552;g23edef7ba2a_0_0"/>
          <p:cNvSpPr txBox="1"/>
          <p:nvPr/>
        </p:nvSpPr>
        <p:spPr>
          <a:xfrm>
            <a:off x="736500" y="891250"/>
            <a:ext cx="7075500" cy="4698300"/>
          </a:xfrm>
          <a:prstGeom prst="rect">
            <a:avLst/>
          </a:prstGeom>
          <a:noFill/>
          <a:ln>
            <a:noFill/>
          </a:ln>
        </p:spPr>
        <p:txBody>
          <a:bodyPr anchorCtr="0" anchor="t" bIns="0" lIns="0" spcFirstLastPara="1" rIns="0" wrap="square" tIns="111750">
            <a:spAutoFit/>
          </a:bodyPr>
          <a:lstStyle/>
          <a:p>
            <a:pPr indent="-431800" lvl="0" marL="457200" marR="0" rtl="0" algn="l">
              <a:lnSpc>
                <a:spcPct val="100000"/>
              </a:lnSpc>
              <a:spcBef>
                <a:spcPts val="0"/>
              </a:spcBef>
              <a:spcAft>
                <a:spcPts val="0"/>
              </a:spcAft>
              <a:buSzPts val="3200"/>
              <a:buFont typeface="Times New Roman"/>
              <a:buChar char="●"/>
            </a:pPr>
            <a:r>
              <a:rPr lang="en-US" sz="3200">
                <a:latin typeface="Times New Roman"/>
                <a:ea typeface="Times New Roman"/>
                <a:cs typeface="Times New Roman"/>
                <a:sym typeface="Times New Roman"/>
              </a:rPr>
              <a:t>In ARM, we multiply registers, so:</a:t>
            </a:r>
            <a:endParaRPr sz="3200">
              <a:latin typeface="Times New Roman"/>
              <a:ea typeface="Times New Roman"/>
              <a:cs typeface="Times New Roman"/>
              <a:sym typeface="Times New Roman"/>
            </a:endParaRPr>
          </a:p>
          <a:p>
            <a:pPr indent="-406400" lvl="1" marL="914400" marR="0" rtl="0" algn="l">
              <a:lnSpc>
                <a:spcPct val="100000"/>
              </a:lnSpc>
              <a:spcBef>
                <a:spcPts val="0"/>
              </a:spcBef>
              <a:spcAft>
                <a:spcPts val="0"/>
              </a:spcAft>
              <a:buSzPts val="2800"/>
              <a:buFont typeface="Times New Roman"/>
              <a:buChar char="○"/>
            </a:pPr>
            <a:r>
              <a:rPr b="0" i="0" lang="en-US" sz="2800" u="none" cap="none" strike="noStrike">
                <a:latin typeface="Times New Roman"/>
                <a:ea typeface="Times New Roman"/>
                <a:cs typeface="Times New Roman"/>
                <a:sym typeface="Times New Roman"/>
              </a:rPr>
              <a:t>32-bit value x 32-bit value = 64-bit value</a:t>
            </a:r>
            <a:endParaRPr b="0" i="0" sz="2800" u="none" cap="none" strike="noStrike">
              <a:latin typeface="Times New Roman"/>
              <a:ea typeface="Times New Roman"/>
              <a:cs typeface="Times New Roman"/>
              <a:sym typeface="Times New Roman"/>
            </a:endParaRPr>
          </a:p>
          <a:p>
            <a:pPr indent="-431800" lvl="0" marL="457200" marR="774700" rtl="0" algn="r">
              <a:lnSpc>
                <a:spcPct val="100000"/>
              </a:lnSpc>
              <a:spcBef>
                <a:spcPts val="0"/>
              </a:spcBef>
              <a:spcAft>
                <a:spcPts val="0"/>
              </a:spcAft>
              <a:buSzPts val="3200"/>
              <a:buFont typeface="Times New Roman"/>
              <a:buChar char="●"/>
            </a:pPr>
            <a:r>
              <a:rPr lang="en-US" sz="3200">
                <a:latin typeface="Times New Roman"/>
                <a:ea typeface="Times New Roman"/>
                <a:cs typeface="Times New Roman"/>
                <a:sym typeface="Times New Roman"/>
              </a:rPr>
              <a:t>Syntax of Multiplication (signed):</a:t>
            </a:r>
            <a:endParaRPr sz="3200">
              <a:latin typeface="Times New Roman"/>
              <a:ea typeface="Times New Roman"/>
              <a:cs typeface="Times New Roman"/>
              <a:sym typeface="Times New Roman"/>
            </a:endParaRPr>
          </a:p>
          <a:p>
            <a:pPr indent="-406400" lvl="0" marL="457200" marR="680085" rtl="0" algn="r">
              <a:lnSpc>
                <a:spcPct val="100000"/>
              </a:lnSpc>
              <a:spcBef>
                <a:spcPts val="0"/>
              </a:spcBef>
              <a:spcAft>
                <a:spcPts val="0"/>
              </a:spcAft>
              <a:buSzPts val="2800"/>
              <a:buChar char="●"/>
            </a:pPr>
            <a:r>
              <a:rPr b="0" i="0" lang="en-US" sz="2800" u="none" cap="none" strike="noStrike">
                <a:latin typeface="Courier New"/>
                <a:ea typeface="Courier New"/>
                <a:cs typeface="Courier New"/>
                <a:sym typeface="Courier New"/>
              </a:rPr>
              <a:t>MUL	</a:t>
            </a:r>
            <a:r>
              <a:rPr b="0" i="0" lang="en-US" sz="2800" u="none" cap="none" strike="noStrike">
                <a:latin typeface="Times New Roman"/>
                <a:ea typeface="Times New Roman"/>
                <a:cs typeface="Times New Roman"/>
                <a:sym typeface="Times New Roman"/>
              </a:rPr>
              <a:t>register1, register2, register3</a:t>
            </a:r>
            <a:endParaRPr b="0" i="0" sz="2800" u="none" cap="none" strike="noStrike">
              <a:latin typeface="Times New Roman"/>
              <a:ea typeface="Times New Roman"/>
              <a:cs typeface="Times New Roman"/>
              <a:sym typeface="Times New Roman"/>
            </a:endParaRPr>
          </a:p>
          <a:p>
            <a:pPr indent="0" lvl="0" marL="1371600" marR="680085" rtl="0" algn="r">
              <a:lnSpc>
                <a:spcPct val="100000"/>
              </a:lnSpc>
              <a:spcBef>
                <a:spcPts val="509"/>
              </a:spcBef>
              <a:spcAft>
                <a:spcPts val="0"/>
              </a:spcAft>
              <a:buNone/>
            </a:pPr>
            <a:r>
              <a:t/>
            </a:r>
            <a:endParaRPr sz="2800">
              <a:latin typeface="Times New Roman"/>
              <a:ea typeface="Times New Roman"/>
              <a:cs typeface="Times New Roman"/>
              <a:sym typeface="Times New Roman"/>
            </a:endParaRPr>
          </a:p>
          <a:p>
            <a:pPr indent="-431800" lvl="0" marL="457200" marR="88900" rtl="0" algn="l">
              <a:lnSpc>
                <a:spcPct val="118400"/>
              </a:lnSpc>
              <a:spcBef>
                <a:spcPts val="0"/>
              </a:spcBef>
              <a:spcAft>
                <a:spcPts val="0"/>
              </a:spcAft>
              <a:buClr>
                <a:schemeClr val="dk1"/>
              </a:buClr>
              <a:buSzPts val="3200"/>
              <a:buChar char="●"/>
            </a:pPr>
            <a:r>
              <a:rPr lang="en-US" sz="3200">
                <a:solidFill>
                  <a:schemeClr val="dk1"/>
                </a:solidFill>
                <a:latin typeface="Carlito"/>
                <a:ea typeface="Carlito"/>
                <a:cs typeface="Carlito"/>
                <a:sym typeface="Carlito"/>
              </a:rPr>
              <a:t>Built in multiplication  </a:t>
            </a:r>
            <a:r>
              <a:rPr lang="en-US" sz="3200">
                <a:solidFill>
                  <a:schemeClr val="dk1"/>
                </a:solidFill>
                <a:latin typeface="Courier New"/>
                <a:ea typeface="Courier New"/>
                <a:cs typeface="Courier New"/>
                <a:sym typeface="Courier New"/>
              </a:rPr>
              <a:t>MUL</a:t>
            </a:r>
            <a:endParaRPr sz="3200">
              <a:solidFill>
                <a:schemeClr val="dk1"/>
              </a:solidFill>
              <a:latin typeface="Courier New"/>
              <a:ea typeface="Courier New"/>
              <a:cs typeface="Courier New"/>
              <a:sym typeface="Courier New"/>
            </a:endParaRPr>
          </a:p>
          <a:p>
            <a:pPr indent="-317500" lvl="1" marL="914400" marR="88900" rtl="0" algn="l">
              <a:lnSpc>
                <a:spcPct val="118400"/>
              </a:lnSpc>
              <a:spcBef>
                <a:spcPts val="0"/>
              </a:spcBef>
              <a:spcAft>
                <a:spcPts val="0"/>
              </a:spcAft>
              <a:buClr>
                <a:schemeClr val="dk1"/>
              </a:buClr>
              <a:buSzPts val="1400"/>
              <a:buChar char="○"/>
            </a:pPr>
            <a:r>
              <a:rPr lang="en-US" sz="3200">
                <a:solidFill>
                  <a:schemeClr val="dk1"/>
                </a:solidFill>
                <a:latin typeface="Carlito"/>
                <a:ea typeface="Carlito"/>
                <a:cs typeface="Carlito"/>
                <a:sym typeface="Carlito"/>
              </a:rPr>
              <a:t>{</a:t>
            </a:r>
            <a:r>
              <a:rPr i="1" lang="en-US" sz="3200">
                <a:solidFill>
                  <a:schemeClr val="dk1"/>
                </a:solidFill>
                <a:latin typeface="Carlito"/>
                <a:ea typeface="Carlito"/>
                <a:cs typeface="Carlito"/>
                <a:sym typeface="Carlito"/>
              </a:rPr>
              <a:t>Rd</a:t>
            </a:r>
            <a:r>
              <a:rPr lang="en-US" sz="3200">
                <a:solidFill>
                  <a:schemeClr val="dk1"/>
                </a:solidFill>
                <a:latin typeface="Courier New"/>
                <a:ea typeface="Courier New"/>
                <a:cs typeface="Courier New"/>
                <a:sym typeface="Courier New"/>
              </a:rPr>
              <a:t>, </a:t>
            </a:r>
            <a:r>
              <a:rPr lang="en-US" sz="3200">
                <a:solidFill>
                  <a:schemeClr val="dk1"/>
                </a:solidFill>
                <a:latin typeface="Carlito"/>
                <a:ea typeface="Carlito"/>
                <a:cs typeface="Carlito"/>
                <a:sym typeface="Carlito"/>
              </a:rPr>
              <a:t>} </a:t>
            </a:r>
            <a:r>
              <a:rPr i="1" lang="en-US" sz="3200">
                <a:solidFill>
                  <a:schemeClr val="dk1"/>
                </a:solidFill>
                <a:latin typeface="Carlito"/>
                <a:ea typeface="Carlito"/>
                <a:cs typeface="Carlito"/>
                <a:sym typeface="Carlito"/>
              </a:rPr>
              <a:t>Rn</a:t>
            </a:r>
            <a:r>
              <a:rPr lang="en-US" sz="3200">
                <a:solidFill>
                  <a:schemeClr val="dk1"/>
                </a:solidFill>
                <a:latin typeface="Courier New"/>
                <a:ea typeface="Courier New"/>
                <a:cs typeface="Courier New"/>
                <a:sym typeface="Courier New"/>
              </a:rPr>
              <a:t>,</a:t>
            </a:r>
            <a:r>
              <a:rPr i="1" lang="en-US" sz="3200">
                <a:solidFill>
                  <a:schemeClr val="dk1"/>
                </a:solidFill>
                <a:latin typeface="Carlito"/>
                <a:ea typeface="Carlito"/>
                <a:cs typeface="Carlito"/>
                <a:sym typeface="Carlito"/>
              </a:rPr>
              <a:t>operand</a:t>
            </a:r>
            <a:r>
              <a:rPr baseline="-25000" i="1" lang="en-US" sz="3150">
                <a:solidFill>
                  <a:schemeClr val="dk1"/>
                </a:solidFill>
                <a:latin typeface="Carlito"/>
                <a:ea typeface="Carlito"/>
                <a:cs typeface="Carlito"/>
                <a:sym typeface="Carlito"/>
              </a:rPr>
              <a:t>2 </a:t>
            </a:r>
            <a:r>
              <a:rPr lang="en-US" sz="3200">
                <a:solidFill>
                  <a:schemeClr val="dk1"/>
                </a:solidFill>
                <a:latin typeface="Noto Sans Symbols"/>
                <a:ea typeface="Noto Sans Symbols"/>
                <a:cs typeface="Noto Sans Symbols"/>
                <a:sym typeface="Noto Sans Symbols"/>
              </a:rPr>
              <a:t>🡺</a:t>
            </a:r>
            <a:r>
              <a:rPr lang="en-US" sz="3200">
                <a:solidFill>
                  <a:schemeClr val="dk1"/>
                </a:solidFill>
                <a:latin typeface="Times New Roman"/>
                <a:ea typeface="Times New Roman"/>
                <a:cs typeface="Times New Roman"/>
                <a:sym typeface="Times New Roman"/>
              </a:rPr>
              <a:t> </a:t>
            </a:r>
            <a:r>
              <a:rPr i="1" lang="en-US" sz="3200">
                <a:solidFill>
                  <a:schemeClr val="dk1"/>
                </a:solidFill>
                <a:latin typeface="Carlito"/>
                <a:ea typeface="Carlito"/>
                <a:cs typeface="Carlito"/>
                <a:sym typeface="Carlito"/>
              </a:rPr>
              <a:t>Rd	</a:t>
            </a:r>
            <a:r>
              <a:rPr lang="en-US" sz="3200">
                <a:solidFill>
                  <a:schemeClr val="dk1"/>
                </a:solidFill>
                <a:latin typeface="Courier New"/>
                <a:ea typeface="Courier New"/>
                <a:cs typeface="Courier New"/>
                <a:sym typeface="Courier New"/>
              </a:rPr>
              <a:t>= </a:t>
            </a:r>
            <a:r>
              <a:rPr i="1" lang="en-US" sz="3200">
                <a:solidFill>
                  <a:schemeClr val="dk1"/>
                </a:solidFill>
                <a:latin typeface="Carlito"/>
                <a:ea typeface="Carlito"/>
                <a:cs typeface="Carlito"/>
                <a:sym typeface="Carlito"/>
              </a:rPr>
              <a:t>Rn</a:t>
            </a:r>
            <a:r>
              <a:rPr lang="en-US" sz="3200">
                <a:solidFill>
                  <a:schemeClr val="dk1"/>
                </a:solidFill>
                <a:latin typeface="Courier New"/>
                <a:ea typeface="Courier New"/>
                <a:cs typeface="Courier New"/>
                <a:sym typeface="Courier New"/>
              </a:rPr>
              <a:t>*</a:t>
            </a:r>
            <a:r>
              <a:rPr i="1" lang="en-US" sz="3200">
                <a:solidFill>
                  <a:schemeClr val="dk1"/>
                </a:solidFill>
                <a:latin typeface="Carlito"/>
                <a:ea typeface="Carlito"/>
                <a:cs typeface="Carlito"/>
                <a:sym typeface="Carlito"/>
              </a:rPr>
              <a:t>operand</a:t>
            </a:r>
            <a:r>
              <a:rPr baseline="-25000" i="1" lang="en-US" sz="3150">
                <a:solidFill>
                  <a:schemeClr val="dk1"/>
                </a:solidFill>
                <a:latin typeface="Carlito"/>
                <a:ea typeface="Carlito"/>
                <a:cs typeface="Carlito"/>
                <a:sym typeface="Carlito"/>
              </a:rPr>
              <a:t>2</a:t>
            </a:r>
            <a:endParaRPr baseline="-25000" sz="3150">
              <a:solidFill>
                <a:schemeClr val="dk1"/>
              </a:solidFill>
              <a:latin typeface="Carlito"/>
              <a:ea typeface="Carlito"/>
              <a:cs typeface="Carlito"/>
              <a:sym typeface="Carlito"/>
            </a:endParaRPr>
          </a:p>
          <a:p>
            <a:pPr indent="-431800" lvl="1" marL="914400" marR="88900" rtl="0" algn="l">
              <a:lnSpc>
                <a:spcPct val="118400"/>
              </a:lnSpc>
              <a:spcBef>
                <a:spcPts val="0"/>
              </a:spcBef>
              <a:spcAft>
                <a:spcPts val="0"/>
              </a:spcAft>
              <a:buClr>
                <a:schemeClr val="dk1"/>
              </a:buClr>
              <a:buSzPts val="3200"/>
              <a:buChar char="○"/>
            </a:pPr>
            <a:r>
              <a:rPr lang="en-US" sz="3200">
                <a:solidFill>
                  <a:schemeClr val="dk1"/>
                </a:solidFill>
                <a:latin typeface="Carlito"/>
                <a:ea typeface="Carlito"/>
                <a:cs typeface="Carlito"/>
                <a:sym typeface="Carlito"/>
              </a:rPr>
              <a:t>NB </a:t>
            </a:r>
            <a:r>
              <a:rPr i="1" lang="en-US" sz="3200">
                <a:solidFill>
                  <a:schemeClr val="dk1"/>
                </a:solidFill>
                <a:latin typeface="Carlito"/>
                <a:ea typeface="Carlito"/>
                <a:cs typeface="Carlito"/>
                <a:sym typeface="Carlito"/>
              </a:rPr>
              <a:t>Rd </a:t>
            </a:r>
            <a:r>
              <a:rPr lang="en-US" sz="3200">
                <a:solidFill>
                  <a:schemeClr val="dk1"/>
                </a:solidFill>
                <a:latin typeface="Carlito"/>
                <a:ea typeface="Carlito"/>
                <a:cs typeface="Carlito"/>
                <a:sym typeface="Carlito"/>
              </a:rPr>
              <a:t>cannot be an </a:t>
            </a:r>
            <a:r>
              <a:rPr i="1" lang="en-US" sz="3200">
                <a:solidFill>
                  <a:schemeClr val="dk1"/>
                </a:solidFill>
                <a:latin typeface="Carlito"/>
                <a:ea typeface="Carlito"/>
                <a:cs typeface="Carlito"/>
                <a:sym typeface="Carlito"/>
              </a:rPr>
              <a:t>operand</a:t>
            </a:r>
            <a:r>
              <a:rPr lang="en-US" sz="3200">
                <a:solidFill>
                  <a:schemeClr val="dk1"/>
                </a:solidFill>
                <a:latin typeface="Courier New"/>
                <a:ea typeface="Courier New"/>
                <a:cs typeface="Courier New"/>
                <a:sym typeface="Courier New"/>
              </a:rPr>
              <a:t> </a:t>
            </a:r>
            <a:endParaRPr sz="2800">
              <a:latin typeface="Times New Roman"/>
              <a:ea typeface="Times New Roman"/>
              <a:cs typeface="Times New Roman"/>
              <a:sym typeface="Times New Roman"/>
            </a:endParaRPr>
          </a:p>
        </p:txBody>
      </p:sp>
      <p:sp>
        <p:nvSpPr>
          <p:cNvPr id="553" name="Google Shape;553;g23edef7ba2a_0_0"/>
          <p:cNvSpPr txBox="1"/>
          <p:nvPr/>
        </p:nvSpPr>
        <p:spPr>
          <a:xfrm>
            <a:off x="502751" y="3997750"/>
            <a:ext cx="5280300" cy="500100"/>
          </a:xfrm>
          <a:prstGeom prst="rect">
            <a:avLst/>
          </a:prstGeom>
          <a:noFill/>
          <a:ln>
            <a:noFill/>
          </a:ln>
        </p:spPr>
        <p:txBody>
          <a:bodyPr anchorCtr="0" anchor="t" bIns="0" lIns="0" spcFirstLastPara="1" rIns="0" wrap="square" tIns="7600">
            <a:spAutoFit/>
          </a:bodyPr>
          <a:lstStyle/>
          <a:p>
            <a:pPr indent="0" lvl="0" marL="63500" marR="0" rtl="0" algn="l">
              <a:lnSpc>
                <a:spcPct val="100000"/>
              </a:lnSpc>
              <a:spcBef>
                <a:spcPts val="894"/>
              </a:spcBef>
              <a:spcAft>
                <a:spcPts val="0"/>
              </a:spcAft>
              <a:buClr>
                <a:srgbClr val="000000"/>
              </a:buClr>
              <a:buSzPts val="3200"/>
              <a:buFont typeface="Arial"/>
              <a:buNone/>
            </a:pPr>
            <a:r>
              <a:t/>
            </a:r>
            <a:endParaRPr b="0" i="0" sz="3200" u="none" cap="none" strike="noStrike">
              <a:solidFill>
                <a:srgbClr val="000000"/>
              </a:solidFill>
              <a:latin typeface="Carlito"/>
              <a:ea typeface="Carlito"/>
              <a:cs typeface="Carlito"/>
              <a:sym typeface="Carli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23edef7ba2a_0_8"/>
          <p:cNvSpPr txBox="1"/>
          <p:nvPr>
            <p:ph type="title"/>
          </p:nvPr>
        </p:nvSpPr>
        <p:spPr>
          <a:xfrm>
            <a:off x="3032251" y="158622"/>
            <a:ext cx="30480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chemeClr val="dk1"/>
                </a:solidFill>
              </a:rPr>
              <a:t>Multiplication</a:t>
            </a:r>
            <a:endParaRPr>
              <a:solidFill>
                <a:schemeClr val="dk1"/>
              </a:solidFill>
            </a:endParaRPr>
          </a:p>
        </p:txBody>
      </p:sp>
      <p:sp>
        <p:nvSpPr>
          <p:cNvPr id="559" name="Google Shape;559;g23edef7ba2a_0_8"/>
          <p:cNvSpPr txBox="1"/>
          <p:nvPr/>
        </p:nvSpPr>
        <p:spPr>
          <a:xfrm>
            <a:off x="2029205" y="1628597"/>
            <a:ext cx="18504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latin typeface="Courier New"/>
                <a:ea typeface="Courier New"/>
                <a:cs typeface="Courier New"/>
                <a:sym typeface="Courier New"/>
              </a:rPr>
              <a:t>a = b * c;</a:t>
            </a:r>
            <a:endParaRPr sz="2400">
              <a:latin typeface="Courier New"/>
              <a:ea typeface="Courier New"/>
              <a:cs typeface="Courier New"/>
              <a:sym typeface="Courier New"/>
            </a:endParaRPr>
          </a:p>
        </p:txBody>
      </p:sp>
      <p:sp>
        <p:nvSpPr>
          <p:cNvPr id="560" name="Google Shape;560;g23edef7ba2a_0_8"/>
          <p:cNvSpPr txBox="1"/>
          <p:nvPr/>
        </p:nvSpPr>
        <p:spPr>
          <a:xfrm>
            <a:off x="203098" y="1079263"/>
            <a:ext cx="1831200" cy="1398900"/>
          </a:xfrm>
          <a:prstGeom prst="rect">
            <a:avLst/>
          </a:prstGeom>
          <a:noFill/>
          <a:ln>
            <a:noFill/>
          </a:ln>
        </p:spPr>
        <p:txBody>
          <a:bodyPr anchorCtr="0" anchor="t" bIns="0" lIns="0" spcFirstLastPara="1" rIns="0" wrap="square" tIns="78100">
            <a:spAutoFit/>
          </a:bodyPr>
          <a:lstStyle/>
          <a:p>
            <a:pPr indent="-238759" lvl="0" marL="250825" marR="0" rtl="0" algn="l">
              <a:lnSpc>
                <a:spcPct val="100000"/>
              </a:lnSpc>
              <a:spcBef>
                <a:spcPts val="0"/>
              </a:spcBef>
              <a:spcAft>
                <a:spcPts val="0"/>
              </a:spcAft>
              <a:buClr>
                <a:srgbClr val="00007E"/>
              </a:buClr>
              <a:buSzPts val="2000"/>
              <a:buFont typeface="Noto Sans Symbols"/>
              <a:buChar char="❖"/>
            </a:pPr>
            <a:r>
              <a:rPr lang="en-US" sz="2800">
                <a:latin typeface="Times New Roman"/>
                <a:ea typeface="Times New Roman"/>
                <a:cs typeface="Times New Roman"/>
                <a:sym typeface="Times New Roman"/>
              </a:rPr>
              <a:t>Example:</a:t>
            </a:r>
            <a:endParaRPr sz="2800">
              <a:latin typeface="Times New Roman"/>
              <a:ea typeface="Times New Roman"/>
              <a:cs typeface="Times New Roman"/>
              <a:sym typeface="Times New Roman"/>
            </a:endParaRPr>
          </a:p>
          <a:p>
            <a:pPr indent="-204469" lvl="1" marL="711835" marR="0" rtl="0" algn="l">
              <a:lnSpc>
                <a:spcPct val="100000"/>
              </a:lnSpc>
              <a:spcBef>
                <a:spcPts val="450"/>
              </a:spcBef>
              <a:spcAft>
                <a:spcPts val="0"/>
              </a:spcAft>
              <a:buClr>
                <a:srgbClr val="FFCC00"/>
              </a:buClr>
              <a:buSzPts val="1700"/>
              <a:buFont typeface="Noto Sans Symbols"/>
              <a:buChar char="❖"/>
            </a:pPr>
            <a:r>
              <a:rPr b="0" i="0" lang="en-US" sz="2400" u="none" cap="none" strike="noStrike">
                <a:latin typeface="Times New Roman"/>
                <a:ea typeface="Times New Roman"/>
                <a:cs typeface="Times New Roman"/>
                <a:sym typeface="Times New Roman"/>
              </a:rPr>
              <a:t>in C:</a:t>
            </a:r>
            <a:endParaRPr b="0" i="0" sz="2400" u="none" cap="none" strike="noStrike">
              <a:latin typeface="Times New Roman"/>
              <a:ea typeface="Times New Roman"/>
              <a:cs typeface="Times New Roman"/>
              <a:sym typeface="Times New Roman"/>
            </a:endParaRPr>
          </a:p>
          <a:p>
            <a:pPr indent="-204469" lvl="1" marL="711835" marR="0" rtl="0" algn="l">
              <a:lnSpc>
                <a:spcPct val="100000"/>
              </a:lnSpc>
              <a:spcBef>
                <a:spcPts val="720"/>
              </a:spcBef>
              <a:spcAft>
                <a:spcPts val="0"/>
              </a:spcAft>
              <a:buClr>
                <a:srgbClr val="FFCC00"/>
              </a:buClr>
              <a:buSzPts val="1700"/>
              <a:buFont typeface="Noto Sans Symbols"/>
              <a:buChar char="❖"/>
            </a:pPr>
            <a:r>
              <a:rPr b="0" i="0" lang="en-US" sz="2400" u="none" cap="none" strike="noStrike">
                <a:latin typeface="Times New Roman"/>
                <a:ea typeface="Times New Roman"/>
                <a:cs typeface="Times New Roman"/>
                <a:sym typeface="Times New Roman"/>
              </a:rPr>
              <a:t>in MIPS:</a:t>
            </a:r>
            <a:endParaRPr b="0" i="0" sz="2400" u="none" cap="none" strike="noStrike">
              <a:latin typeface="Times New Roman"/>
              <a:ea typeface="Times New Roman"/>
              <a:cs typeface="Times New Roman"/>
              <a:sym typeface="Times New Roman"/>
            </a:endParaRPr>
          </a:p>
        </p:txBody>
      </p:sp>
      <p:sp>
        <p:nvSpPr>
          <p:cNvPr id="561" name="Google Shape;561;g23edef7ba2a_0_8"/>
          <p:cNvSpPr txBox="1"/>
          <p:nvPr/>
        </p:nvSpPr>
        <p:spPr>
          <a:xfrm>
            <a:off x="698398" y="2514345"/>
            <a:ext cx="7790100" cy="3186300"/>
          </a:xfrm>
          <a:prstGeom prst="rect">
            <a:avLst/>
          </a:prstGeom>
          <a:noFill/>
          <a:ln>
            <a:noFill/>
          </a:ln>
        </p:spPr>
        <p:txBody>
          <a:bodyPr anchorCtr="0" anchor="t" bIns="0" lIns="0" spcFirstLastPara="1" rIns="0" wrap="square" tIns="13325">
            <a:spAutoFit/>
          </a:bodyPr>
          <a:lstStyle/>
          <a:p>
            <a:pPr indent="-342265" lvl="0" marL="773430" marR="0" rtl="0" algn="l">
              <a:lnSpc>
                <a:spcPct val="100000"/>
              </a:lnSpc>
              <a:spcBef>
                <a:spcPts val="0"/>
              </a:spcBef>
              <a:spcAft>
                <a:spcPts val="0"/>
              </a:spcAft>
              <a:buClr>
                <a:srgbClr val="00007E"/>
              </a:buClr>
              <a:buSzPts val="1500"/>
              <a:buFont typeface="Noto Sans Symbols"/>
              <a:buChar char="❖"/>
            </a:pPr>
            <a:r>
              <a:rPr lang="en-US" sz="2000">
                <a:latin typeface="Times New Roman"/>
                <a:ea typeface="Times New Roman"/>
                <a:cs typeface="Times New Roman"/>
                <a:sym typeface="Times New Roman"/>
              </a:rPr>
              <a:t>let b be r2; let c be r3; and let a be r0 and r1 (since it may be up to 64</a:t>
            </a:r>
            <a:endParaRPr sz="2000">
              <a:latin typeface="Times New Roman"/>
              <a:ea typeface="Times New Roman"/>
              <a:cs typeface="Times New Roman"/>
              <a:sym typeface="Times New Roman"/>
            </a:endParaRPr>
          </a:p>
          <a:p>
            <a:pPr indent="0" lvl="0" marL="773430" marR="0" rtl="0" algn="l">
              <a:lnSpc>
                <a:spcPct val="100000"/>
              </a:lnSpc>
              <a:spcBef>
                <a:spcPts val="0"/>
              </a:spcBef>
              <a:spcAft>
                <a:spcPts val="0"/>
              </a:spcAft>
              <a:buNone/>
            </a:pPr>
            <a:r>
              <a:rPr lang="en-US" sz="2000">
                <a:latin typeface="Times New Roman"/>
                <a:ea typeface="Times New Roman"/>
                <a:cs typeface="Times New Roman"/>
                <a:sym typeface="Times New Roman"/>
              </a:rPr>
              <a:t>bits)</a:t>
            </a:r>
            <a:endParaRPr sz="2000">
              <a:latin typeface="Times New Roman"/>
              <a:ea typeface="Times New Roman"/>
              <a:cs typeface="Times New Roman"/>
              <a:sym typeface="Times New Roman"/>
            </a:endParaRPr>
          </a:p>
          <a:p>
            <a:pPr indent="0" lvl="0" marL="203200" marR="0" rtl="0" algn="l">
              <a:lnSpc>
                <a:spcPct val="100000"/>
              </a:lnSpc>
              <a:spcBef>
                <a:spcPts val="415"/>
              </a:spcBef>
              <a:spcAft>
                <a:spcPts val="0"/>
              </a:spcAft>
              <a:buNone/>
            </a:pPr>
            <a:r>
              <a:rPr lang="en-US" sz="2400">
                <a:latin typeface="Courier New"/>
                <a:ea typeface="Courier New"/>
                <a:cs typeface="Courier New"/>
                <a:sym typeface="Courier New"/>
              </a:rPr>
              <a:t>MUL r0, r2, r3	; b*c only 32 bits stored</a:t>
            </a:r>
            <a:endParaRPr sz="2400">
              <a:latin typeface="Courier New"/>
              <a:ea typeface="Courier New"/>
              <a:cs typeface="Courier New"/>
              <a:sym typeface="Courier New"/>
            </a:endParaRPr>
          </a:p>
          <a:p>
            <a:pPr indent="0" lvl="0" marL="0" marR="0" rtl="0" algn="l">
              <a:lnSpc>
                <a:spcPct val="100000"/>
              </a:lnSpc>
              <a:spcBef>
                <a:spcPts val="40"/>
              </a:spcBef>
              <a:spcAft>
                <a:spcPts val="0"/>
              </a:spcAft>
              <a:buNone/>
            </a:pPr>
            <a:r>
              <a:t/>
            </a:r>
            <a:endParaRPr sz="3650">
              <a:latin typeface="Courier New"/>
              <a:ea typeface="Courier New"/>
              <a:cs typeface="Courier New"/>
              <a:sym typeface="Courier New"/>
            </a:endParaRPr>
          </a:p>
          <a:p>
            <a:pPr indent="0" lvl="0" marL="12700" marR="0" rtl="0" algn="l">
              <a:lnSpc>
                <a:spcPct val="100000"/>
              </a:lnSpc>
              <a:spcBef>
                <a:spcPts val="5"/>
              </a:spcBef>
              <a:spcAft>
                <a:spcPts val="0"/>
              </a:spcAft>
              <a:buNone/>
            </a:pPr>
            <a:r>
              <a:rPr lang="en-US" sz="2400">
                <a:latin typeface="Times New Roman"/>
                <a:ea typeface="Times New Roman"/>
                <a:cs typeface="Times New Roman"/>
                <a:sym typeface="Times New Roman"/>
              </a:rPr>
              <a:t>Note: Often, we only care about the lower half of the product.</a:t>
            </a:r>
            <a:endParaRPr sz="2400">
              <a:latin typeface="Times New Roman"/>
              <a:ea typeface="Times New Roman"/>
              <a:cs typeface="Times New Roman"/>
              <a:sym typeface="Times New Roman"/>
            </a:endParaRPr>
          </a:p>
          <a:p>
            <a:pPr indent="0" lvl="0" marL="0" marR="0" rtl="0" algn="l">
              <a:lnSpc>
                <a:spcPct val="100000"/>
              </a:lnSpc>
              <a:spcBef>
                <a:spcPts val="35"/>
              </a:spcBef>
              <a:spcAft>
                <a:spcPts val="0"/>
              </a:spcAft>
              <a:buNone/>
            </a:pPr>
            <a:r>
              <a:t/>
            </a:r>
            <a:endParaRPr sz="3350">
              <a:latin typeface="Times New Roman"/>
              <a:ea typeface="Times New Roman"/>
              <a:cs typeface="Times New Roman"/>
              <a:sym typeface="Times New Roman"/>
            </a:endParaRPr>
          </a:p>
          <a:p>
            <a:pPr indent="0" lvl="0" marL="203200" marR="0" rtl="0" algn="l">
              <a:lnSpc>
                <a:spcPct val="100000"/>
              </a:lnSpc>
              <a:spcBef>
                <a:spcPts val="0"/>
              </a:spcBef>
              <a:spcAft>
                <a:spcPts val="0"/>
              </a:spcAft>
              <a:buNone/>
            </a:pPr>
            <a:r>
              <a:rPr lang="en-US" sz="2400">
                <a:latin typeface="Courier New"/>
                <a:ea typeface="Courier New"/>
                <a:cs typeface="Courier New"/>
                <a:sym typeface="Courier New"/>
              </a:rPr>
              <a:t>SMULL r0,r1,r2,r3 ; 64 bits in r0:r1</a:t>
            </a:r>
            <a:endParaRPr sz="2400">
              <a:latin typeface="Courier New"/>
              <a:ea typeface="Courier New"/>
              <a:cs typeface="Courier New"/>
              <a:sym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23edef7ba2a_0_18"/>
          <p:cNvSpPr txBox="1"/>
          <p:nvPr/>
        </p:nvSpPr>
        <p:spPr>
          <a:xfrm>
            <a:off x="385063" y="1170217"/>
            <a:ext cx="7284600" cy="751800"/>
          </a:xfrm>
          <a:prstGeom prst="rect">
            <a:avLst/>
          </a:prstGeom>
          <a:noFill/>
          <a:ln>
            <a:noFill/>
          </a:ln>
        </p:spPr>
        <p:txBody>
          <a:bodyPr anchorCtr="0" anchor="t" bIns="0" lIns="0" spcFirstLastPara="1" rIns="0" wrap="square" tIns="73650">
            <a:spAutoFit/>
          </a:bodyPr>
          <a:lstStyle/>
          <a:p>
            <a:pPr indent="-343535" lvl="0" marL="355600" marR="0" rtl="0" algn="l">
              <a:lnSpc>
                <a:spcPct val="100000"/>
              </a:lnSpc>
              <a:spcBef>
                <a:spcPts val="0"/>
              </a:spcBef>
              <a:spcAft>
                <a:spcPts val="0"/>
              </a:spcAft>
              <a:buClr>
                <a:srgbClr val="00007E"/>
              </a:buClr>
              <a:buSzPts val="1500"/>
              <a:buFont typeface="Noto Sans Symbols"/>
              <a:buChar char="❖"/>
            </a:pPr>
            <a:r>
              <a:rPr lang="en-US" sz="2000">
                <a:latin typeface="Times New Roman"/>
                <a:ea typeface="Times New Roman"/>
                <a:cs typeface="Times New Roman"/>
                <a:sym typeface="Times New Roman"/>
              </a:rPr>
              <a:t>There are 2 classes of multiply - producing 32-bit and 64-bit results</a:t>
            </a:r>
            <a:endParaRPr sz="2000">
              <a:latin typeface="Times New Roman"/>
              <a:ea typeface="Times New Roman"/>
              <a:cs typeface="Times New Roman"/>
              <a:sym typeface="Times New Roman"/>
            </a:endParaRPr>
          </a:p>
          <a:p>
            <a:pPr indent="-343535" lvl="0" marL="355600" marR="0" rtl="0" algn="l">
              <a:lnSpc>
                <a:spcPct val="100000"/>
              </a:lnSpc>
              <a:spcBef>
                <a:spcPts val="480"/>
              </a:spcBef>
              <a:spcAft>
                <a:spcPts val="0"/>
              </a:spcAft>
              <a:buClr>
                <a:srgbClr val="00007E"/>
              </a:buClr>
              <a:buSzPts val="1500"/>
              <a:buFont typeface="Noto Sans Symbols"/>
              <a:buChar char="❖"/>
            </a:pPr>
            <a:r>
              <a:rPr lang="en-US" sz="2000">
                <a:latin typeface="Times New Roman"/>
                <a:ea typeface="Times New Roman"/>
                <a:cs typeface="Times New Roman"/>
                <a:sym typeface="Times New Roman"/>
              </a:rPr>
              <a:t>32-bit versions on an ARM7TDMI will execute in 2 - 5 cycles</a:t>
            </a:r>
            <a:endParaRPr sz="2000">
              <a:latin typeface="Times New Roman"/>
              <a:ea typeface="Times New Roman"/>
              <a:cs typeface="Times New Roman"/>
              <a:sym typeface="Times New Roman"/>
            </a:endParaRPr>
          </a:p>
        </p:txBody>
      </p:sp>
      <p:sp>
        <p:nvSpPr>
          <p:cNvPr id="567" name="Google Shape;567;g23edef7ba2a_0_18"/>
          <p:cNvSpPr txBox="1"/>
          <p:nvPr/>
        </p:nvSpPr>
        <p:spPr>
          <a:xfrm>
            <a:off x="842568" y="2221601"/>
            <a:ext cx="2773800" cy="668400"/>
          </a:xfrm>
          <a:prstGeom prst="rect">
            <a:avLst/>
          </a:prstGeom>
          <a:noFill/>
          <a:ln>
            <a:noFill/>
          </a:ln>
        </p:spPr>
        <p:txBody>
          <a:bodyPr anchorCtr="0" anchor="t" bIns="0" lIns="0" spcFirstLastPara="1" rIns="0" wrap="square" tIns="62850">
            <a:spAutoFit/>
          </a:bodyPr>
          <a:lstStyle/>
          <a:p>
            <a:pPr indent="-287019" lvl="0" marL="299085" marR="0" rtl="0" algn="l">
              <a:lnSpc>
                <a:spcPct val="100000"/>
              </a:lnSpc>
              <a:spcBef>
                <a:spcPts val="0"/>
              </a:spcBef>
              <a:spcAft>
                <a:spcPts val="0"/>
              </a:spcAft>
              <a:buClr>
                <a:srgbClr val="FFCC00"/>
              </a:buClr>
              <a:buSzPts val="1350"/>
              <a:buFont typeface="Noto Sans Symbols"/>
              <a:buChar char="❖"/>
            </a:pPr>
            <a:r>
              <a:rPr b="1" lang="en-US" sz="1800">
                <a:solidFill>
                  <a:srgbClr val="333399"/>
                </a:solidFill>
                <a:latin typeface="Courier New"/>
                <a:ea typeface="Courier New"/>
                <a:cs typeface="Courier New"/>
                <a:sym typeface="Courier New"/>
              </a:rPr>
              <a:t>MUL r0, r1, r2</a:t>
            </a:r>
            <a:endParaRPr sz="1800">
              <a:latin typeface="Courier New"/>
              <a:ea typeface="Courier New"/>
              <a:cs typeface="Courier New"/>
              <a:sym typeface="Courier New"/>
            </a:endParaRPr>
          </a:p>
          <a:p>
            <a:pPr indent="-287019" lvl="0" marL="299085" marR="0" rtl="0" algn="l">
              <a:lnSpc>
                <a:spcPct val="100000"/>
              </a:lnSpc>
              <a:spcBef>
                <a:spcPts val="395"/>
              </a:spcBef>
              <a:spcAft>
                <a:spcPts val="0"/>
              </a:spcAft>
              <a:buClr>
                <a:srgbClr val="FFCC00"/>
              </a:buClr>
              <a:buSzPts val="1350"/>
              <a:buFont typeface="Noto Sans Symbols"/>
              <a:buChar char="❖"/>
            </a:pPr>
            <a:r>
              <a:rPr b="1" lang="en-US" sz="1800">
                <a:solidFill>
                  <a:srgbClr val="333399"/>
                </a:solidFill>
                <a:latin typeface="Courier New"/>
                <a:ea typeface="Courier New"/>
                <a:cs typeface="Courier New"/>
                <a:sym typeface="Courier New"/>
              </a:rPr>
              <a:t>MLA r0, r1, r2, r3</a:t>
            </a:r>
            <a:endParaRPr sz="1800">
              <a:latin typeface="Courier New"/>
              <a:ea typeface="Courier New"/>
              <a:cs typeface="Courier New"/>
              <a:sym typeface="Courier New"/>
            </a:endParaRPr>
          </a:p>
        </p:txBody>
      </p:sp>
      <p:sp>
        <p:nvSpPr>
          <p:cNvPr id="568" name="Google Shape;568;g23edef7ba2a_0_18"/>
          <p:cNvSpPr txBox="1"/>
          <p:nvPr/>
        </p:nvSpPr>
        <p:spPr>
          <a:xfrm>
            <a:off x="4043553" y="2221601"/>
            <a:ext cx="2898000" cy="668400"/>
          </a:xfrm>
          <a:prstGeom prst="rect">
            <a:avLst/>
          </a:prstGeom>
          <a:noFill/>
          <a:ln>
            <a:noFill/>
          </a:ln>
        </p:spPr>
        <p:txBody>
          <a:bodyPr anchorCtr="0" anchor="t" bIns="0" lIns="0" spcFirstLastPara="1" rIns="0" wrap="square" tIns="62850">
            <a:spAutoFit/>
          </a:bodyPr>
          <a:lstStyle/>
          <a:p>
            <a:pPr indent="0" lvl="0" marL="12700" marR="0" rtl="0" algn="l">
              <a:lnSpc>
                <a:spcPct val="100000"/>
              </a:lnSpc>
              <a:spcBef>
                <a:spcPts val="0"/>
              </a:spcBef>
              <a:spcAft>
                <a:spcPts val="0"/>
              </a:spcAft>
              <a:buNone/>
            </a:pPr>
            <a:r>
              <a:rPr b="1" lang="en-US" sz="1800">
                <a:latin typeface="Courier New"/>
                <a:ea typeface="Courier New"/>
                <a:cs typeface="Courier New"/>
                <a:sym typeface="Courier New"/>
              </a:rPr>
              <a:t>; r0 = r1 * r2</a:t>
            </a:r>
            <a:endParaRPr sz="1800">
              <a:latin typeface="Courier New"/>
              <a:ea typeface="Courier New"/>
              <a:cs typeface="Courier New"/>
              <a:sym typeface="Courier New"/>
            </a:endParaRPr>
          </a:p>
          <a:p>
            <a:pPr indent="0" lvl="0" marL="12700" marR="0" rtl="0" algn="l">
              <a:lnSpc>
                <a:spcPct val="100000"/>
              </a:lnSpc>
              <a:spcBef>
                <a:spcPts val="395"/>
              </a:spcBef>
              <a:spcAft>
                <a:spcPts val="0"/>
              </a:spcAft>
              <a:buNone/>
            </a:pPr>
            <a:r>
              <a:rPr b="1" lang="en-US" sz="1800">
                <a:latin typeface="Courier New"/>
                <a:ea typeface="Courier New"/>
                <a:cs typeface="Courier New"/>
                <a:sym typeface="Courier New"/>
              </a:rPr>
              <a:t>; r0 = (r1 * r2) + r3</a:t>
            </a:r>
            <a:endParaRPr sz="1800">
              <a:latin typeface="Courier New"/>
              <a:ea typeface="Courier New"/>
              <a:cs typeface="Courier New"/>
              <a:sym typeface="Courier New"/>
            </a:endParaRPr>
          </a:p>
        </p:txBody>
      </p:sp>
      <p:sp>
        <p:nvSpPr>
          <p:cNvPr id="569" name="Google Shape;569;g23edef7ba2a_0_18"/>
          <p:cNvSpPr txBox="1"/>
          <p:nvPr/>
        </p:nvSpPr>
        <p:spPr>
          <a:xfrm>
            <a:off x="385063" y="3219043"/>
            <a:ext cx="7263000" cy="751800"/>
          </a:xfrm>
          <a:prstGeom prst="rect">
            <a:avLst/>
          </a:prstGeom>
          <a:noFill/>
          <a:ln>
            <a:noFill/>
          </a:ln>
        </p:spPr>
        <p:txBody>
          <a:bodyPr anchorCtr="0" anchor="t" bIns="0" lIns="0" spcFirstLastPara="1" rIns="0" wrap="square" tIns="73650">
            <a:spAutoFit/>
          </a:bodyPr>
          <a:lstStyle/>
          <a:p>
            <a:pPr indent="-343535" lvl="0" marL="355600" marR="0" rtl="0" algn="l">
              <a:lnSpc>
                <a:spcPct val="100000"/>
              </a:lnSpc>
              <a:spcBef>
                <a:spcPts val="0"/>
              </a:spcBef>
              <a:spcAft>
                <a:spcPts val="0"/>
              </a:spcAft>
              <a:buClr>
                <a:srgbClr val="00007E"/>
              </a:buClr>
              <a:buSzPts val="1500"/>
              <a:buFont typeface="Noto Sans Symbols"/>
              <a:buChar char="❖"/>
            </a:pPr>
            <a:r>
              <a:rPr lang="en-US" sz="2000">
                <a:latin typeface="Times New Roman"/>
                <a:ea typeface="Times New Roman"/>
                <a:cs typeface="Times New Roman"/>
                <a:sym typeface="Times New Roman"/>
              </a:rPr>
              <a:t>64-bit multiply instructions offer both signed and unsigned versions</a:t>
            </a:r>
            <a:endParaRPr sz="2000">
              <a:latin typeface="Times New Roman"/>
              <a:ea typeface="Times New Roman"/>
              <a:cs typeface="Times New Roman"/>
              <a:sym typeface="Times New Roman"/>
            </a:endParaRPr>
          </a:p>
          <a:p>
            <a:pPr indent="-287019" lvl="1" marL="756285" marR="0" rtl="0" algn="l">
              <a:lnSpc>
                <a:spcPct val="100000"/>
              </a:lnSpc>
              <a:spcBef>
                <a:spcPts val="480"/>
              </a:spcBef>
              <a:spcAft>
                <a:spcPts val="0"/>
              </a:spcAft>
              <a:buClr>
                <a:srgbClr val="FFCC00"/>
              </a:buClr>
              <a:buSzPts val="1500"/>
              <a:buFont typeface="Noto Sans Symbols"/>
              <a:buChar char="❖"/>
            </a:pPr>
            <a:r>
              <a:rPr b="0" i="0" lang="en-US" sz="2000" u="none" cap="none" strike="noStrike">
                <a:latin typeface="Times New Roman"/>
                <a:ea typeface="Times New Roman"/>
                <a:cs typeface="Times New Roman"/>
                <a:sym typeface="Times New Roman"/>
              </a:rPr>
              <a:t>For these instruction there are 2 destination registers</a:t>
            </a:r>
            <a:endParaRPr b="0" i="0" sz="2000" u="none" cap="none" strike="noStrike">
              <a:latin typeface="Times New Roman"/>
              <a:ea typeface="Times New Roman"/>
              <a:cs typeface="Times New Roman"/>
              <a:sym typeface="Times New Roman"/>
            </a:endParaRPr>
          </a:p>
        </p:txBody>
      </p:sp>
      <p:sp>
        <p:nvSpPr>
          <p:cNvPr id="570" name="Google Shape;570;g23edef7ba2a_0_18"/>
          <p:cNvSpPr txBox="1"/>
          <p:nvPr/>
        </p:nvSpPr>
        <p:spPr>
          <a:xfrm>
            <a:off x="842568" y="4261230"/>
            <a:ext cx="3596100" cy="677400"/>
          </a:xfrm>
          <a:prstGeom prst="rect">
            <a:avLst/>
          </a:prstGeom>
          <a:noFill/>
          <a:ln>
            <a:noFill/>
          </a:ln>
        </p:spPr>
        <p:txBody>
          <a:bodyPr anchorCtr="0" anchor="t" bIns="0" lIns="0" spcFirstLastPara="1" rIns="0" wrap="square" tIns="67300">
            <a:spAutoFit/>
          </a:bodyPr>
          <a:lstStyle/>
          <a:p>
            <a:pPr indent="-287019" lvl="0" marL="299085" marR="0" rtl="0" algn="l">
              <a:lnSpc>
                <a:spcPct val="100000"/>
              </a:lnSpc>
              <a:spcBef>
                <a:spcPts val="0"/>
              </a:spcBef>
              <a:spcAft>
                <a:spcPts val="0"/>
              </a:spcAft>
              <a:buClr>
                <a:srgbClr val="FFCC00"/>
              </a:buClr>
              <a:buSzPts val="1350"/>
              <a:buFont typeface="Noto Sans Symbols"/>
              <a:buChar char="❖"/>
            </a:pPr>
            <a:r>
              <a:rPr b="1" lang="en-US" sz="1800">
                <a:solidFill>
                  <a:srgbClr val="333399"/>
                </a:solidFill>
                <a:latin typeface="Courier New"/>
                <a:ea typeface="Courier New"/>
                <a:cs typeface="Courier New"/>
                <a:sym typeface="Courier New"/>
              </a:rPr>
              <a:t>[U|S]MULL r4, r5, r2, r3</a:t>
            </a:r>
            <a:endParaRPr sz="1800">
              <a:latin typeface="Courier New"/>
              <a:ea typeface="Courier New"/>
              <a:cs typeface="Courier New"/>
              <a:sym typeface="Courier New"/>
            </a:endParaRPr>
          </a:p>
          <a:p>
            <a:pPr indent="-287019" lvl="0" marL="299085" marR="0" rtl="0" algn="l">
              <a:lnSpc>
                <a:spcPct val="100000"/>
              </a:lnSpc>
              <a:spcBef>
                <a:spcPts val="430"/>
              </a:spcBef>
              <a:spcAft>
                <a:spcPts val="0"/>
              </a:spcAft>
              <a:buClr>
                <a:srgbClr val="FFCC00"/>
              </a:buClr>
              <a:buSzPts val="1350"/>
              <a:buFont typeface="Noto Sans Symbols"/>
              <a:buChar char="❖"/>
            </a:pPr>
            <a:r>
              <a:rPr b="1" lang="en-US" sz="1800">
                <a:solidFill>
                  <a:srgbClr val="333399"/>
                </a:solidFill>
                <a:latin typeface="Courier New"/>
                <a:ea typeface="Courier New"/>
                <a:cs typeface="Courier New"/>
                <a:sym typeface="Courier New"/>
              </a:rPr>
              <a:t>[U|S]MLAL r4, r5, r2, r3</a:t>
            </a:r>
            <a:endParaRPr sz="1800">
              <a:latin typeface="Courier New"/>
              <a:ea typeface="Courier New"/>
              <a:cs typeface="Courier New"/>
              <a:sym typeface="Courier New"/>
            </a:endParaRPr>
          </a:p>
        </p:txBody>
      </p:sp>
      <p:sp>
        <p:nvSpPr>
          <p:cNvPr id="571" name="Google Shape;571;g23edef7ba2a_0_18"/>
          <p:cNvSpPr txBox="1"/>
          <p:nvPr/>
        </p:nvSpPr>
        <p:spPr>
          <a:xfrm>
            <a:off x="4957953" y="4261230"/>
            <a:ext cx="3720600" cy="677400"/>
          </a:xfrm>
          <a:prstGeom prst="rect">
            <a:avLst/>
          </a:prstGeom>
          <a:noFill/>
          <a:ln>
            <a:noFill/>
          </a:ln>
        </p:spPr>
        <p:txBody>
          <a:bodyPr anchorCtr="0" anchor="t" bIns="0" lIns="0" spcFirstLastPara="1" rIns="0" wrap="square" tIns="67300">
            <a:spAutoFit/>
          </a:bodyPr>
          <a:lstStyle/>
          <a:p>
            <a:pPr indent="0" lvl="0" marL="12700" marR="0" rtl="0" algn="l">
              <a:lnSpc>
                <a:spcPct val="100000"/>
              </a:lnSpc>
              <a:spcBef>
                <a:spcPts val="0"/>
              </a:spcBef>
              <a:spcAft>
                <a:spcPts val="0"/>
              </a:spcAft>
              <a:buNone/>
            </a:pPr>
            <a:r>
              <a:rPr b="1" lang="en-US" sz="1800">
                <a:latin typeface="Courier New"/>
                <a:ea typeface="Courier New"/>
                <a:cs typeface="Courier New"/>
                <a:sym typeface="Courier New"/>
              </a:rPr>
              <a:t>; r5:r4 = r2 * r3</a:t>
            </a:r>
            <a:endParaRPr sz="1800">
              <a:latin typeface="Courier New"/>
              <a:ea typeface="Courier New"/>
              <a:cs typeface="Courier New"/>
              <a:sym typeface="Courier New"/>
            </a:endParaRPr>
          </a:p>
          <a:p>
            <a:pPr indent="0" lvl="0" marL="12700" marR="0" rtl="0" algn="l">
              <a:lnSpc>
                <a:spcPct val="100000"/>
              </a:lnSpc>
              <a:spcBef>
                <a:spcPts val="430"/>
              </a:spcBef>
              <a:spcAft>
                <a:spcPts val="0"/>
              </a:spcAft>
              <a:buNone/>
            </a:pPr>
            <a:r>
              <a:rPr b="1" lang="en-US" sz="1800">
                <a:latin typeface="Courier New"/>
                <a:ea typeface="Courier New"/>
                <a:cs typeface="Courier New"/>
                <a:sym typeface="Courier New"/>
              </a:rPr>
              <a:t>; r5:r4 = (r2 * r3) + r5:r4</a:t>
            </a:r>
            <a:endParaRPr sz="1800">
              <a:latin typeface="Courier New"/>
              <a:ea typeface="Courier New"/>
              <a:cs typeface="Courier New"/>
              <a:sym typeface="Courier New"/>
            </a:endParaRPr>
          </a:p>
        </p:txBody>
      </p:sp>
      <p:sp>
        <p:nvSpPr>
          <p:cNvPr id="572" name="Google Shape;572;g23edef7ba2a_0_18"/>
          <p:cNvSpPr txBox="1"/>
          <p:nvPr/>
        </p:nvSpPr>
        <p:spPr>
          <a:xfrm>
            <a:off x="385063" y="5267643"/>
            <a:ext cx="8343900" cy="751800"/>
          </a:xfrm>
          <a:prstGeom prst="rect">
            <a:avLst/>
          </a:prstGeom>
          <a:noFill/>
          <a:ln>
            <a:noFill/>
          </a:ln>
        </p:spPr>
        <p:txBody>
          <a:bodyPr anchorCtr="0" anchor="t" bIns="0" lIns="0" spcFirstLastPara="1" rIns="0" wrap="square" tIns="73650">
            <a:spAutoFit/>
          </a:bodyPr>
          <a:lstStyle/>
          <a:p>
            <a:pPr indent="-343535" lvl="0" marL="355600" marR="0" rtl="0" algn="l">
              <a:lnSpc>
                <a:spcPct val="100000"/>
              </a:lnSpc>
              <a:spcBef>
                <a:spcPts val="0"/>
              </a:spcBef>
              <a:spcAft>
                <a:spcPts val="0"/>
              </a:spcAft>
              <a:buClr>
                <a:srgbClr val="00007E"/>
              </a:buClr>
              <a:buSzPts val="1500"/>
              <a:buFont typeface="Noto Sans Symbols"/>
              <a:buChar char="❖"/>
            </a:pPr>
            <a:r>
              <a:rPr lang="en-US" sz="2000">
                <a:latin typeface="Times New Roman"/>
                <a:ea typeface="Times New Roman"/>
                <a:cs typeface="Times New Roman"/>
                <a:sym typeface="Times New Roman"/>
              </a:rPr>
              <a:t>Most ARM cores do not offer integer divide instructions</a:t>
            </a:r>
            <a:endParaRPr sz="2000">
              <a:latin typeface="Times New Roman"/>
              <a:ea typeface="Times New Roman"/>
              <a:cs typeface="Times New Roman"/>
              <a:sym typeface="Times New Roman"/>
            </a:endParaRPr>
          </a:p>
          <a:p>
            <a:pPr indent="-287019" lvl="1" marL="756285" marR="0" rtl="0" algn="l">
              <a:lnSpc>
                <a:spcPct val="100000"/>
              </a:lnSpc>
              <a:spcBef>
                <a:spcPts val="480"/>
              </a:spcBef>
              <a:spcAft>
                <a:spcPts val="0"/>
              </a:spcAft>
              <a:buClr>
                <a:srgbClr val="FFCC00"/>
              </a:buClr>
              <a:buSzPts val="1500"/>
              <a:buFont typeface="Noto Sans Symbols"/>
              <a:buChar char="❖"/>
            </a:pPr>
            <a:r>
              <a:rPr b="0" i="0" lang="en-US" sz="2000" u="none" cap="none" strike="noStrike">
                <a:latin typeface="Times New Roman"/>
                <a:ea typeface="Times New Roman"/>
                <a:cs typeface="Times New Roman"/>
                <a:sym typeface="Times New Roman"/>
              </a:rPr>
              <a:t>Division operations will be performed by C library routines or inline shifts</a:t>
            </a:r>
            <a:endParaRPr b="0" i="0" sz="2000" u="none" cap="none" strike="noStrike">
              <a:latin typeface="Times New Roman"/>
              <a:ea typeface="Times New Roman"/>
              <a:cs typeface="Times New Roman"/>
              <a:sym typeface="Times New Roman"/>
            </a:endParaRPr>
          </a:p>
        </p:txBody>
      </p:sp>
      <p:sp>
        <p:nvSpPr>
          <p:cNvPr id="573" name="Google Shape;573;g23edef7ba2a_0_18"/>
          <p:cNvSpPr txBox="1"/>
          <p:nvPr>
            <p:ph type="title"/>
          </p:nvPr>
        </p:nvSpPr>
        <p:spPr>
          <a:xfrm>
            <a:off x="2422017" y="165303"/>
            <a:ext cx="42978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chemeClr val="dk1"/>
                </a:solidFill>
              </a:rPr>
              <a:t>Multiply and Divide</a:t>
            </a:r>
            <a:endParaRPr>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7" name="Shape 577"/>
        <p:cNvGrpSpPr/>
        <p:nvPr/>
      </p:nvGrpSpPr>
      <p:grpSpPr>
        <a:xfrm>
          <a:off x="0" y="0"/>
          <a:ext cx="0" cy="0"/>
          <a:chOff x="0" y="0"/>
          <a:chExt cx="0" cy="0"/>
        </a:xfrm>
      </p:grpSpPr>
      <p:sp>
        <p:nvSpPr>
          <p:cNvPr id="578" name="Google Shape;578;g23edef7ba2a_0_32"/>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579" name="Google Shape;579;g23edef7ba2a_0_32"/>
          <p:cNvSpPr txBox="1"/>
          <p:nvPr>
            <p:ph type="title"/>
          </p:nvPr>
        </p:nvSpPr>
        <p:spPr>
          <a:xfrm>
            <a:off x="1018375" y="165300"/>
            <a:ext cx="74475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chemeClr val="dk1"/>
                </a:solidFill>
              </a:rPr>
              <a:t>Instruction Summary So far</a:t>
            </a:r>
            <a:endParaRPr>
              <a:solidFill>
                <a:schemeClr val="dk1"/>
              </a:solidFill>
            </a:endParaRPr>
          </a:p>
        </p:txBody>
      </p:sp>
      <p:sp>
        <p:nvSpPr>
          <p:cNvPr id="580" name="Google Shape;580;g23edef7ba2a_0_32"/>
          <p:cNvSpPr txBox="1"/>
          <p:nvPr/>
        </p:nvSpPr>
        <p:spPr>
          <a:xfrm>
            <a:off x="459740" y="936801"/>
            <a:ext cx="8006100" cy="4579800"/>
          </a:xfrm>
          <a:prstGeom prst="rect">
            <a:avLst/>
          </a:prstGeom>
          <a:noFill/>
          <a:ln>
            <a:noFill/>
          </a:ln>
        </p:spPr>
        <p:txBody>
          <a:bodyPr anchorCtr="0" anchor="t" bIns="0" lIns="0" spcFirstLastPara="1" rIns="0" wrap="square" tIns="99675">
            <a:spAutoFit/>
          </a:bodyPr>
          <a:lstStyle/>
          <a:p>
            <a:pPr indent="-238759" lvl="0" marL="250825" marR="0" rtl="0" algn="l">
              <a:lnSpc>
                <a:spcPct val="100000"/>
              </a:lnSpc>
              <a:spcBef>
                <a:spcPts val="0"/>
              </a:spcBef>
              <a:spcAft>
                <a:spcPts val="0"/>
              </a:spcAft>
              <a:buClr>
                <a:srgbClr val="00007E"/>
              </a:buClr>
              <a:buSzPts val="2000"/>
              <a:buFont typeface="Noto Sans Symbols"/>
              <a:buChar char="❖"/>
            </a:pPr>
            <a:r>
              <a:rPr lang="en-US" sz="2800">
                <a:latin typeface="Times New Roman"/>
                <a:ea typeface="Times New Roman"/>
                <a:cs typeface="Times New Roman"/>
                <a:sym typeface="Times New Roman"/>
              </a:rPr>
              <a:t>In ARM Assembly Language:</a:t>
            </a:r>
            <a:endParaRPr sz="2800">
              <a:latin typeface="Times New Roman"/>
              <a:ea typeface="Times New Roman"/>
              <a:cs typeface="Times New Roman"/>
              <a:sym typeface="Times New Roman"/>
            </a:endParaRPr>
          </a:p>
          <a:p>
            <a:pPr indent="-205104" lvl="1" marL="712470" marR="0" rtl="0" algn="l">
              <a:lnSpc>
                <a:spcPct val="100000"/>
              </a:lnSpc>
              <a:spcBef>
                <a:spcPts val="590"/>
              </a:spcBef>
              <a:spcAft>
                <a:spcPts val="0"/>
              </a:spcAft>
              <a:buClr>
                <a:srgbClr val="FFCC00"/>
              </a:buClr>
              <a:buSzPts val="1700"/>
              <a:buFont typeface="Noto Sans Symbols"/>
              <a:buChar char="❖"/>
            </a:pPr>
            <a:r>
              <a:rPr b="0" i="0" lang="en-US" sz="2400" u="none" cap="none" strike="noStrike">
                <a:latin typeface="Times New Roman"/>
                <a:ea typeface="Times New Roman"/>
                <a:cs typeface="Times New Roman"/>
                <a:sym typeface="Times New Roman"/>
              </a:rPr>
              <a:t>Registers replace C variables</a:t>
            </a:r>
            <a:endParaRPr b="0" i="0" sz="2400" u="none" cap="none" strike="noStrike">
              <a:latin typeface="Times New Roman"/>
              <a:ea typeface="Times New Roman"/>
              <a:cs typeface="Times New Roman"/>
              <a:sym typeface="Times New Roman"/>
            </a:endParaRPr>
          </a:p>
          <a:p>
            <a:pPr indent="-205104" lvl="1" marL="712470" marR="0" rtl="0" algn="l">
              <a:lnSpc>
                <a:spcPct val="100000"/>
              </a:lnSpc>
              <a:spcBef>
                <a:spcPts val="580"/>
              </a:spcBef>
              <a:spcAft>
                <a:spcPts val="0"/>
              </a:spcAft>
              <a:buClr>
                <a:srgbClr val="FFCC00"/>
              </a:buClr>
              <a:buSzPts val="1700"/>
              <a:buFont typeface="Noto Sans Symbols"/>
              <a:buChar char="❖"/>
            </a:pPr>
            <a:r>
              <a:rPr b="0" i="0" lang="en-US" sz="2400" u="none" cap="none" strike="noStrike">
                <a:latin typeface="Times New Roman"/>
                <a:ea typeface="Times New Roman"/>
                <a:cs typeface="Times New Roman"/>
                <a:sym typeface="Times New Roman"/>
              </a:rPr>
              <a:t>One Instruction (simple operation) per line</a:t>
            </a:r>
            <a:endParaRPr b="0" i="0" sz="2400" u="none" cap="none" strike="noStrike">
              <a:latin typeface="Times New Roman"/>
              <a:ea typeface="Times New Roman"/>
              <a:cs typeface="Times New Roman"/>
              <a:sym typeface="Times New Roman"/>
            </a:endParaRPr>
          </a:p>
          <a:p>
            <a:pPr indent="-205104" lvl="1" marL="712470" marR="0" rtl="0" algn="l">
              <a:lnSpc>
                <a:spcPct val="100000"/>
              </a:lnSpc>
              <a:spcBef>
                <a:spcPts val="575"/>
              </a:spcBef>
              <a:spcAft>
                <a:spcPts val="0"/>
              </a:spcAft>
              <a:buClr>
                <a:srgbClr val="FFCC00"/>
              </a:buClr>
              <a:buSzPts val="1700"/>
              <a:buFont typeface="Noto Sans Symbols"/>
              <a:buChar char="❖"/>
            </a:pPr>
            <a:r>
              <a:rPr b="0" i="0" lang="en-US" sz="2400" u="none" cap="none" strike="noStrike">
                <a:latin typeface="Times New Roman"/>
                <a:ea typeface="Times New Roman"/>
                <a:cs typeface="Times New Roman"/>
                <a:sym typeface="Times New Roman"/>
              </a:rPr>
              <a:t>Simpler is Better</a:t>
            </a:r>
            <a:endParaRPr b="0" i="0" sz="2400" u="none" cap="none" strike="noStrike">
              <a:latin typeface="Times New Roman"/>
              <a:ea typeface="Times New Roman"/>
              <a:cs typeface="Times New Roman"/>
              <a:sym typeface="Times New Roman"/>
            </a:endParaRPr>
          </a:p>
          <a:p>
            <a:pPr indent="-205104" lvl="1" marL="712470" marR="0" rtl="0" algn="l">
              <a:lnSpc>
                <a:spcPct val="100000"/>
              </a:lnSpc>
              <a:spcBef>
                <a:spcPts val="580"/>
              </a:spcBef>
              <a:spcAft>
                <a:spcPts val="0"/>
              </a:spcAft>
              <a:buClr>
                <a:srgbClr val="FFCC00"/>
              </a:buClr>
              <a:buSzPts val="1700"/>
              <a:buFont typeface="Noto Sans Symbols"/>
              <a:buChar char="❖"/>
            </a:pPr>
            <a:r>
              <a:rPr b="0" i="0" lang="en-US" sz="2400" u="none" cap="none" strike="noStrike">
                <a:latin typeface="Times New Roman"/>
                <a:ea typeface="Times New Roman"/>
                <a:cs typeface="Times New Roman"/>
                <a:sym typeface="Times New Roman"/>
              </a:rPr>
              <a:t>Smaller is Faster</a:t>
            </a:r>
            <a:endParaRPr b="0" i="0" sz="2400" u="none" cap="none" strike="noStrike">
              <a:latin typeface="Times New Roman"/>
              <a:ea typeface="Times New Roman"/>
              <a:cs typeface="Times New Roman"/>
              <a:sym typeface="Times New Roman"/>
            </a:endParaRPr>
          </a:p>
          <a:p>
            <a:pPr indent="-238759" lvl="0" marL="250825" marR="0" rtl="0" algn="l">
              <a:lnSpc>
                <a:spcPct val="100000"/>
              </a:lnSpc>
              <a:spcBef>
                <a:spcPts val="655"/>
              </a:spcBef>
              <a:spcAft>
                <a:spcPts val="0"/>
              </a:spcAft>
              <a:buClr>
                <a:srgbClr val="00007E"/>
              </a:buClr>
              <a:buSzPts val="2000"/>
              <a:buFont typeface="Noto Sans Symbols"/>
              <a:buChar char="❖"/>
            </a:pPr>
            <a:r>
              <a:rPr lang="en-US" sz="2800">
                <a:latin typeface="Times New Roman"/>
                <a:ea typeface="Times New Roman"/>
                <a:cs typeface="Times New Roman"/>
                <a:sym typeface="Times New Roman"/>
              </a:rPr>
              <a:t>Instructions so far:</a:t>
            </a:r>
            <a:endParaRPr sz="2800">
              <a:latin typeface="Times New Roman"/>
              <a:ea typeface="Times New Roman"/>
              <a:cs typeface="Times New Roman"/>
              <a:sym typeface="Times New Roman"/>
            </a:endParaRPr>
          </a:p>
          <a:p>
            <a:pPr indent="0" lvl="0" marL="508000" marR="0" rtl="0" algn="l">
              <a:lnSpc>
                <a:spcPct val="100000"/>
              </a:lnSpc>
              <a:spcBef>
                <a:spcPts val="450"/>
              </a:spcBef>
              <a:spcAft>
                <a:spcPts val="0"/>
              </a:spcAft>
              <a:buNone/>
            </a:pPr>
            <a:r>
              <a:rPr lang="en-US" sz="2400">
                <a:latin typeface="Courier New"/>
                <a:ea typeface="Courier New"/>
                <a:cs typeface="Courier New"/>
                <a:sym typeface="Courier New"/>
              </a:rPr>
              <a:t>ADD, SUB, RSB, MUL, MULA, [U|S]MULL, [U|S]MLAL</a:t>
            </a:r>
            <a:endParaRPr sz="2400">
              <a:latin typeface="Courier New"/>
              <a:ea typeface="Courier New"/>
              <a:cs typeface="Courier New"/>
              <a:sym typeface="Courier New"/>
            </a:endParaRPr>
          </a:p>
          <a:p>
            <a:pPr indent="-238759" lvl="0" marL="250825" marR="0" rtl="0" algn="l">
              <a:lnSpc>
                <a:spcPct val="100000"/>
              </a:lnSpc>
              <a:spcBef>
                <a:spcPts val="800"/>
              </a:spcBef>
              <a:spcAft>
                <a:spcPts val="0"/>
              </a:spcAft>
              <a:buClr>
                <a:srgbClr val="00007E"/>
              </a:buClr>
              <a:buSzPts val="2000"/>
              <a:buFont typeface="Noto Sans Symbols"/>
              <a:buChar char="❖"/>
            </a:pPr>
            <a:r>
              <a:rPr lang="en-US" sz="2800">
                <a:latin typeface="Times New Roman"/>
                <a:ea typeface="Times New Roman"/>
                <a:cs typeface="Times New Roman"/>
                <a:sym typeface="Times New Roman"/>
              </a:rPr>
              <a:t>Registers:</a:t>
            </a:r>
            <a:endParaRPr sz="2800">
              <a:latin typeface="Times New Roman"/>
              <a:ea typeface="Times New Roman"/>
              <a:cs typeface="Times New Roman"/>
              <a:sym typeface="Times New Roman"/>
            </a:endParaRPr>
          </a:p>
          <a:p>
            <a:pPr indent="0" lvl="0" marL="508000" marR="0" rtl="0" algn="l">
              <a:lnSpc>
                <a:spcPct val="100000"/>
              </a:lnSpc>
              <a:spcBef>
                <a:spcPts val="450"/>
              </a:spcBef>
              <a:spcAft>
                <a:spcPts val="0"/>
              </a:spcAft>
              <a:buNone/>
            </a:pPr>
            <a:r>
              <a:rPr lang="en-US" sz="2400">
                <a:latin typeface="Times New Roman"/>
                <a:ea typeface="Times New Roman"/>
                <a:cs typeface="Times New Roman"/>
                <a:sym typeface="Times New Roman"/>
              </a:rPr>
              <a:t>Places for general variables: </a:t>
            </a:r>
            <a:r>
              <a:rPr lang="en-US" sz="2400">
                <a:latin typeface="Courier New"/>
                <a:ea typeface="Courier New"/>
                <a:cs typeface="Courier New"/>
                <a:sym typeface="Courier New"/>
              </a:rPr>
              <a:t>r0-r12</a:t>
            </a:r>
            <a:endParaRPr sz="2400">
              <a:latin typeface="Courier New"/>
              <a:ea typeface="Courier New"/>
              <a:cs typeface="Courier New"/>
              <a:sym typeface="Courier New"/>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4" name="Shape 584"/>
        <p:cNvGrpSpPr/>
        <p:nvPr/>
      </p:nvGrpSpPr>
      <p:grpSpPr>
        <a:xfrm>
          <a:off x="0" y="0"/>
          <a:ext cx="0" cy="0"/>
          <a:chOff x="0" y="0"/>
          <a:chExt cx="0" cy="0"/>
        </a:xfrm>
      </p:grpSpPr>
      <p:sp>
        <p:nvSpPr>
          <p:cNvPr id="585" name="Google Shape;585;p24"/>
          <p:cNvSpPr txBox="1"/>
          <p:nvPr>
            <p:ph type="title"/>
          </p:nvPr>
        </p:nvSpPr>
        <p:spPr>
          <a:xfrm>
            <a:off x="3234562" y="462279"/>
            <a:ext cx="2674874" cy="695960"/>
          </a:xfrm>
          <a:prstGeom prst="rect">
            <a:avLst/>
          </a:prstGeom>
          <a:noFill/>
          <a:ln>
            <a:noFill/>
          </a:ln>
        </p:spPr>
        <p:txBody>
          <a:bodyPr anchorCtr="0" anchor="t" bIns="0" lIns="0" spcFirstLastPara="1" rIns="0" wrap="square" tIns="12700">
            <a:spAutoFit/>
          </a:bodyPr>
          <a:lstStyle/>
          <a:p>
            <a:pPr indent="0" lvl="0" marL="14604" rtl="0" algn="l">
              <a:lnSpc>
                <a:spcPct val="100000"/>
              </a:lnSpc>
              <a:spcBef>
                <a:spcPts val="0"/>
              </a:spcBef>
              <a:spcAft>
                <a:spcPts val="0"/>
              </a:spcAft>
              <a:buSzPts val="1400"/>
              <a:buNone/>
            </a:pPr>
            <a:r>
              <a:rPr lang="en-US"/>
              <a:t>Expressions</a:t>
            </a:r>
            <a:endParaRPr/>
          </a:p>
        </p:txBody>
      </p:sp>
      <p:sp>
        <p:nvSpPr>
          <p:cNvPr id="586" name="Google Shape;586;p24"/>
          <p:cNvSpPr txBox="1"/>
          <p:nvPr/>
        </p:nvSpPr>
        <p:spPr>
          <a:xfrm>
            <a:off x="472440" y="1525574"/>
            <a:ext cx="2771775" cy="3612515"/>
          </a:xfrm>
          <a:prstGeom prst="rect">
            <a:avLst/>
          </a:prstGeom>
          <a:noFill/>
          <a:ln>
            <a:noFill/>
          </a:ln>
        </p:spPr>
        <p:txBody>
          <a:bodyPr anchorCtr="0" anchor="t" bIns="0" lIns="0" spcFirstLastPara="1" rIns="0" wrap="square" tIns="97775">
            <a:spAutoFit/>
          </a:bodyPr>
          <a:lstStyle/>
          <a:p>
            <a:pPr indent="-342900" lvl="0" marL="4191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for:</a:t>
            </a:r>
            <a:endParaRPr b="0" i="0" sz="2800" u="none" cap="none" strike="noStrike">
              <a:solidFill>
                <a:srgbClr val="000000"/>
              </a:solidFill>
              <a:latin typeface="Carlito"/>
              <a:ea typeface="Carlito"/>
              <a:cs typeface="Carlito"/>
              <a:sym typeface="Carlito"/>
            </a:endParaRPr>
          </a:p>
          <a:p>
            <a:pPr indent="0" lvl="0" marL="76200" marR="0" rtl="0" algn="l">
              <a:lnSpc>
                <a:spcPct val="100000"/>
              </a:lnSpc>
              <a:spcBef>
                <a:spcPts val="670"/>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1 </a:t>
            </a:r>
            <a:r>
              <a:rPr b="0" i="0" lang="en-US" sz="2800" u="none" cap="none" strike="noStrike">
                <a:solidFill>
                  <a:srgbClr val="000000"/>
                </a:solidFill>
                <a:latin typeface="Carlito"/>
                <a:ea typeface="Carlito"/>
                <a:cs typeface="Carlito"/>
                <a:sym typeface="Carlito"/>
              </a:rPr>
              <a:t>= </a:t>
            </a: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2 </a:t>
            </a:r>
            <a:r>
              <a:rPr b="0" i="1" lang="en-US" sz="2800" u="none" cap="none" strike="noStrike">
                <a:solidFill>
                  <a:srgbClr val="000000"/>
                </a:solidFill>
                <a:latin typeface="Carlito"/>
                <a:ea typeface="Carlito"/>
                <a:cs typeface="Carlito"/>
                <a:sym typeface="Carlito"/>
              </a:rPr>
              <a:t>op var</a:t>
            </a:r>
            <a:r>
              <a:rPr b="0" baseline="-25000" i="1" lang="en-US" sz="2775" u="none" cap="none" strike="noStrike">
                <a:solidFill>
                  <a:srgbClr val="000000"/>
                </a:solidFill>
                <a:latin typeface="Carlito"/>
                <a:ea typeface="Carlito"/>
                <a:cs typeface="Carlito"/>
                <a:sym typeface="Carlito"/>
              </a:rPr>
              <a:t>3</a:t>
            </a:r>
            <a:endParaRPr b="0" baseline="-25000" i="0" sz="2775" u="none" cap="none" strike="noStrike">
              <a:solidFill>
                <a:srgbClr val="000000"/>
              </a:solidFill>
              <a:latin typeface="Carlito"/>
              <a:ea typeface="Carlito"/>
              <a:cs typeface="Carlito"/>
              <a:sym typeface="Carlito"/>
            </a:endParaRPr>
          </a:p>
          <a:p>
            <a:pPr indent="-76200" lvl="0" marL="76200" marR="1358900" rtl="0" algn="l">
              <a:lnSpc>
                <a:spcPct val="12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with:  </a:t>
            </a: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1 </a:t>
            </a:r>
            <a:r>
              <a:rPr b="0" i="0" lang="en-US" sz="2800" u="none" cap="none" strike="noStrike">
                <a:solidFill>
                  <a:srgbClr val="000000"/>
                </a:solidFill>
                <a:latin typeface="Carlito"/>
                <a:ea typeface="Carlito"/>
                <a:cs typeface="Carlito"/>
                <a:sym typeface="Carlito"/>
              </a:rPr>
              <a:t>in </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1 </a:t>
            </a:r>
            <a:r>
              <a:rPr b="0" i="1" lang="en-US" sz="1850" u="none" cap="none" strike="noStrike">
                <a:solidFill>
                  <a:srgbClr val="000000"/>
                </a:solidFill>
                <a:latin typeface="Carlito"/>
                <a:ea typeface="Carlito"/>
                <a:cs typeface="Carlito"/>
                <a:sym typeface="Carlito"/>
              </a:rPr>
              <a:t> </a:t>
            </a: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Carlito"/>
                <a:ea typeface="Carlito"/>
                <a:cs typeface="Carlito"/>
                <a:sym typeface="Carlito"/>
              </a:rPr>
              <a:t>in </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2 </a:t>
            </a:r>
            <a:r>
              <a:rPr b="0" i="1" lang="en-US" sz="1850" u="none" cap="none" strike="noStrike">
                <a:solidFill>
                  <a:srgbClr val="000000"/>
                </a:solidFill>
                <a:latin typeface="Carlito"/>
                <a:ea typeface="Carlito"/>
                <a:cs typeface="Carlito"/>
                <a:sym typeface="Carlito"/>
              </a:rPr>
              <a:t> </a:t>
            </a: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3 </a:t>
            </a:r>
            <a:r>
              <a:rPr b="0" i="0" lang="en-US" sz="2800" u="none" cap="none" strike="noStrike">
                <a:solidFill>
                  <a:srgbClr val="000000"/>
                </a:solidFill>
                <a:latin typeface="Carlito"/>
                <a:ea typeface="Carlito"/>
                <a:cs typeface="Carlito"/>
                <a:sym typeface="Carlito"/>
              </a:rPr>
              <a:t>in </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3</a:t>
            </a:r>
            <a:endParaRPr b="0" baseline="-25000" i="0" sz="2775" u="none" cap="none" strike="noStrike">
              <a:solidFill>
                <a:srgbClr val="000000"/>
              </a:solidFill>
              <a:latin typeface="Carlito"/>
              <a:ea typeface="Carlito"/>
              <a:cs typeface="Carlito"/>
              <a:sym typeface="Carlito"/>
            </a:endParaRPr>
          </a:p>
          <a:p>
            <a:pPr indent="0" lvl="0" marL="76200" marR="0" rtl="0" algn="l">
              <a:lnSpc>
                <a:spcPct val="100000"/>
              </a:lnSpc>
              <a:spcBef>
                <a:spcPts val="690"/>
              </a:spcBef>
              <a:spcAft>
                <a:spcPts val="0"/>
              </a:spcAft>
              <a:buClr>
                <a:srgbClr val="000000"/>
              </a:buClr>
              <a:buSzPts val="2800"/>
              <a:buFont typeface="Arial"/>
              <a:buNone/>
            </a:pPr>
            <a:r>
              <a:rPr b="0" i="0" lang="en-US" sz="2800" u="none" cap="none" strike="noStrike">
                <a:solidFill>
                  <a:srgbClr val="000000"/>
                </a:solidFill>
                <a:latin typeface="Noto Sans Symbols"/>
                <a:ea typeface="Noto Sans Symbols"/>
                <a:cs typeface="Noto Sans Symbols"/>
                <a:sym typeface="Noto Sans Symbols"/>
              </a:rPr>
              <a:t>🡺</a:t>
            </a:r>
            <a:r>
              <a:rPr b="0" i="0" lang="en-US" sz="2800" u="none" cap="none" strike="noStrike">
                <a:solidFill>
                  <a:srgbClr val="000000"/>
                </a:solidFill>
                <a:latin typeface="Times New Roman"/>
                <a:ea typeface="Times New Roman"/>
                <a:cs typeface="Times New Roman"/>
                <a:sym typeface="Times New Roman"/>
              </a:rPr>
              <a:t> </a:t>
            </a:r>
            <a:r>
              <a:rPr b="0" i="1" lang="en-US" sz="2800" u="none" cap="none" strike="noStrike">
                <a:solidFill>
                  <a:srgbClr val="000000"/>
                </a:solidFill>
                <a:latin typeface="Carlito"/>
                <a:ea typeface="Carlito"/>
                <a:cs typeface="Carlito"/>
                <a:sym typeface="Carlito"/>
              </a:rPr>
              <a:t>op R</a:t>
            </a:r>
            <a:r>
              <a:rPr b="0" baseline="-25000" i="1" lang="en-US" sz="2775" u="none" cap="none" strike="noStrike">
                <a:solidFill>
                  <a:srgbClr val="000000"/>
                </a:solidFill>
                <a:latin typeface="Carlito"/>
                <a:ea typeface="Carlito"/>
                <a:cs typeface="Carlito"/>
                <a:sym typeface="Carlito"/>
              </a:rPr>
              <a:t>1</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2,</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3</a:t>
            </a:r>
            <a:endParaRPr b="0" baseline="-25000" i="0" sz="2775" u="none" cap="none" strike="noStrike">
              <a:solidFill>
                <a:srgbClr val="000000"/>
              </a:solidFill>
              <a:latin typeface="Carlito"/>
              <a:ea typeface="Carlito"/>
              <a:cs typeface="Carlito"/>
              <a:sym typeface="Carlito"/>
            </a:endParaRPr>
          </a:p>
        </p:txBody>
      </p:sp>
      <p:sp>
        <p:nvSpPr>
          <p:cNvPr id="587" name="Google Shape;587;p24"/>
          <p:cNvSpPr txBox="1"/>
          <p:nvPr/>
        </p:nvSpPr>
        <p:spPr>
          <a:xfrm>
            <a:off x="4727194" y="1537004"/>
            <a:ext cx="2320925" cy="1026794"/>
          </a:xfrm>
          <a:prstGeom prst="rect">
            <a:avLst/>
          </a:prstGeom>
          <a:noFill/>
          <a:ln>
            <a:noFill/>
          </a:ln>
        </p:spPr>
        <p:txBody>
          <a:bodyPr anchorCtr="0" anchor="t" bIns="0" lIns="0" spcFirstLastPara="1" rIns="0" wrap="square" tIns="86350">
            <a:spAutoFit/>
          </a:bodyPr>
          <a:lstStyle/>
          <a:p>
            <a:pPr indent="-343535"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e.g.</a:t>
            </a:r>
            <a:endParaRPr b="0" i="0" sz="2800" u="none" cap="none" strike="noStrike">
              <a:solidFill>
                <a:srgbClr val="000000"/>
              </a:solidFill>
              <a:latin typeface="Carlito"/>
              <a:ea typeface="Carlito"/>
              <a:cs typeface="Carlito"/>
              <a:sym typeface="Carlito"/>
            </a:endParaRPr>
          </a:p>
          <a:p>
            <a:pPr indent="0" lvl="0" marL="12700" marR="0" rtl="0" algn="l">
              <a:lnSpc>
                <a:spcPct val="100000"/>
              </a:lnSpc>
              <a:spcBef>
                <a:spcPts val="58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x = y*z; </a:t>
            </a:r>
            <a:r>
              <a:rPr b="0" i="0" lang="en-US" sz="2800" u="none" cap="none" strike="noStrike">
                <a:solidFill>
                  <a:srgbClr val="000000"/>
                </a:solidFill>
                <a:latin typeface="Noto Sans Symbols"/>
                <a:ea typeface="Noto Sans Symbols"/>
                <a:cs typeface="Noto Sans Symbols"/>
                <a:sym typeface="Noto Sans Symbols"/>
              </a:rPr>
              <a:t>🡺</a:t>
            </a:r>
            <a:endParaRPr b="0" i="0" sz="2800" u="none" cap="none" strike="noStrike">
              <a:solidFill>
                <a:srgbClr val="000000"/>
              </a:solidFill>
              <a:latin typeface="Noto Sans Symbols"/>
              <a:ea typeface="Noto Sans Symbols"/>
              <a:cs typeface="Noto Sans Symbols"/>
              <a:sym typeface="Noto Sans Symbols"/>
            </a:endParaRPr>
          </a:p>
        </p:txBody>
      </p:sp>
      <p:graphicFrame>
        <p:nvGraphicFramePr>
          <p:cNvPr id="588" name="Google Shape;588;p24"/>
          <p:cNvGraphicFramePr/>
          <p:nvPr/>
        </p:nvGraphicFramePr>
        <p:xfrm>
          <a:off x="4708144" y="3200308"/>
          <a:ext cx="3000000" cy="3000000"/>
        </p:xfrm>
        <a:graphic>
          <a:graphicData uri="http://schemas.openxmlformats.org/drawingml/2006/table">
            <a:tbl>
              <a:tblPr bandRow="1" firstRow="1">
                <a:noFill/>
                <a:tableStyleId>{A208092A-0E1D-4A29-AAB8-C88494F253AD}</a:tableStyleId>
              </a:tblPr>
              <a:tblGrid>
                <a:gridCol w="351800"/>
                <a:gridCol w="426075"/>
                <a:gridCol w="638800"/>
                <a:gridCol w="564525"/>
              </a:tblGrid>
              <a:tr h="457600">
                <a:tc>
                  <a:txBody>
                    <a:bodyPr/>
                    <a:lstStyle/>
                    <a:p>
                      <a:pPr indent="0" lvl="0" marL="31750" marR="0" rtl="0" algn="l">
                        <a:lnSpc>
                          <a:spcPct val="103392"/>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92"/>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x</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92"/>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92"/>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R1</a:t>
                      </a:r>
                      <a:endParaRPr sz="2800" u="none" cap="none" strike="noStrike">
                        <a:latin typeface="Courier New"/>
                        <a:ea typeface="Courier New"/>
                        <a:cs typeface="Courier New"/>
                        <a:sym typeface="Courier New"/>
                      </a:endParaRPr>
                    </a:p>
                  </a:txBody>
                  <a:tcPr marT="0" marB="0" marR="0" marL="0"/>
                </a:tc>
              </a:tr>
              <a:tr h="512075">
                <a:tc>
                  <a:txBody>
                    <a:bodyPr/>
                    <a:lstStyle/>
                    <a:p>
                      <a:pPr indent="0" lvl="0" marL="31750" marR="0" rtl="0" algn="l">
                        <a:lnSpc>
                          <a:spcPct val="118571"/>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y</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71"/>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R2</a:t>
                      </a:r>
                      <a:endParaRPr sz="2800" u="none" cap="none" strike="noStrike">
                        <a:latin typeface="Courier New"/>
                        <a:ea typeface="Courier New"/>
                        <a:cs typeface="Courier New"/>
                        <a:sym typeface="Courier New"/>
                      </a:endParaRPr>
                    </a:p>
                  </a:txBody>
                  <a:tcPr marT="0" marB="0" marR="0" marL="0"/>
                </a:tc>
              </a:tr>
              <a:tr h="457600">
                <a:tc>
                  <a:txBody>
                    <a:bodyPr/>
                    <a:lstStyle/>
                    <a:p>
                      <a:pPr indent="0" lvl="0" marL="31750" marR="0" rtl="0" algn="l">
                        <a:lnSpc>
                          <a:spcPct val="118571"/>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z</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71"/>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R3</a:t>
                      </a:r>
                      <a:endParaRPr sz="2800" u="none" cap="none" strike="noStrike">
                        <a:latin typeface="Courier New"/>
                        <a:ea typeface="Courier New"/>
                        <a:cs typeface="Courier New"/>
                        <a:sym typeface="Courier New"/>
                      </a:endParaRPr>
                    </a:p>
                  </a:txBody>
                  <a:tcPr marT="0" marB="0" marR="0" marL="0"/>
                </a:tc>
              </a:tr>
            </a:tbl>
          </a:graphicData>
        </a:graphic>
      </p:graphicFrame>
      <p:sp>
        <p:nvSpPr>
          <p:cNvPr id="589" name="Google Shape;589;p24"/>
          <p:cNvSpPr txBox="1"/>
          <p:nvPr/>
        </p:nvSpPr>
        <p:spPr>
          <a:xfrm>
            <a:off x="4727194" y="4664202"/>
            <a:ext cx="2584450" cy="4527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MUL R1,R2,R3</a:t>
            </a:r>
            <a:endParaRPr b="0" i="0" sz="2800" u="none" cap="none" strike="noStrike">
              <a:solidFill>
                <a:srgbClr val="000000"/>
              </a:solidFill>
              <a:latin typeface="Courier New"/>
              <a:ea typeface="Courier New"/>
              <a:cs typeface="Courier New"/>
              <a:sym typeface="Courier New"/>
            </a:endParaRPr>
          </a:p>
        </p:txBody>
      </p:sp>
      <p:sp>
        <p:nvSpPr>
          <p:cNvPr id="590" name="Google Shape;590;p24"/>
          <p:cNvSpPr/>
          <p:nvPr/>
        </p:nvSpPr>
        <p:spPr>
          <a:xfrm>
            <a:off x="4211954" y="1556766"/>
            <a:ext cx="0" cy="4320540"/>
          </a:xfrm>
          <a:custGeom>
            <a:rect b="b" l="l" r="r" t="t"/>
            <a:pathLst>
              <a:path extrusionOk="0" h="4320540" w="120000">
                <a:moveTo>
                  <a:pt x="0" y="0"/>
                </a:moveTo>
                <a:lnTo>
                  <a:pt x="0" y="4320501"/>
                </a:lnTo>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4" name="Shape 594"/>
        <p:cNvGrpSpPr/>
        <p:nvPr/>
      </p:nvGrpSpPr>
      <p:grpSpPr>
        <a:xfrm>
          <a:off x="0" y="0"/>
          <a:ext cx="0" cy="0"/>
          <a:chOff x="0" y="0"/>
          <a:chExt cx="0" cy="0"/>
        </a:xfrm>
      </p:grpSpPr>
      <p:sp>
        <p:nvSpPr>
          <p:cNvPr id="595" name="Google Shape;595;p25"/>
          <p:cNvSpPr txBox="1"/>
          <p:nvPr>
            <p:ph type="title"/>
          </p:nvPr>
        </p:nvSpPr>
        <p:spPr>
          <a:xfrm>
            <a:off x="3234562" y="462279"/>
            <a:ext cx="2674874" cy="695960"/>
          </a:xfrm>
          <a:prstGeom prst="rect">
            <a:avLst/>
          </a:prstGeom>
          <a:noFill/>
          <a:ln>
            <a:noFill/>
          </a:ln>
        </p:spPr>
        <p:txBody>
          <a:bodyPr anchorCtr="0" anchor="t" bIns="0" lIns="0" spcFirstLastPara="1" rIns="0" wrap="square" tIns="12700">
            <a:spAutoFit/>
          </a:bodyPr>
          <a:lstStyle/>
          <a:p>
            <a:pPr indent="0" lvl="0" marL="14604" rtl="0" algn="l">
              <a:lnSpc>
                <a:spcPct val="100000"/>
              </a:lnSpc>
              <a:spcBef>
                <a:spcPts val="0"/>
              </a:spcBef>
              <a:spcAft>
                <a:spcPts val="0"/>
              </a:spcAft>
              <a:buSzPts val="1400"/>
              <a:buNone/>
            </a:pPr>
            <a:r>
              <a:rPr lang="en-US"/>
              <a:t>Expressions</a:t>
            </a:r>
            <a:endParaRPr/>
          </a:p>
        </p:txBody>
      </p:sp>
      <p:sp>
        <p:nvSpPr>
          <p:cNvPr id="596" name="Google Shape;596;p25"/>
          <p:cNvSpPr txBox="1"/>
          <p:nvPr/>
        </p:nvSpPr>
        <p:spPr>
          <a:xfrm>
            <a:off x="472440" y="1525574"/>
            <a:ext cx="4097020" cy="3951604"/>
          </a:xfrm>
          <a:prstGeom prst="rect">
            <a:avLst/>
          </a:prstGeom>
          <a:noFill/>
          <a:ln>
            <a:noFill/>
          </a:ln>
        </p:spPr>
        <p:txBody>
          <a:bodyPr anchorCtr="0" anchor="t" bIns="0" lIns="0" spcFirstLastPara="1" rIns="0" wrap="square" tIns="97775">
            <a:spAutoFit/>
          </a:bodyPr>
          <a:lstStyle/>
          <a:p>
            <a:pPr indent="-342900" lvl="0" marL="4191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for:</a:t>
            </a:r>
            <a:endParaRPr b="0" i="0" sz="2800" u="none" cap="none" strike="noStrike">
              <a:solidFill>
                <a:srgbClr val="000000"/>
              </a:solidFill>
              <a:latin typeface="Carlito"/>
              <a:ea typeface="Carlito"/>
              <a:cs typeface="Carlito"/>
              <a:sym typeface="Carlito"/>
            </a:endParaRPr>
          </a:p>
          <a:p>
            <a:pPr indent="0" lvl="0" marL="76200" marR="0" rtl="0" algn="l">
              <a:lnSpc>
                <a:spcPct val="100000"/>
              </a:lnSpc>
              <a:spcBef>
                <a:spcPts val="670"/>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1 </a:t>
            </a:r>
            <a:r>
              <a:rPr b="0" i="0" lang="en-US" sz="2800" u="none" cap="none" strike="noStrike">
                <a:solidFill>
                  <a:srgbClr val="000000"/>
                </a:solidFill>
                <a:latin typeface="Carlito"/>
                <a:ea typeface="Carlito"/>
                <a:cs typeface="Carlito"/>
                <a:sym typeface="Carlito"/>
              </a:rPr>
              <a:t>= </a:t>
            </a: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2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1 </a:t>
            </a: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3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2 </a:t>
            </a: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4</a:t>
            </a:r>
            <a:endParaRPr b="0" baseline="-25000" i="0" sz="2775" u="none" cap="none" strike="noStrike">
              <a:solidFill>
                <a:srgbClr val="000000"/>
              </a:solidFill>
              <a:latin typeface="Carlito"/>
              <a:ea typeface="Carlito"/>
              <a:cs typeface="Carlito"/>
              <a:sym typeface="Carlito"/>
            </a:endParaRPr>
          </a:p>
          <a:p>
            <a:pPr indent="-342900" lvl="0" marL="419100" marR="184785"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if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1 </a:t>
            </a:r>
            <a:r>
              <a:rPr b="0" i="0" lang="en-US" sz="2800" u="none" cap="none" strike="noStrike">
                <a:solidFill>
                  <a:srgbClr val="000000"/>
                </a:solidFill>
                <a:latin typeface="Carlito"/>
                <a:ea typeface="Carlito"/>
                <a:cs typeface="Carlito"/>
                <a:sym typeface="Carlito"/>
              </a:rPr>
              <a:t>and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Carlito"/>
                <a:ea typeface="Carlito"/>
                <a:cs typeface="Carlito"/>
                <a:sym typeface="Carlito"/>
              </a:rPr>
              <a:t>have same  precedence</a:t>
            </a:r>
            <a:endParaRPr b="0" i="0" sz="2800" u="none" cap="none" strike="noStrike">
              <a:solidFill>
                <a:srgbClr val="000000"/>
              </a:solidFill>
              <a:latin typeface="Carlito"/>
              <a:ea typeface="Carlito"/>
              <a:cs typeface="Carlito"/>
              <a:sym typeface="Carlito"/>
            </a:endParaRPr>
          </a:p>
          <a:p>
            <a:pPr indent="-342900" lvl="0" marL="419100" marR="209550" rtl="0" algn="l">
              <a:lnSpc>
                <a:spcPct val="100499"/>
              </a:lnSpc>
              <a:spcBef>
                <a:spcPts val="65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or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1 </a:t>
            </a:r>
            <a:r>
              <a:rPr b="0" i="0" lang="en-US" sz="2800" u="none" cap="none" strike="noStrike">
                <a:solidFill>
                  <a:srgbClr val="000000"/>
                </a:solidFill>
                <a:latin typeface="Carlito"/>
                <a:ea typeface="Carlito"/>
                <a:cs typeface="Carlito"/>
                <a:sym typeface="Carlito"/>
              </a:rPr>
              <a:t>has higher  precedence than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Noto Sans Symbols"/>
                <a:ea typeface="Noto Sans Symbols"/>
                <a:cs typeface="Noto Sans Symbols"/>
                <a:sym typeface="Noto Sans Symbols"/>
              </a:rPr>
              <a:t>🡺</a:t>
            </a:r>
            <a:endParaRPr b="0" i="0" sz="2800" u="none" cap="none" strike="noStrike">
              <a:solidFill>
                <a:srgbClr val="000000"/>
              </a:solidFill>
              <a:latin typeface="Noto Sans Symbols"/>
              <a:ea typeface="Noto Sans Symbols"/>
              <a:cs typeface="Noto Sans Symbols"/>
              <a:sym typeface="Noto Sans Symbols"/>
            </a:endParaRPr>
          </a:p>
          <a:p>
            <a:pPr indent="0" lvl="0" marL="76200" marR="2355215" rtl="0" algn="l">
              <a:lnSpc>
                <a:spcPct val="143892"/>
              </a:lnSpc>
              <a:spcBef>
                <a:spcPts val="229"/>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1 </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1</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2,</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3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2 </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1</a:t>
            </a:r>
            <a:r>
              <a:rPr b="0" i="1" lang="en-US" sz="2800" u="none" cap="none" strike="noStrike">
                <a:solidFill>
                  <a:srgbClr val="000000"/>
                </a:solidFill>
                <a:latin typeface="Carlito"/>
                <a:ea typeface="Carlito"/>
                <a:cs typeface="Carlito"/>
                <a:sym typeface="Carlito"/>
              </a:rPr>
              <a:t>,</a:t>
            </a:r>
            <a:r>
              <a:rPr b="0" baseline="-25000" i="1" lang="en-US" sz="2775" u="none" cap="none" strike="noStrike">
                <a:solidFill>
                  <a:srgbClr val="000000"/>
                </a:solidFill>
                <a:latin typeface="Carlito"/>
                <a:ea typeface="Carlito"/>
                <a:cs typeface="Carlito"/>
                <a:sym typeface="Carlito"/>
              </a:rPr>
              <a:t>,</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4</a:t>
            </a:r>
            <a:endParaRPr b="0" baseline="-25000" i="0" sz="2775" u="none" cap="none" strike="noStrike">
              <a:solidFill>
                <a:srgbClr val="000000"/>
              </a:solidFill>
              <a:latin typeface="Carlito"/>
              <a:ea typeface="Carlito"/>
              <a:cs typeface="Carlito"/>
              <a:sym typeface="Carlito"/>
            </a:endParaRPr>
          </a:p>
        </p:txBody>
      </p:sp>
      <p:sp>
        <p:nvSpPr>
          <p:cNvPr id="597" name="Google Shape;597;p25"/>
          <p:cNvSpPr txBox="1"/>
          <p:nvPr/>
        </p:nvSpPr>
        <p:spPr>
          <a:xfrm>
            <a:off x="5083302" y="1537004"/>
            <a:ext cx="2745740" cy="3067685"/>
          </a:xfrm>
          <a:prstGeom prst="rect">
            <a:avLst/>
          </a:prstGeom>
          <a:noFill/>
          <a:ln>
            <a:noFill/>
          </a:ln>
        </p:spPr>
        <p:txBody>
          <a:bodyPr anchorCtr="0" anchor="t" bIns="0" lIns="0" spcFirstLastPara="1" rIns="0" wrap="square" tIns="8635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rlito"/>
                <a:ea typeface="Carlito"/>
                <a:cs typeface="Carlito"/>
                <a:sym typeface="Carlito"/>
              </a:rPr>
              <a:t>e.g.</a:t>
            </a:r>
            <a:endParaRPr b="0" i="0" sz="2800" u="none" cap="none" strike="noStrike">
              <a:solidFill>
                <a:srgbClr val="000000"/>
              </a:solidFill>
              <a:latin typeface="Carlito"/>
              <a:ea typeface="Carlito"/>
              <a:cs typeface="Carlito"/>
              <a:sym typeface="Carlito"/>
            </a:endParaRPr>
          </a:p>
          <a:p>
            <a:pPr indent="0" lvl="0" marL="12700" marR="0" rtl="0" algn="l">
              <a:lnSpc>
                <a:spcPct val="100000"/>
              </a:lnSpc>
              <a:spcBef>
                <a:spcPts val="58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x = y*z-a; </a:t>
            </a:r>
            <a:r>
              <a:rPr b="0" i="0" lang="en-US" sz="2800" u="none" cap="none" strike="noStrike">
                <a:solidFill>
                  <a:srgbClr val="000000"/>
                </a:solidFill>
                <a:latin typeface="Noto Sans Symbols"/>
                <a:ea typeface="Noto Sans Symbols"/>
                <a:cs typeface="Noto Sans Symbols"/>
                <a:sym typeface="Noto Sans Symbols"/>
              </a:rPr>
              <a:t>🡺</a:t>
            </a:r>
            <a:endParaRPr b="0" i="0" sz="2800" u="none" cap="none" strike="noStrike">
              <a:solidFill>
                <a:srgbClr val="000000"/>
              </a:solidFill>
              <a:latin typeface="Noto Sans Symbols"/>
              <a:ea typeface="Noto Sans Symbols"/>
              <a:cs typeface="Noto Sans Symbols"/>
              <a:sym typeface="Noto Sans Symbols"/>
            </a:endParaRPr>
          </a:p>
          <a:p>
            <a:pPr indent="0" lvl="0" marL="12700" marR="0" rtl="0" algn="l">
              <a:lnSpc>
                <a:spcPct val="100000"/>
              </a:lnSpc>
              <a:spcBef>
                <a:spcPts val="61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a:t>
            </a:r>
            <a:endParaRPr b="0" i="0" sz="2800" u="none" cap="none" strike="noStrike">
              <a:solidFill>
                <a:srgbClr val="000000"/>
              </a:solidFill>
              <a:latin typeface="Courier New"/>
              <a:ea typeface="Courier New"/>
              <a:cs typeface="Courier New"/>
              <a:sym typeface="Courier New"/>
            </a:endParaRPr>
          </a:p>
          <a:p>
            <a:pPr indent="0" lvl="0" marL="12700" marR="168910" rtl="0" algn="l">
              <a:lnSpc>
                <a:spcPct val="120000"/>
              </a:lnSpc>
              <a:spcBef>
                <a:spcPts val="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 a == R4  MUL R1,R2,R3  SUB R1,R4</a:t>
            </a:r>
            <a:endParaRPr b="0" i="0" sz="2800" u="none" cap="none" strike="noStrike">
              <a:solidFill>
                <a:srgbClr val="000000"/>
              </a:solidFill>
              <a:latin typeface="Courier New"/>
              <a:ea typeface="Courier New"/>
              <a:cs typeface="Courier New"/>
              <a:sym typeface="Courier New"/>
            </a:endParaRPr>
          </a:p>
        </p:txBody>
      </p:sp>
      <p:sp>
        <p:nvSpPr>
          <p:cNvPr id="598" name="Google Shape;598;p25"/>
          <p:cNvSpPr/>
          <p:nvPr/>
        </p:nvSpPr>
        <p:spPr>
          <a:xfrm>
            <a:off x="4716017" y="1700783"/>
            <a:ext cx="0" cy="4032885"/>
          </a:xfrm>
          <a:custGeom>
            <a:rect b="b" l="l" r="r" t="t"/>
            <a:pathLst>
              <a:path extrusionOk="0" h="4032885" w="120000">
                <a:moveTo>
                  <a:pt x="0" y="0"/>
                </a:moveTo>
                <a:lnTo>
                  <a:pt x="0" y="4032465"/>
                </a:lnTo>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2" name="Shape 602"/>
        <p:cNvGrpSpPr/>
        <p:nvPr/>
      </p:nvGrpSpPr>
      <p:grpSpPr>
        <a:xfrm>
          <a:off x="0" y="0"/>
          <a:ext cx="0" cy="0"/>
          <a:chOff x="0" y="0"/>
          <a:chExt cx="0" cy="0"/>
        </a:xfrm>
      </p:grpSpPr>
      <p:sp>
        <p:nvSpPr>
          <p:cNvPr id="603" name="Google Shape;603;p26"/>
          <p:cNvSpPr txBox="1"/>
          <p:nvPr>
            <p:ph type="title"/>
          </p:nvPr>
        </p:nvSpPr>
        <p:spPr>
          <a:xfrm>
            <a:off x="3234562" y="462279"/>
            <a:ext cx="2674874" cy="695960"/>
          </a:xfrm>
          <a:prstGeom prst="rect">
            <a:avLst/>
          </a:prstGeom>
          <a:noFill/>
          <a:ln>
            <a:noFill/>
          </a:ln>
        </p:spPr>
        <p:txBody>
          <a:bodyPr anchorCtr="0" anchor="t" bIns="0" lIns="0" spcFirstLastPara="1" rIns="0" wrap="square" tIns="12700">
            <a:spAutoFit/>
          </a:bodyPr>
          <a:lstStyle/>
          <a:p>
            <a:pPr indent="0" lvl="0" marL="14604" rtl="0" algn="l">
              <a:lnSpc>
                <a:spcPct val="100000"/>
              </a:lnSpc>
              <a:spcBef>
                <a:spcPts val="0"/>
              </a:spcBef>
              <a:spcAft>
                <a:spcPts val="0"/>
              </a:spcAft>
              <a:buSzPts val="1400"/>
              <a:buNone/>
            </a:pPr>
            <a:r>
              <a:rPr lang="en-US"/>
              <a:t>Expressions</a:t>
            </a:r>
            <a:endParaRPr/>
          </a:p>
        </p:txBody>
      </p:sp>
      <p:sp>
        <p:nvSpPr>
          <p:cNvPr id="604" name="Google Shape;604;p26"/>
          <p:cNvSpPr txBox="1"/>
          <p:nvPr/>
        </p:nvSpPr>
        <p:spPr>
          <a:xfrm>
            <a:off x="472440" y="1525574"/>
            <a:ext cx="4097020" cy="4378325"/>
          </a:xfrm>
          <a:prstGeom prst="rect">
            <a:avLst/>
          </a:prstGeom>
          <a:noFill/>
          <a:ln>
            <a:noFill/>
          </a:ln>
        </p:spPr>
        <p:txBody>
          <a:bodyPr anchorCtr="0" anchor="t" bIns="0" lIns="0" spcFirstLastPara="1" rIns="0" wrap="square" tIns="97775">
            <a:spAutoFit/>
          </a:bodyPr>
          <a:lstStyle/>
          <a:p>
            <a:pPr indent="-342900" lvl="0" marL="4191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for:</a:t>
            </a:r>
            <a:endParaRPr b="0" i="0" sz="2800" u="none" cap="none" strike="noStrike">
              <a:solidFill>
                <a:srgbClr val="000000"/>
              </a:solidFill>
              <a:latin typeface="Carlito"/>
              <a:ea typeface="Carlito"/>
              <a:cs typeface="Carlito"/>
              <a:sym typeface="Carlito"/>
            </a:endParaRPr>
          </a:p>
          <a:p>
            <a:pPr indent="0" lvl="0" marL="76200" marR="0" rtl="0" algn="just">
              <a:lnSpc>
                <a:spcPct val="100000"/>
              </a:lnSpc>
              <a:spcBef>
                <a:spcPts val="670"/>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1 </a:t>
            </a:r>
            <a:r>
              <a:rPr b="0" i="0" lang="en-US" sz="2800" u="none" cap="none" strike="noStrike">
                <a:solidFill>
                  <a:srgbClr val="000000"/>
                </a:solidFill>
                <a:latin typeface="Carlito"/>
                <a:ea typeface="Carlito"/>
                <a:cs typeface="Carlito"/>
                <a:sym typeface="Carlito"/>
              </a:rPr>
              <a:t>= </a:t>
            </a: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2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1 </a:t>
            </a: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3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2 </a:t>
            </a:r>
            <a:r>
              <a:rPr b="0" i="1" lang="en-US" sz="2800" u="none" cap="none" strike="noStrike">
                <a:solidFill>
                  <a:srgbClr val="000000"/>
                </a:solidFill>
                <a:latin typeface="Carlito"/>
                <a:ea typeface="Carlito"/>
                <a:cs typeface="Carlito"/>
                <a:sym typeface="Carlito"/>
              </a:rPr>
              <a:t>var</a:t>
            </a:r>
            <a:r>
              <a:rPr b="0" baseline="-25000" i="1" lang="en-US" sz="2775" u="none" cap="none" strike="noStrike">
                <a:solidFill>
                  <a:srgbClr val="000000"/>
                </a:solidFill>
                <a:latin typeface="Carlito"/>
                <a:ea typeface="Carlito"/>
                <a:cs typeface="Carlito"/>
                <a:sym typeface="Carlito"/>
              </a:rPr>
              <a:t>4</a:t>
            </a:r>
            <a:endParaRPr b="0" baseline="-25000" i="0" sz="2775" u="none" cap="none" strike="noStrike">
              <a:solidFill>
                <a:srgbClr val="000000"/>
              </a:solidFill>
              <a:latin typeface="Carlito"/>
              <a:ea typeface="Carlito"/>
              <a:cs typeface="Carlito"/>
              <a:sym typeface="Carlito"/>
            </a:endParaRPr>
          </a:p>
          <a:p>
            <a:pPr indent="-342900" lvl="0" marL="419100" marR="697230" rtl="0" algn="just">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if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Carlito"/>
                <a:ea typeface="Carlito"/>
                <a:cs typeface="Carlito"/>
                <a:sym typeface="Carlito"/>
              </a:rPr>
              <a:t>has higher  precedence than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1</a:t>
            </a:r>
            <a:endParaRPr b="0" baseline="-25000" i="0" sz="2775" u="none" cap="none" strike="noStrike">
              <a:solidFill>
                <a:srgbClr val="000000"/>
              </a:solidFill>
              <a:latin typeface="Carlito"/>
              <a:ea typeface="Carlito"/>
              <a:cs typeface="Carlito"/>
              <a:sym typeface="Carlito"/>
            </a:endParaRPr>
          </a:p>
          <a:p>
            <a:pPr indent="-342900" lvl="0" marL="419100" marR="1009650" rtl="0" algn="just">
              <a:lnSpc>
                <a:spcPct val="100299"/>
              </a:lnSpc>
              <a:spcBef>
                <a:spcPts val="66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must evaluate </a:t>
            </a:r>
            <a:r>
              <a:rPr b="0" i="1" lang="en-US" sz="2800" u="none" cap="none" strike="noStrike">
                <a:solidFill>
                  <a:srgbClr val="000000"/>
                </a:solidFill>
                <a:latin typeface="Carlito"/>
                <a:ea typeface="Carlito"/>
                <a:cs typeface="Carlito"/>
                <a:sym typeface="Carlito"/>
              </a:rPr>
              <a:t>op2  </a:t>
            </a:r>
            <a:r>
              <a:rPr b="0" i="0" lang="en-US" sz="2800" u="none" cap="none" strike="noStrike">
                <a:solidFill>
                  <a:srgbClr val="000000"/>
                </a:solidFill>
                <a:latin typeface="Carlito"/>
                <a:ea typeface="Carlito"/>
                <a:cs typeface="Carlito"/>
                <a:sym typeface="Carlito"/>
              </a:rPr>
              <a:t>expression in new  register</a:t>
            </a:r>
            <a:r>
              <a:rPr b="0" i="0" lang="en-US" sz="2800" u="none" cap="none" strike="noStrike">
                <a:solidFill>
                  <a:srgbClr val="000000"/>
                </a:solidFill>
                <a:latin typeface="Noto Sans Symbols"/>
                <a:ea typeface="Noto Sans Symbols"/>
                <a:cs typeface="Noto Sans Symbols"/>
                <a:sym typeface="Noto Sans Symbols"/>
              </a:rPr>
              <a:t>🡺</a:t>
            </a:r>
            <a:endParaRPr b="0" i="0" sz="2800" u="none" cap="none" strike="noStrike">
              <a:solidFill>
                <a:srgbClr val="000000"/>
              </a:solidFill>
              <a:latin typeface="Noto Sans Symbols"/>
              <a:ea typeface="Noto Sans Symbols"/>
              <a:cs typeface="Noto Sans Symbols"/>
              <a:sym typeface="Noto Sans Symbols"/>
            </a:endParaRPr>
          </a:p>
          <a:p>
            <a:pPr indent="0" lvl="0" marL="76200" marR="2331720" rtl="0" algn="just">
              <a:lnSpc>
                <a:spcPct val="143892"/>
              </a:lnSpc>
              <a:spcBef>
                <a:spcPts val="229"/>
              </a:spcBef>
              <a:spcAft>
                <a:spcPts val="0"/>
              </a:spcAft>
              <a:buClr>
                <a:srgbClr val="000000"/>
              </a:buClr>
              <a:buSzPts val="2800"/>
              <a:buFont typeface="Arial"/>
              <a:buNone/>
            </a:pP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2 </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i</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3,</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4  </a:t>
            </a:r>
            <a:r>
              <a:rPr b="0" i="1" lang="en-US" sz="2800" u="none" cap="none" strike="noStrike">
                <a:solidFill>
                  <a:srgbClr val="000000"/>
                </a:solidFill>
                <a:latin typeface="Carlito"/>
                <a:ea typeface="Carlito"/>
                <a:cs typeface="Carlito"/>
                <a:sym typeface="Carlito"/>
              </a:rPr>
              <a:t>op</a:t>
            </a:r>
            <a:r>
              <a:rPr b="0" baseline="-25000" i="1" lang="en-US" sz="2775" u="none" cap="none" strike="noStrike">
                <a:solidFill>
                  <a:srgbClr val="000000"/>
                </a:solidFill>
                <a:latin typeface="Carlito"/>
                <a:ea typeface="Carlito"/>
                <a:cs typeface="Carlito"/>
                <a:sym typeface="Carlito"/>
              </a:rPr>
              <a:t>1 </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1</a:t>
            </a:r>
            <a:r>
              <a:rPr b="0" i="1" lang="en-US" sz="2800" u="none" cap="none" strike="noStrike">
                <a:solidFill>
                  <a:srgbClr val="000000"/>
                </a:solidFill>
                <a:latin typeface="Carlito"/>
                <a:ea typeface="Carlito"/>
                <a:cs typeface="Carlito"/>
                <a:sym typeface="Carlito"/>
              </a:rPr>
              <a:t>,</a:t>
            </a:r>
            <a:r>
              <a:rPr b="0" baseline="-25000" i="1" lang="en-US" sz="2775" u="none" cap="none" strike="noStrike">
                <a:solidFill>
                  <a:srgbClr val="000000"/>
                </a:solidFill>
                <a:latin typeface="Carlito"/>
                <a:ea typeface="Carlito"/>
                <a:cs typeface="Carlito"/>
                <a:sym typeface="Carlito"/>
              </a:rPr>
              <a:t>,</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2</a:t>
            </a:r>
            <a:r>
              <a:rPr b="0" i="1" lang="en-US" sz="2800" u="none" cap="none" strike="noStrike">
                <a:solidFill>
                  <a:srgbClr val="000000"/>
                </a:solidFill>
                <a:latin typeface="Carlito"/>
                <a:ea typeface="Carlito"/>
                <a:cs typeface="Carlito"/>
                <a:sym typeface="Carlito"/>
              </a:rPr>
              <a:t>,R</a:t>
            </a:r>
            <a:r>
              <a:rPr b="0" baseline="-25000" i="1" lang="en-US" sz="2775" u="none" cap="none" strike="noStrike">
                <a:solidFill>
                  <a:srgbClr val="000000"/>
                </a:solidFill>
                <a:latin typeface="Carlito"/>
                <a:ea typeface="Carlito"/>
                <a:cs typeface="Carlito"/>
                <a:sym typeface="Carlito"/>
              </a:rPr>
              <a:t>i</a:t>
            </a:r>
            <a:endParaRPr b="0" baseline="-25000" i="0" sz="2775" u="none" cap="none" strike="noStrike">
              <a:solidFill>
                <a:srgbClr val="000000"/>
              </a:solidFill>
              <a:latin typeface="Carlito"/>
              <a:ea typeface="Carlito"/>
              <a:cs typeface="Carlito"/>
              <a:sym typeface="Carlito"/>
            </a:endParaRPr>
          </a:p>
        </p:txBody>
      </p:sp>
      <p:sp>
        <p:nvSpPr>
          <p:cNvPr id="605" name="Google Shape;605;p26"/>
          <p:cNvSpPr txBox="1"/>
          <p:nvPr>
            <p:ph idx="2" type="body"/>
          </p:nvPr>
        </p:nvSpPr>
        <p:spPr>
          <a:xfrm>
            <a:off x="5083302" y="1537004"/>
            <a:ext cx="2958465" cy="4091940"/>
          </a:xfrm>
          <a:prstGeom prst="rect">
            <a:avLst/>
          </a:prstGeom>
          <a:noFill/>
          <a:ln>
            <a:noFill/>
          </a:ln>
        </p:spPr>
        <p:txBody>
          <a:bodyPr anchorCtr="0" anchor="t" bIns="0" lIns="0" spcFirstLastPara="1" rIns="0" wrap="square" tIns="86350">
            <a:spAutoFit/>
          </a:bodyPr>
          <a:lstStyle/>
          <a:p>
            <a:pPr indent="0" lvl="0" marL="12700" rtl="0" algn="l">
              <a:lnSpc>
                <a:spcPct val="100000"/>
              </a:lnSpc>
              <a:spcBef>
                <a:spcPts val="0"/>
              </a:spcBef>
              <a:spcAft>
                <a:spcPts val="0"/>
              </a:spcAft>
              <a:buSzPts val="1400"/>
              <a:buNone/>
            </a:pPr>
            <a:r>
              <a:rPr lang="en-US"/>
              <a:t>e.g.</a:t>
            </a:r>
            <a:endParaRPr/>
          </a:p>
          <a:p>
            <a:pPr indent="0" lvl="0" marL="12700" rtl="0" algn="l">
              <a:lnSpc>
                <a:spcPct val="100000"/>
              </a:lnSpc>
              <a:spcBef>
                <a:spcPts val="580"/>
              </a:spcBef>
              <a:spcAft>
                <a:spcPts val="0"/>
              </a:spcAft>
              <a:buSzPts val="1400"/>
              <a:buNone/>
            </a:pPr>
            <a:r>
              <a:rPr lang="en-US">
                <a:latin typeface="Courier New"/>
                <a:ea typeface="Courier New"/>
                <a:cs typeface="Courier New"/>
                <a:sym typeface="Courier New"/>
              </a:rPr>
              <a:t>x = y+z*a; </a:t>
            </a:r>
            <a:r>
              <a:rPr lang="en-US">
                <a:latin typeface="Noto Sans Symbols"/>
                <a:ea typeface="Noto Sans Symbols"/>
                <a:cs typeface="Noto Sans Symbols"/>
                <a:sym typeface="Noto Sans Symbols"/>
              </a:rPr>
              <a:t>🡺</a:t>
            </a:r>
            <a:endParaRPr/>
          </a:p>
          <a:p>
            <a:pPr indent="0" lvl="0" marL="12700" marR="381635" rtl="0" algn="l">
              <a:lnSpc>
                <a:spcPct val="143892"/>
              </a:lnSpc>
              <a:spcBef>
                <a:spcPts val="190"/>
              </a:spcBef>
              <a:spcAft>
                <a:spcPts val="0"/>
              </a:spcAft>
              <a:buSzPts val="1400"/>
              <a:buNone/>
            </a:pPr>
            <a:r>
              <a:rPr lang="en-US">
                <a:latin typeface="Courier New"/>
                <a:ea typeface="Courier New"/>
                <a:cs typeface="Courier New"/>
                <a:sym typeface="Courier New"/>
              </a:rPr>
              <a:t>MUL R5,R3,R4  ADD R1,R2,R5</a:t>
            </a:r>
            <a:endParaRPr/>
          </a:p>
          <a:p>
            <a:pPr indent="0" lvl="0" marL="12700" rtl="0" algn="l">
              <a:lnSpc>
                <a:spcPct val="100000"/>
              </a:lnSpc>
              <a:spcBef>
                <a:spcPts val="580"/>
              </a:spcBef>
              <a:spcAft>
                <a:spcPts val="0"/>
              </a:spcAft>
              <a:buSzPts val="1400"/>
              <a:buNone/>
            </a:pPr>
            <a:r>
              <a:rPr lang="en-US"/>
              <a:t>e.g.</a:t>
            </a:r>
            <a:endParaRPr/>
          </a:p>
          <a:p>
            <a:pPr indent="0" lvl="0" marL="12700" rtl="0" algn="l">
              <a:lnSpc>
                <a:spcPct val="100000"/>
              </a:lnSpc>
              <a:spcBef>
                <a:spcPts val="580"/>
              </a:spcBef>
              <a:spcAft>
                <a:spcPts val="0"/>
              </a:spcAft>
              <a:buSzPts val="1400"/>
              <a:buNone/>
            </a:pPr>
            <a:r>
              <a:rPr lang="en-US">
                <a:latin typeface="Courier New"/>
                <a:ea typeface="Courier New"/>
                <a:cs typeface="Courier New"/>
                <a:sym typeface="Courier New"/>
              </a:rPr>
              <a:t>x = y*(z+a) </a:t>
            </a:r>
            <a:r>
              <a:rPr lang="en-US">
                <a:latin typeface="Noto Sans Symbols"/>
                <a:ea typeface="Noto Sans Symbols"/>
                <a:cs typeface="Noto Sans Symbols"/>
                <a:sym typeface="Noto Sans Symbols"/>
              </a:rPr>
              <a:t>🡺</a:t>
            </a:r>
            <a:endParaRPr/>
          </a:p>
          <a:p>
            <a:pPr indent="0" lvl="0" marL="12700" marR="381635" rtl="0" algn="l">
              <a:lnSpc>
                <a:spcPct val="143892"/>
              </a:lnSpc>
              <a:spcBef>
                <a:spcPts val="190"/>
              </a:spcBef>
              <a:spcAft>
                <a:spcPts val="0"/>
              </a:spcAft>
              <a:buSzPts val="1400"/>
              <a:buNone/>
            </a:pPr>
            <a:r>
              <a:rPr lang="en-US">
                <a:latin typeface="Courier New"/>
                <a:ea typeface="Courier New"/>
                <a:cs typeface="Courier New"/>
                <a:sym typeface="Courier New"/>
              </a:rPr>
              <a:t>ADD R5,R3,R4  MUL R1,R2,R5</a:t>
            </a:r>
            <a:endParaRPr/>
          </a:p>
        </p:txBody>
      </p:sp>
      <p:sp>
        <p:nvSpPr>
          <p:cNvPr id="606" name="Google Shape;606;p26"/>
          <p:cNvSpPr/>
          <p:nvPr/>
        </p:nvSpPr>
        <p:spPr>
          <a:xfrm>
            <a:off x="4716017" y="1700783"/>
            <a:ext cx="0" cy="4032885"/>
          </a:xfrm>
          <a:custGeom>
            <a:rect b="b" l="l" r="r" t="t"/>
            <a:pathLst>
              <a:path extrusionOk="0" h="4032885" w="120000">
                <a:moveTo>
                  <a:pt x="0" y="0"/>
                </a:moveTo>
                <a:lnTo>
                  <a:pt x="0" y="4032465"/>
                </a:lnTo>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10" name="Shape 610"/>
        <p:cNvGrpSpPr/>
        <p:nvPr/>
      </p:nvGrpSpPr>
      <p:grpSpPr>
        <a:xfrm>
          <a:off x="0" y="0"/>
          <a:ext cx="0" cy="0"/>
          <a:chOff x="0" y="0"/>
          <a:chExt cx="0" cy="0"/>
        </a:xfrm>
      </p:grpSpPr>
      <p:sp>
        <p:nvSpPr>
          <p:cNvPr id="611" name="Google Shape;611;p27"/>
          <p:cNvSpPr txBox="1"/>
          <p:nvPr>
            <p:ph type="title"/>
          </p:nvPr>
        </p:nvSpPr>
        <p:spPr>
          <a:xfrm>
            <a:off x="2888995" y="462279"/>
            <a:ext cx="3364229"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CMP: compare</a:t>
            </a:r>
            <a:endParaRPr/>
          </a:p>
        </p:txBody>
      </p:sp>
      <p:sp>
        <p:nvSpPr>
          <p:cNvPr id="612" name="Google Shape;612;p27"/>
          <p:cNvSpPr txBox="1"/>
          <p:nvPr/>
        </p:nvSpPr>
        <p:spPr>
          <a:xfrm>
            <a:off x="459740" y="1496619"/>
            <a:ext cx="5390515" cy="5029200"/>
          </a:xfrm>
          <a:prstGeom prst="rect">
            <a:avLst/>
          </a:prstGeom>
          <a:noFill/>
          <a:ln>
            <a:noFill/>
          </a:ln>
        </p:spPr>
        <p:txBody>
          <a:bodyPr anchorCtr="0" anchor="t" bIns="0" lIns="0" spcFirstLastPara="1" rIns="0" wrap="square" tIns="112375">
            <a:spAutoFit/>
          </a:bodyPr>
          <a:lstStyle/>
          <a:p>
            <a:pPr indent="0" lvl="0" marL="889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CMP </a:t>
            </a:r>
            <a:r>
              <a:rPr b="0" i="1" lang="en-US" sz="2800" u="none" cap="none" strike="noStrike">
                <a:solidFill>
                  <a:srgbClr val="000000"/>
                </a:solidFill>
                <a:latin typeface="Carlito"/>
                <a:ea typeface="Carlito"/>
                <a:cs typeface="Carlito"/>
                <a:sym typeface="Carlito"/>
              </a:rPr>
              <a:t>Rd</a:t>
            </a:r>
            <a:r>
              <a:rPr b="0" i="0" lang="en-US" sz="2800" u="none" cap="none" strike="noStrike">
                <a:solidFill>
                  <a:srgbClr val="000000"/>
                </a:solidFill>
                <a:latin typeface="Courier New"/>
                <a:ea typeface="Courier New"/>
                <a:cs typeface="Courier New"/>
                <a:sym typeface="Courier New"/>
              </a:rPr>
              <a:t>, </a:t>
            </a: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a:t>
            </a:r>
            <a:endParaRPr b="0" baseline="-25000" i="0" sz="2775" u="none" cap="none" strike="noStrike">
              <a:solidFill>
                <a:srgbClr val="000000"/>
              </a:solidFill>
              <a:latin typeface="Carlito"/>
              <a:ea typeface="Carlito"/>
              <a:cs typeface="Carlito"/>
              <a:sym typeface="Carlito"/>
            </a:endParaRPr>
          </a:p>
          <a:p>
            <a:pPr indent="-342900" lvl="0" marL="431800" marR="0" rtl="0" algn="l">
              <a:lnSpc>
                <a:spcPct val="100000"/>
              </a:lnSpc>
              <a:spcBef>
                <a:spcPts val="78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subtract </a:t>
            </a: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Carlito"/>
                <a:ea typeface="Carlito"/>
                <a:cs typeface="Carlito"/>
                <a:sym typeface="Carlito"/>
              </a:rPr>
              <a:t>from </a:t>
            </a:r>
            <a:r>
              <a:rPr b="0" i="1" lang="en-US" sz="2800" u="none" cap="none" strike="noStrike">
                <a:solidFill>
                  <a:srgbClr val="000000"/>
                </a:solidFill>
                <a:latin typeface="Carlito"/>
                <a:ea typeface="Carlito"/>
                <a:cs typeface="Carlito"/>
                <a:sym typeface="Carlito"/>
              </a:rPr>
              <a:t>Rd </a:t>
            </a:r>
            <a:r>
              <a:rPr b="0" i="0" lang="en-US" sz="2800" u="none" cap="none" strike="noStrike">
                <a:solidFill>
                  <a:srgbClr val="000000"/>
                </a:solidFill>
                <a:latin typeface="Carlito"/>
                <a:ea typeface="Carlito"/>
                <a:cs typeface="Carlito"/>
                <a:sym typeface="Carlito"/>
              </a:rPr>
              <a:t>BUT ...</a:t>
            </a:r>
            <a:endParaRPr b="0" i="0" sz="2800" u="none" cap="none" strike="noStrike">
              <a:solidFill>
                <a:srgbClr val="000000"/>
              </a:solidFill>
              <a:latin typeface="Carlito"/>
              <a:ea typeface="Carlito"/>
              <a:cs typeface="Carlito"/>
              <a:sym typeface="Carlito"/>
            </a:endParaRPr>
          </a:p>
          <a:p>
            <a:pPr indent="-342900" lvl="0" marL="4318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 do not modify </a:t>
            </a:r>
            <a:r>
              <a:rPr b="0" i="1" lang="en-US" sz="2800" u="none" cap="none" strike="noStrike">
                <a:solidFill>
                  <a:srgbClr val="000000"/>
                </a:solidFill>
                <a:latin typeface="Carlito"/>
                <a:ea typeface="Carlito"/>
                <a:cs typeface="Carlito"/>
                <a:sym typeface="Carlito"/>
              </a:rPr>
              <a:t>Rd</a:t>
            </a:r>
            <a:endParaRPr b="0" i="0" sz="2800" u="none" cap="none" strike="noStrike">
              <a:solidFill>
                <a:srgbClr val="000000"/>
              </a:solidFill>
              <a:latin typeface="Carlito"/>
              <a:ea typeface="Carlito"/>
              <a:cs typeface="Carlito"/>
              <a:sym typeface="Carlito"/>
            </a:endParaRPr>
          </a:p>
          <a:p>
            <a:pPr indent="0" lvl="0" marL="546100" marR="0" rtl="0" algn="l">
              <a:lnSpc>
                <a:spcPct val="100000"/>
              </a:lnSpc>
              <a:spcBef>
                <a:spcPts val="505"/>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Carlito"/>
                <a:ea typeface="Carlito"/>
                <a:cs typeface="Carlito"/>
                <a:sym typeface="Carlito"/>
              </a:rPr>
              <a:t>otherwise same as </a:t>
            </a:r>
            <a:r>
              <a:rPr b="0" i="0" lang="en-US" sz="2400" u="none" cap="none" strike="noStrike">
                <a:solidFill>
                  <a:srgbClr val="000000"/>
                </a:solidFill>
                <a:latin typeface="Courier New"/>
                <a:ea typeface="Courier New"/>
                <a:cs typeface="Courier New"/>
                <a:sym typeface="Courier New"/>
              </a:rPr>
              <a:t>SUBS</a:t>
            </a:r>
            <a:endParaRPr b="0" i="0" sz="2400" u="none" cap="none" strike="noStrike">
              <a:solidFill>
                <a:srgbClr val="000000"/>
              </a:solidFill>
              <a:latin typeface="Courier New"/>
              <a:ea typeface="Courier New"/>
              <a:cs typeface="Courier New"/>
              <a:sym typeface="Courier New"/>
            </a:endParaRPr>
          </a:p>
          <a:p>
            <a:pPr indent="-342900" lvl="0" marL="431800" marR="0" rtl="0" algn="l">
              <a:lnSpc>
                <a:spcPct val="100000"/>
              </a:lnSpc>
              <a:spcBef>
                <a:spcPts val="74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update Z, N, C, V flags</a:t>
            </a:r>
            <a:endParaRPr b="0" i="0" sz="2800" u="none" cap="none" strike="noStrike">
              <a:solidFill>
                <a:srgbClr val="000000"/>
              </a:solidFill>
              <a:latin typeface="Carlito"/>
              <a:ea typeface="Carlito"/>
              <a:cs typeface="Carlito"/>
              <a:sym typeface="Carlito"/>
            </a:endParaRPr>
          </a:p>
          <a:p>
            <a:pPr indent="0" lvl="0" marL="88900" marR="0" rtl="0" algn="l">
              <a:lnSpc>
                <a:spcPct val="100000"/>
              </a:lnSpc>
              <a:spcBef>
                <a:spcPts val="56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CMN </a:t>
            </a:r>
            <a:r>
              <a:rPr b="0" i="1" lang="en-US" sz="2800" u="none" cap="none" strike="noStrike">
                <a:solidFill>
                  <a:srgbClr val="000000"/>
                </a:solidFill>
                <a:latin typeface="Carlito"/>
                <a:ea typeface="Carlito"/>
                <a:cs typeface="Carlito"/>
                <a:sym typeface="Carlito"/>
              </a:rPr>
              <a:t>Rd</a:t>
            </a:r>
            <a:r>
              <a:rPr b="0" i="0" lang="en-US" sz="2800" u="none" cap="none" strike="noStrike">
                <a:solidFill>
                  <a:srgbClr val="000000"/>
                </a:solidFill>
                <a:latin typeface="Courier New"/>
                <a:ea typeface="Courier New"/>
                <a:cs typeface="Courier New"/>
                <a:sym typeface="Courier New"/>
              </a:rPr>
              <a:t>, </a:t>
            </a: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a:t>
            </a:r>
            <a:endParaRPr b="0" baseline="-25000" i="0" sz="2775" u="none" cap="none" strike="noStrike">
              <a:solidFill>
                <a:srgbClr val="000000"/>
              </a:solidFill>
              <a:latin typeface="Carlito"/>
              <a:ea typeface="Carlito"/>
              <a:cs typeface="Carlito"/>
              <a:sym typeface="Carlito"/>
            </a:endParaRPr>
          </a:p>
          <a:p>
            <a:pPr indent="-342900" lvl="0" marL="431800" marR="0" rtl="0" algn="l">
              <a:lnSpc>
                <a:spcPct val="100000"/>
              </a:lnSpc>
              <a:spcBef>
                <a:spcPts val="78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add </a:t>
            </a:r>
            <a:r>
              <a:rPr b="0" i="1" lang="en-US" sz="2800" u="none" cap="none" strike="noStrike">
                <a:solidFill>
                  <a:srgbClr val="000000"/>
                </a:solidFill>
                <a:latin typeface="Carlito"/>
                <a:ea typeface="Carlito"/>
                <a:cs typeface="Carlito"/>
                <a:sym typeface="Carlito"/>
              </a:rPr>
              <a:t>operand</a:t>
            </a:r>
            <a:r>
              <a:rPr b="0" baseline="-25000" i="1" lang="en-US" sz="2775" u="none" cap="none" strike="noStrike">
                <a:solidFill>
                  <a:srgbClr val="000000"/>
                </a:solidFill>
                <a:latin typeface="Carlito"/>
                <a:ea typeface="Carlito"/>
                <a:cs typeface="Carlito"/>
                <a:sym typeface="Carlito"/>
              </a:rPr>
              <a:t>2 </a:t>
            </a:r>
            <a:r>
              <a:rPr b="0" i="0" lang="en-US" sz="2800" u="none" cap="none" strike="noStrike">
                <a:solidFill>
                  <a:srgbClr val="000000"/>
                </a:solidFill>
                <a:latin typeface="Carlito"/>
                <a:ea typeface="Carlito"/>
                <a:cs typeface="Carlito"/>
                <a:sym typeface="Carlito"/>
              </a:rPr>
              <a:t>to </a:t>
            </a:r>
            <a:r>
              <a:rPr b="0" i="1" lang="en-US" sz="2800" u="none" cap="none" strike="noStrike">
                <a:solidFill>
                  <a:srgbClr val="000000"/>
                </a:solidFill>
                <a:latin typeface="Carlito"/>
                <a:ea typeface="Carlito"/>
                <a:cs typeface="Carlito"/>
                <a:sym typeface="Carlito"/>
              </a:rPr>
              <a:t>Rd </a:t>
            </a:r>
            <a:r>
              <a:rPr b="0" i="0" lang="en-US" sz="2800" u="none" cap="none" strike="noStrike">
                <a:solidFill>
                  <a:srgbClr val="000000"/>
                </a:solidFill>
                <a:latin typeface="Carlito"/>
                <a:ea typeface="Carlito"/>
                <a:cs typeface="Carlito"/>
                <a:sym typeface="Carlito"/>
              </a:rPr>
              <a:t>BUT ...</a:t>
            </a:r>
            <a:endParaRPr b="0" i="0" sz="2800" u="none" cap="none" strike="noStrike">
              <a:solidFill>
                <a:srgbClr val="000000"/>
              </a:solidFill>
              <a:latin typeface="Carlito"/>
              <a:ea typeface="Carlito"/>
              <a:cs typeface="Carlito"/>
              <a:sym typeface="Carlito"/>
            </a:endParaRPr>
          </a:p>
          <a:p>
            <a:pPr indent="-342900" lvl="0" marL="4318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 do not modify </a:t>
            </a:r>
            <a:r>
              <a:rPr b="0" i="1" lang="en-US" sz="2800" u="none" cap="none" strike="noStrike">
                <a:solidFill>
                  <a:srgbClr val="000000"/>
                </a:solidFill>
                <a:latin typeface="Carlito"/>
                <a:ea typeface="Carlito"/>
                <a:cs typeface="Carlito"/>
                <a:sym typeface="Carlito"/>
              </a:rPr>
              <a:t>Rd</a:t>
            </a:r>
            <a:endParaRPr b="0" i="0" sz="2800" u="none" cap="none" strike="noStrike">
              <a:solidFill>
                <a:srgbClr val="000000"/>
              </a:solidFill>
              <a:latin typeface="Carlito"/>
              <a:ea typeface="Carlito"/>
              <a:cs typeface="Carlito"/>
              <a:sym typeface="Carlito"/>
            </a:endParaRPr>
          </a:p>
          <a:p>
            <a:pPr indent="-342900" lvl="1" marL="831850" marR="0" rtl="0" algn="l">
              <a:lnSpc>
                <a:spcPct val="100000"/>
              </a:lnSpc>
              <a:spcBef>
                <a:spcPts val="500"/>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otherwise same as </a:t>
            </a:r>
            <a:r>
              <a:rPr b="0" i="0" lang="en-US" sz="2400" u="none" cap="none" strike="noStrike">
                <a:solidFill>
                  <a:srgbClr val="000000"/>
                </a:solidFill>
                <a:latin typeface="Courier New"/>
                <a:ea typeface="Courier New"/>
                <a:cs typeface="Courier New"/>
                <a:sym typeface="Courier New"/>
              </a:rPr>
              <a:t>ADDS</a:t>
            </a:r>
            <a:endParaRPr b="0" i="0" sz="2400" u="none" cap="none" strike="noStrike">
              <a:solidFill>
                <a:srgbClr val="000000"/>
              </a:solidFill>
              <a:latin typeface="Courier New"/>
              <a:ea typeface="Courier New"/>
              <a:cs typeface="Courier New"/>
              <a:sym typeface="Courier New"/>
            </a:endParaRPr>
          </a:p>
          <a:p>
            <a:pPr indent="-342900" lvl="0" marL="431800" marR="0" rtl="0" algn="l">
              <a:lnSpc>
                <a:spcPct val="100000"/>
              </a:lnSpc>
              <a:spcBef>
                <a:spcPts val="75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update Z, N, C, V flags</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16" name="Shape 616"/>
        <p:cNvGrpSpPr/>
        <p:nvPr/>
      </p:nvGrpSpPr>
      <p:grpSpPr>
        <a:xfrm>
          <a:off x="0" y="0"/>
          <a:ext cx="0" cy="0"/>
          <a:chOff x="0" y="0"/>
          <a:chExt cx="0" cy="0"/>
        </a:xfrm>
      </p:grpSpPr>
      <p:sp>
        <p:nvSpPr>
          <p:cNvPr id="617" name="Google Shape;617;p28"/>
          <p:cNvSpPr txBox="1"/>
          <p:nvPr>
            <p:ph type="title"/>
          </p:nvPr>
        </p:nvSpPr>
        <p:spPr>
          <a:xfrm>
            <a:off x="3992626" y="462279"/>
            <a:ext cx="115887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Flags</a:t>
            </a:r>
            <a:endParaRPr/>
          </a:p>
        </p:txBody>
      </p:sp>
      <p:sp>
        <p:nvSpPr>
          <p:cNvPr id="618" name="Google Shape;618;p28"/>
          <p:cNvSpPr txBox="1"/>
          <p:nvPr/>
        </p:nvSpPr>
        <p:spPr>
          <a:xfrm>
            <a:off x="510540" y="1525574"/>
            <a:ext cx="5920105" cy="2586355"/>
          </a:xfrm>
          <a:prstGeom prst="rect">
            <a:avLst/>
          </a:prstGeom>
          <a:noFill/>
          <a:ln>
            <a:noFill/>
          </a:ln>
        </p:spPr>
        <p:txBody>
          <a:bodyPr anchorCtr="0" anchor="t" bIns="0" lIns="0" spcFirstLastPara="1" rIns="0" wrap="square" tIns="97775">
            <a:spAutoFit/>
          </a:bodyPr>
          <a:lstStyle/>
          <a:p>
            <a:pPr indent="-342900" lvl="0" marL="3810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N – 1 if result &lt;0; 0 otherwise</a:t>
            </a:r>
            <a:endParaRPr b="0" i="0" sz="2800" u="none" cap="none" strike="noStrike">
              <a:solidFill>
                <a:srgbClr val="000000"/>
              </a:solidFill>
              <a:latin typeface="Carlito"/>
              <a:ea typeface="Carlito"/>
              <a:cs typeface="Carlito"/>
              <a:sym typeface="Carlito"/>
            </a:endParaRPr>
          </a:p>
          <a:p>
            <a:pPr indent="-342900" lvl="0" marL="3810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Z – 1 if result =0; 0 otherwise</a:t>
            </a:r>
            <a:endParaRPr b="0" i="0" sz="2800" u="none" cap="none" strike="noStrike">
              <a:solidFill>
                <a:srgbClr val="000000"/>
              </a:solidFill>
              <a:latin typeface="Carlito"/>
              <a:ea typeface="Carlito"/>
              <a:cs typeface="Carlito"/>
              <a:sym typeface="Carlito"/>
            </a:endParaRPr>
          </a:p>
          <a:p>
            <a:pPr indent="-342900" lvl="0" marL="3810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C – 1 if result led to carry; 0 otherwise</a:t>
            </a:r>
            <a:endParaRPr b="0" i="0" sz="2800" u="none" cap="none" strike="noStrike">
              <a:solidFill>
                <a:srgbClr val="000000"/>
              </a:solidFill>
              <a:latin typeface="Carlito"/>
              <a:ea typeface="Carlito"/>
              <a:cs typeface="Carlito"/>
              <a:sym typeface="Carlito"/>
            </a:endParaRPr>
          </a:p>
          <a:p>
            <a:pPr indent="0" lvl="0" marL="495300" marR="0" rtl="0" algn="l">
              <a:lnSpc>
                <a:spcPct val="100000"/>
              </a:lnSpc>
              <a:spcBef>
                <a:spcPts val="675"/>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a:t>
            </a:r>
            <a:r>
              <a:rPr b="0" i="0" lang="en-US" sz="2800" u="none" cap="none" strike="noStrike">
                <a:solidFill>
                  <a:srgbClr val="000000"/>
                </a:solidFill>
                <a:latin typeface="Carlito"/>
                <a:ea typeface="Carlito"/>
                <a:cs typeface="Carlito"/>
                <a:sym typeface="Carlito"/>
              </a:rPr>
              <a:t>i.e. X+Y &gt; 2</a:t>
            </a:r>
            <a:r>
              <a:rPr b="0" baseline="30000" i="0" lang="en-US" sz="2775" u="none" cap="none" strike="noStrike">
                <a:solidFill>
                  <a:srgbClr val="000000"/>
                </a:solidFill>
                <a:latin typeface="Carlito"/>
                <a:ea typeface="Carlito"/>
                <a:cs typeface="Carlito"/>
                <a:sym typeface="Carlito"/>
              </a:rPr>
              <a:t>32</a:t>
            </a:r>
            <a:endParaRPr b="0" baseline="30000" i="0" sz="2775" u="none" cap="none" strike="noStrike">
              <a:solidFill>
                <a:srgbClr val="000000"/>
              </a:solidFill>
              <a:latin typeface="Carlito"/>
              <a:ea typeface="Carlito"/>
              <a:cs typeface="Carlito"/>
              <a:sym typeface="Carlito"/>
            </a:endParaRPr>
          </a:p>
          <a:p>
            <a:pPr indent="0" lvl="0" marL="495300" marR="0" rtl="0" algn="l">
              <a:lnSpc>
                <a:spcPct val="100000"/>
              </a:lnSpc>
              <a:spcBef>
                <a:spcPts val="67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a:t>
            </a:r>
            <a:r>
              <a:rPr b="0" i="0" lang="en-US" sz="2800" u="none" cap="none" strike="noStrike">
                <a:solidFill>
                  <a:srgbClr val="000000"/>
                </a:solidFill>
                <a:latin typeface="Carlito"/>
                <a:ea typeface="Carlito"/>
                <a:cs typeface="Carlito"/>
                <a:sym typeface="Carlito"/>
              </a:rPr>
              <a:t>i.e. X-Y &gt;= 0</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2" name="Shape 622"/>
        <p:cNvGrpSpPr/>
        <p:nvPr/>
      </p:nvGrpSpPr>
      <p:grpSpPr>
        <a:xfrm>
          <a:off x="0" y="0"/>
          <a:ext cx="0" cy="0"/>
          <a:chOff x="0" y="0"/>
          <a:chExt cx="0" cy="0"/>
        </a:xfrm>
      </p:grpSpPr>
      <p:sp>
        <p:nvSpPr>
          <p:cNvPr id="623" name="Google Shape;623;p29"/>
          <p:cNvSpPr txBox="1"/>
          <p:nvPr>
            <p:ph type="title"/>
          </p:nvPr>
        </p:nvSpPr>
        <p:spPr>
          <a:xfrm>
            <a:off x="3992626" y="462279"/>
            <a:ext cx="115887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Flags</a:t>
            </a:r>
            <a:endParaRPr/>
          </a:p>
        </p:txBody>
      </p:sp>
      <p:sp>
        <p:nvSpPr>
          <p:cNvPr id="624" name="Google Shape;624;p29"/>
          <p:cNvSpPr txBox="1"/>
          <p:nvPr/>
        </p:nvSpPr>
        <p:spPr>
          <a:xfrm>
            <a:off x="535940" y="1522006"/>
            <a:ext cx="6413500" cy="3467735"/>
          </a:xfrm>
          <a:prstGeom prst="rect">
            <a:avLst/>
          </a:prstGeom>
          <a:noFill/>
          <a:ln>
            <a:noFill/>
          </a:ln>
        </p:spPr>
        <p:txBody>
          <a:bodyPr anchorCtr="0" anchor="t" bIns="0" lIns="0" spcFirstLastPara="1" rIns="0" wrap="square" tIns="101600">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V – 1 if result led to overflow; 0 otherwise</a:t>
            </a:r>
            <a:endParaRPr b="0" i="0" sz="2800" u="none" cap="none" strike="noStrike">
              <a:solidFill>
                <a:srgbClr val="000000"/>
              </a:solidFill>
              <a:latin typeface="Carlito"/>
              <a:ea typeface="Carlito"/>
              <a:cs typeface="Carlito"/>
              <a:sym typeface="Carlito"/>
            </a:endParaRPr>
          </a:p>
          <a:p>
            <a:pPr indent="-229235" lvl="1" marL="1155700" marR="0" rtl="0" algn="l">
              <a:lnSpc>
                <a:spcPct val="100000"/>
              </a:lnSpc>
              <a:spcBef>
                <a:spcPts val="59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 == negative</a:t>
            </a:r>
            <a:endParaRPr b="0" i="0" sz="2400" u="none" cap="none" strike="noStrike">
              <a:solidFill>
                <a:srgbClr val="000000"/>
              </a:solidFill>
              <a:latin typeface="Carlito"/>
              <a:ea typeface="Carlito"/>
              <a:cs typeface="Carlito"/>
              <a:sym typeface="Carlito"/>
            </a:endParaRPr>
          </a:p>
          <a:p>
            <a:pPr indent="-229235" lvl="1" marL="1155700" marR="0" rtl="0" algn="l">
              <a:lnSpc>
                <a:spcPct val="100000"/>
              </a:lnSpc>
              <a:spcBef>
                <a:spcPts val="575"/>
              </a:spcBef>
              <a:spcAft>
                <a:spcPts val="0"/>
              </a:spcAft>
              <a:buClr>
                <a:srgbClr val="000000"/>
              </a:buClr>
              <a:buSzPts val="2400"/>
              <a:buFont typeface="Arial"/>
              <a:buChar char="•"/>
            </a:pPr>
            <a:r>
              <a:rPr b="0" i="0" lang="en-US" sz="2400" u="none" cap="none" strike="noStrike">
                <a:solidFill>
                  <a:srgbClr val="000000"/>
                </a:solidFill>
                <a:latin typeface="Carlito"/>
                <a:ea typeface="Carlito"/>
                <a:cs typeface="Carlito"/>
                <a:sym typeface="Carlito"/>
              </a:rPr>
              <a:t>(+) == positive</a:t>
            </a:r>
            <a:endParaRPr b="0" i="0" sz="2400" u="none" cap="none" strike="noStrike">
              <a:solidFill>
                <a:srgbClr val="000000"/>
              </a:solidFill>
              <a:latin typeface="Carlito"/>
              <a:ea typeface="Carlito"/>
              <a:cs typeface="Carlito"/>
              <a:sym typeface="Carlito"/>
            </a:endParaRPr>
          </a:p>
          <a:p>
            <a:pPr indent="0" lvl="0" marL="469900" marR="0" rtl="0" algn="l">
              <a:lnSpc>
                <a:spcPct val="100000"/>
              </a:lnSpc>
              <a:spcBef>
                <a:spcPts val="65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a:t>
            </a:r>
            <a:r>
              <a:rPr b="0" i="0" lang="en-US" sz="2800" u="none" cap="none" strike="noStrike">
                <a:solidFill>
                  <a:srgbClr val="000000"/>
                </a:solidFill>
                <a:latin typeface="Carlito"/>
                <a:ea typeface="Carlito"/>
                <a:cs typeface="Carlito"/>
                <a:sym typeface="Carlito"/>
              </a:rPr>
              <a:t>i.e. (-)X+(-)Y &gt; 0</a:t>
            </a:r>
            <a:endParaRPr b="0" i="0" sz="2800" u="none" cap="none" strike="noStrike">
              <a:solidFill>
                <a:srgbClr val="000000"/>
              </a:solidFill>
              <a:latin typeface="Carlito"/>
              <a:ea typeface="Carlito"/>
              <a:cs typeface="Carlito"/>
              <a:sym typeface="Carlito"/>
            </a:endParaRPr>
          </a:p>
          <a:p>
            <a:pPr indent="0" lvl="0" marL="469900" marR="0" rtl="0" algn="l">
              <a:lnSpc>
                <a:spcPct val="100000"/>
              </a:lnSpc>
              <a:spcBef>
                <a:spcPts val="675"/>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a:t>
            </a:r>
            <a:r>
              <a:rPr b="0" i="0" lang="en-US" sz="2800" u="none" cap="none" strike="noStrike">
                <a:solidFill>
                  <a:srgbClr val="000000"/>
                </a:solidFill>
                <a:latin typeface="Carlito"/>
                <a:ea typeface="Carlito"/>
                <a:cs typeface="Carlito"/>
                <a:sym typeface="Carlito"/>
              </a:rPr>
              <a:t>i.e. (+)X+(+)Y &lt; 0</a:t>
            </a:r>
            <a:endParaRPr b="0" i="0" sz="2800" u="none" cap="none" strike="noStrike">
              <a:solidFill>
                <a:srgbClr val="000000"/>
              </a:solidFill>
              <a:latin typeface="Carlito"/>
              <a:ea typeface="Carlito"/>
              <a:cs typeface="Carlito"/>
              <a:sym typeface="Carlito"/>
            </a:endParaRPr>
          </a:p>
          <a:p>
            <a:pPr indent="0" lvl="0" marL="469900" marR="0" rtl="0" algn="l">
              <a:lnSpc>
                <a:spcPct val="100000"/>
              </a:lnSpc>
              <a:spcBef>
                <a:spcPts val="675"/>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a:t>
            </a:r>
            <a:r>
              <a:rPr b="0" i="0" lang="en-US" sz="2800" u="none" cap="none" strike="noStrike">
                <a:solidFill>
                  <a:srgbClr val="000000"/>
                </a:solidFill>
                <a:latin typeface="Carlito"/>
                <a:ea typeface="Carlito"/>
                <a:cs typeface="Carlito"/>
                <a:sym typeface="Carlito"/>
              </a:rPr>
              <a:t>i.e. (-)X-(+)Y &gt; 0</a:t>
            </a:r>
            <a:endParaRPr b="0" i="0" sz="2800" u="none" cap="none" strike="noStrike">
              <a:solidFill>
                <a:srgbClr val="000000"/>
              </a:solidFill>
              <a:latin typeface="Carlito"/>
              <a:ea typeface="Carlito"/>
              <a:cs typeface="Carlito"/>
              <a:sym typeface="Carlito"/>
            </a:endParaRPr>
          </a:p>
          <a:p>
            <a:pPr indent="0" lvl="0" marL="469900" marR="0" rtl="0" algn="l">
              <a:lnSpc>
                <a:spcPct val="100000"/>
              </a:lnSpc>
              <a:spcBef>
                <a:spcPts val="67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 </a:t>
            </a:r>
            <a:r>
              <a:rPr b="0" i="0" lang="en-US" sz="2800" u="none" cap="none" strike="noStrike">
                <a:solidFill>
                  <a:srgbClr val="000000"/>
                </a:solidFill>
                <a:latin typeface="Carlito"/>
                <a:ea typeface="Carlito"/>
                <a:cs typeface="Carlito"/>
                <a:sym typeface="Carlito"/>
              </a:rPr>
              <a:t>i.e. (+X)-(-Y) &lt; 0</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8" name="Shape 628"/>
        <p:cNvGrpSpPr/>
        <p:nvPr/>
      </p:nvGrpSpPr>
      <p:grpSpPr>
        <a:xfrm>
          <a:off x="0" y="0"/>
          <a:ext cx="0" cy="0"/>
          <a:chOff x="0" y="0"/>
          <a:chExt cx="0" cy="0"/>
        </a:xfrm>
      </p:grpSpPr>
      <p:sp>
        <p:nvSpPr>
          <p:cNvPr id="629" name="Google Shape;629;p30"/>
          <p:cNvSpPr txBox="1"/>
          <p:nvPr>
            <p:ph type="title"/>
          </p:nvPr>
        </p:nvSpPr>
        <p:spPr>
          <a:xfrm>
            <a:off x="3485896" y="462279"/>
            <a:ext cx="217233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B: branch</a:t>
            </a:r>
            <a:endParaRPr/>
          </a:p>
        </p:txBody>
      </p:sp>
      <p:sp>
        <p:nvSpPr>
          <p:cNvPr id="630" name="Google Shape;630;p30"/>
          <p:cNvSpPr txBox="1"/>
          <p:nvPr/>
        </p:nvSpPr>
        <p:spPr>
          <a:xfrm>
            <a:off x="535940" y="1496619"/>
            <a:ext cx="4928870" cy="2614930"/>
          </a:xfrm>
          <a:prstGeom prst="rect">
            <a:avLst/>
          </a:prstGeom>
          <a:noFill/>
          <a:ln>
            <a:noFill/>
          </a:ln>
        </p:spPr>
        <p:txBody>
          <a:bodyPr anchorCtr="0" anchor="t" bIns="0" lIns="0" spcFirstLastPara="1" rIns="0" wrap="square" tIns="112375">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B </a:t>
            </a:r>
            <a:r>
              <a:rPr b="0" i="1" lang="en-US" sz="2800" u="none" cap="none" strike="noStrike">
                <a:solidFill>
                  <a:srgbClr val="000000"/>
                </a:solidFill>
                <a:latin typeface="Carlito"/>
                <a:ea typeface="Carlito"/>
                <a:cs typeface="Carlito"/>
                <a:sym typeface="Carlito"/>
              </a:rPr>
              <a:t>label</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78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branch to </a:t>
            </a:r>
            <a:r>
              <a:rPr b="0" i="1" lang="en-US" sz="2800" u="none" cap="none" strike="noStrike">
                <a:solidFill>
                  <a:srgbClr val="000000"/>
                </a:solidFill>
                <a:latin typeface="Carlito"/>
                <a:ea typeface="Carlito"/>
                <a:cs typeface="Carlito"/>
                <a:sym typeface="Carlito"/>
              </a:rPr>
              <a:t>label</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i.e. reset PC to address for </a:t>
            </a:r>
            <a:r>
              <a:rPr b="0" i="1" lang="en-US" sz="2800" u="none" cap="none" strike="noStrike">
                <a:solidFill>
                  <a:srgbClr val="000000"/>
                </a:solidFill>
                <a:latin typeface="Carlito"/>
                <a:ea typeface="Carlito"/>
                <a:cs typeface="Carlito"/>
                <a:sym typeface="Carlito"/>
              </a:rPr>
              <a:t>label</a:t>
            </a:r>
            <a:endParaRPr b="0" i="0" sz="2800" u="none" cap="none" strike="noStrike">
              <a:solidFill>
                <a:srgbClr val="000000"/>
              </a:solidFill>
              <a:latin typeface="Carlito"/>
              <a:ea typeface="Carlito"/>
              <a:cs typeface="Carlito"/>
              <a:sym typeface="Carlito"/>
            </a:endParaRPr>
          </a:p>
          <a:p>
            <a:pPr indent="0" lvl="0" marL="12700" marR="0" rtl="0" algn="l">
              <a:lnSpc>
                <a:spcPct val="100000"/>
              </a:lnSpc>
              <a:spcBef>
                <a:spcPts val="56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B</a:t>
            </a:r>
            <a:r>
              <a:rPr b="0" i="1" lang="en-US" sz="2800" u="none" cap="none" strike="noStrike">
                <a:solidFill>
                  <a:srgbClr val="000000"/>
                </a:solidFill>
                <a:latin typeface="Carlito"/>
                <a:ea typeface="Carlito"/>
                <a:cs typeface="Carlito"/>
                <a:sym typeface="Carlito"/>
              </a:rPr>
              <a:t>cond label</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79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branch on </a:t>
            </a:r>
            <a:r>
              <a:rPr b="0" i="1" lang="en-US" sz="2800" u="none" cap="none" strike="noStrike">
                <a:solidFill>
                  <a:srgbClr val="000000"/>
                </a:solidFill>
                <a:latin typeface="Carlito"/>
                <a:ea typeface="Carlito"/>
                <a:cs typeface="Carlito"/>
                <a:sym typeface="Carlito"/>
              </a:rPr>
              <a:t>condition </a:t>
            </a:r>
            <a:r>
              <a:rPr b="0" i="0" lang="en-US" sz="2800" u="none" cap="none" strike="noStrike">
                <a:solidFill>
                  <a:srgbClr val="000000"/>
                </a:solidFill>
                <a:latin typeface="Carlito"/>
                <a:ea typeface="Carlito"/>
                <a:cs typeface="Carlito"/>
                <a:sym typeface="Carlito"/>
              </a:rPr>
              <a:t>to </a:t>
            </a:r>
            <a:r>
              <a:rPr b="0" i="1" lang="en-US" sz="2800" u="none" cap="none" strike="noStrike">
                <a:solidFill>
                  <a:srgbClr val="000000"/>
                </a:solidFill>
                <a:latin typeface="Carlito"/>
                <a:ea typeface="Carlito"/>
                <a:cs typeface="Carlito"/>
                <a:sym typeface="Carlito"/>
              </a:rPr>
              <a:t>label</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4" name="Shape 634"/>
        <p:cNvGrpSpPr/>
        <p:nvPr/>
      </p:nvGrpSpPr>
      <p:grpSpPr>
        <a:xfrm>
          <a:off x="0" y="0"/>
          <a:ext cx="0" cy="0"/>
          <a:chOff x="0" y="0"/>
          <a:chExt cx="0" cy="0"/>
        </a:xfrm>
      </p:grpSpPr>
      <p:sp>
        <p:nvSpPr>
          <p:cNvPr id="635" name="Google Shape;635;g23d6451c848_0_62"/>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636" name="Google Shape;636;g23d6451c848_0_62"/>
          <p:cNvSpPr txBox="1"/>
          <p:nvPr>
            <p:ph type="title"/>
          </p:nvPr>
        </p:nvSpPr>
        <p:spPr>
          <a:xfrm>
            <a:off x="1574672" y="92455"/>
            <a:ext cx="60693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chemeClr val="dk1"/>
                </a:solidFill>
              </a:rPr>
              <a:t>C Decisions: </a:t>
            </a:r>
            <a:r>
              <a:rPr lang="en-US">
                <a:solidFill>
                  <a:schemeClr val="dk1"/>
                </a:solidFill>
                <a:latin typeface="Courier New"/>
                <a:ea typeface="Courier New"/>
                <a:cs typeface="Courier New"/>
                <a:sym typeface="Courier New"/>
              </a:rPr>
              <a:t>if </a:t>
            </a:r>
            <a:r>
              <a:rPr lang="en-US">
                <a:solidFill>
                  <a:schemeClr val="dk1"/>
                </a:solidFill>
              </a:rPr>
              <a:t>Statements</a:t>
            </a:r>
            <a:endParaRPr>
              <a:solidFill>
                <a:schemeClr val="dk1"/>
              </a:solidFill>
            </a:endParaRPr>
          </a:p>
        </p:txBody>
      </p:sp>
      <p:sp>
        <p:nvSpPr>
          <p:cNvPr id="637" name="Google Shape;637;g23d6451c848_0_62"/>
          <p:cNvSpPr txBox="1"/>
          <p:nvPr/>
        </p:nvSpPr>
        <p:spPr>
          <a:xfrm>
            <a:off x="459740" y="879729"/>
            <a:ext cx="6907500" cy="5109000"/>
          </a:xfrm>
          <a:prstGeom prst="rect">
            <a:avLst/>
          </a:prstGeom>
          <a:noFill/>
          <a:ln>
            <a:noFill/>
          </a:ln>
        </p:spPr>
        <p:txBody>
          <a:bodyPr anchorCtr="0" anchor="t" bIns="0" lIns="0" spcFirstLastPara="1" rIns="0" wrap="square" tIns="117475">
            <a:spAutoFit/>
          </a:bodyPr>
          <a:lstStyle/>
          <a:p>
            <a:pPr indent="-272415" lvl="0" marL="284480" marR="0" rtl="0" algn="l">
              <a:lnSpc>
                <a:spcPct val="100000"/>
              </a:lnSpc>
              <a:spcBef>
                <a:spcPts val="0"/>
              </a:spcBef>
              <a:spcAft>
                <a:spcPts val="0"/>
              </a:spcAft>
              <a:buClr>
                <a:srgbClr val="00007E"/>
              </a:buClr>
              <a:buSzPts val="2300"/>
              <a:buFont typeface="Noto Sans Symbols"/>
              <a:buChar char="❖"/>
            </a:pPr>
            <a:r>
              <a:rPr lang="en-US" sz="3200">
                <a:latin typeface="Courier New"/>
                <a:ea typeface="Courier New"/>
                <a:cs typeface="Courier New"/>
                <a:sym typeface="Courier New"/>
              </a:rPr>
              <a:t>if </a:t>
            </a:r>
            <a:r>
              <a:rPr lang="en-US" sz="3200">
                <a:latin typeface="Times New Roman"/>
                <a:ea typeface="Times New Roman"/>
                <a:cs typeface="Times New Roman"/>
                <a:sym typeface="Times New Roman"/>
              </a:rPr>
              <a:t>statements in C</a:t>
            </a:r>
            <a:endParaRPr sz="3200">
              <a:latin typeface="Times New Roman"/>
              <a:ea typeface="Times New Roman"/>
              <a:cs typeface="Times New Roman"/>
              <a:sym typeface="Times New Roman"/>
            </a:endParaRPr>
          </a:p>
          <a:p>
            <a:pPr indent="-238759" lvl="1" marL="746125" marR="0" rtl="0" algn="l">
              <a:lnSpc>
                <a:spcPct val="100000"/>
              </a:lnSpc>
              <a:spcBef>
                <a:spcPts val="715"/>
              </a:spcBef>
              <a:spcAft>
                <a:spcPts val="0"/>
              </a:spcAft>
              <a:buClr>
                <a:srgbClr val="FFCC00"/>
              </a:buClr>
              <a:buSzPts val="2000"/>
              <a:buFont typeface="Noto Sans Symbols"/>
              <a:buChar char="❖"/>
            </a:pPr>
            <a:r>
              <a:rPr b="0" i="0" lang="en-US" sz="2800" u="none" cap="none" strike="noStrike">
                <a:latin typeface="Courier New"/>
                <a:ea typeface="Courier New"/>
                <a:cs typeface="Courier New"/>
                <a:sym typeface="Courier New"/>
              </a:rPr>
              <a:t>if (</a:t>
            </a:r>
            <a:r>
              <a:rPr b="0" i="1" lang="en-US" sz="2800" u="none" cap="none" strike="noStrike">
                <a:latin typeface="Times New Roman"/>
                <a:ea typeface="Times New Roman"/>
                <a:cs typeface="Times New Roman"/>
                <a:sym typeface="Times New Roman"/>
              </a:rPr>
              <a:t>condition</a:t>
            </a:r>
            <a:r>
              <a:rPr b="0" i="0" lang="en-US" sz="2800" u="none" cap="none" strike="noStrike">
                <a:latin typeface="Courier New"/>
                <a:ea typeface="Courier New"/>
                <a:cs typeface="Courier New"/>
                <a:sym typeface="Courier New"/>
              </a:rPr>
              <a:t>) </a:t>
            </a:r>
            <a:r>
              <a:rPr b="0" i="1" lang="en-US" sz="2800" u="none" cap="none" strike="noStrike">
                <a:latin typeface="Times New Roman"/>
                <a:ea typeface="Times New Roman"/>
                <a:cs typeface="Times New Roman"/>
                <a:sym typeface="Times New Roman"/>
              </a:rPr>
              <a:t>clause</a:t>
            </a:r>
            <a:endParaRPr b="0" i="0" sz="2800" u="none" cap="none" strike="noStrike">
              <a:latin typeface="Times New Roman"/>
              <a:ea typeface="Times New Roman"/>
              <a:cs typeface="Times New Roman"/>
              <a:sym typeface="Times New Roman"/>
            </a:endParaRPr>
          </a:p>
          <a:p>
            <a:pPr indent="-238759" lvl="1" marL="746125" marR="0" rtl="0" algn="l">
              <a:lnSpc>
                <a:spcPct val="100000"/>
              </a:lnSpc>
              <a:spcBef>
                <a:spcPts val="670"/>
              </a:spcBef>
              <a:spcAft>
                <a:spcPts val="0"/>
              </a:spcAft>
              <a:buClr>
                <a:srgbClr val="FFCC00"/>
              </a:buClr>
              <a:buSzPts val="2000"/>
              <a:buFont typeface="Noto Sans Symbols"/>
              <a:buChar char="❖"/>
            </a:pPr>
            <a:r>
              <a:rPr b="0" i="0" lang="en-US" sz="2800" u="none" cap="none" strike="noStrike">
                <a:latin typeface="Courier New"/>
                <a:ea typeface="Courier New"/>
                <a:cs typeface="Courier New"/>
                <a:sym typeface="Courier New"/>
              </a:rPr>
              <a:t>if (</a:t>
            </a:r>
            <a:r>
              <a:rPr b="0" i="1" lang="en-US" sz="2800" u="none" cap="none" strike="noStrike">
                <a:latin typeface="Times New Roman"/>
                <a:ea typeface="Times New Roman"/>
                <a:cs typeface="Times New Roman"/>
                <a:sym typeface="Times New Roman"/>
              </a:rPr>
              <a:t>condition</a:t>
            </a:r>
            <a:r>
              <a:rPr b="0" i="0" lang="en-US" sz="2800" u="none" cap="none" strike="noStrike">
                <a:latin typeface="Courier New"/>
                <a:ea typeface="Courier New"/>
                <a:cs typeface="Courier New"/>
                <a:sym typeface="Courier New"/>
              </a:rPr>
              <a:t>) </a:t>
            </a:r>
            <a:r>
              <a:rPr b="0" i="1" lang="en-US" sz="2800" u="none" cap="none" strike="noStrike">
                <a:latin typeface="Times New Roman"/>
                <a:ea typeface="Times New Roman"/>
                <a:cs typeface="Times New Roman"/>
                <a:sym typeface="Times New Roman"/>
              </a:rPr>
              <a:t>clause1	</a:t>
            </a:r>
            <a:r>
              <a:rPr b="0" i="0" lang="en-US" sz="2800" u="none" cap="none" strike="noStrike">
                <a:latin typeface="Courier New"/>
                <a:ea typeface="Courier New"/>
                <a:cs typeface="Courier New"/>
                <a:sym typeface="Courier New"/>
              </a:rPr>
              <a:t>else </a:t>
            </a:r>
            <a:r>
              <a:rPr b="0" i="1" lang="en-US" sz="2800" u="none" cap="none" strike="noStrike">
                <a:latin typeface="Times New Roman"/>
                <a:ea typeface="Times New Roman"/>
                <a:cs typeface="Times New Roman"/>
                <a:sym typeface="Times New Roman"/>
              </a:rPr>
              <a:t>clause2</a:t>
            </a:r>
            <a:endParaRPr b="0" i="0" sz="2800" u="none" cap="none" strike="noStrike">
              <a:latin typeface="Times New Roman"/>
              <a:ea typeface="Times New Roman"/>
              <a:cs typeface="Times New Roman"/>
              <a:sym typeface="Times New Roman"/>
            </a:endParaRPr>
          </a:p>
          <a:p>
            <a:pPr indent="-272415" lvl="0" marL="284480" marR="0" rtl="0" algn="l">
              <a:lnSpc>
                <a:spcPct val="100000"/>
              </a:lnSpc>
              <a:spcBef>
                <a:spcPts val="730"/>
              </a:spcBef>
              <a:spcAft>
                <a:spcPts val="0"/>
              </a:spcAft>
              <a:buClr>
                <a:srgbClr val="00007E"/>
              </a:buClr>
              <a:buSzPts val="2300"/>
              <a:buFont typeface="Noto Sans Symbols"/>
              <a:buChar char="❖"/>
            </a:pPr>
            <a:r>
              <a:rPr lang="en-US" sz="3200">
                <a:latin typeface="Times New Roman"/>
                <a:ea typeface="Times New Roman"/>
                <a:cs typeface="Times New Roman"/>
                <a:sym typeface="Times New Roman"/>
              </a:rPr>
              <a:t>Rearrange 2nd </a:t>
            </a:r>
            <a:r>
              <a:rPr lang="en-US" sz="3200">
                <a:latin typeface="Courier New"/>
                <a:ea typeface="Courier New"/>
                <a:cs typeface="Courier New"/>
                <a:sym typeface="Courier New"/>
              </a:rPr>
              <a:t>if </a:t>
            </a:r>
            <a:r>
              <a:rPr lang="en-US" sz="3200">
                <a:latin typeface="Times New Roman"/>
                <a:ea typeface="Times New Roman"/>
                <a:cs typeface="Times New Roman"/>
                <a:sym typeface="Times New Roman"/>
              </a:rPr>
              <a:t>into following:</a:t>
            </a:r>
            <a:endParaRPr sz="3200">
              <a:latin typeface="Times New Roman"/>
              <a:ea typeface="Times New Roman"/>
              <a:cs typeface="Times New Roman"/>
              <a:sym typeface="Times New Roman"/>
            </a:endParaRPr>
          </a:p>
          <a:p>
            <a:pPr indent="0" lvl="0" marL="508000" marR="0" rtl="0" algn="l">
              <a:lnSpc>
                <a:spcPct val="100000"/>
              </a:lnSpc>
              <a:spcBef>
                <a:spcPts val="715"/>
              </a:spcBef>
              <a:spcAft>
                <a:spcPts val="0"/>
              </a:spcAft>
              <a:buNone/>
            </a:pPr>
            <a:r>
              <a:rPr lang="en-US" sz="2800">
                <a:latin typeface="Courier New"/>
                <a:ea typeface="Courier New"/>
                <a:cs typeface="Courier New"/>
                <a:sym typeface="Courier New"/>
              </a:rPr>
              <a:t>if (</a:t>
            </a:r>
            <a:r>
              <a:rPr i="1" lang="en-US" sz="2800">
                <a:latin typeface="Times New Roman"/>
                <a:ea typeface="Times New Roman"/>
                <a:cs typeface="Times New Roman"/>
                <a:sym typeface="Times New Roman"/>
              </a:rPr>
              <a:t>condition</a:t>
            </a:r>
            <a:r>
              <a:rPr lang="en-US" sz="2800">
                <a:latin typeface="Courier New"/>
                <a:ea typeface="Courier New"/>
                <a:cs typeface="Courier New"/>
                <a:sym typeface="Courier New"/>
              </a:rPr>
              <a:t>) goto L1;</a:t>
            </a:r>
            <a:endParaRPr sz="2800">
              <a:latin typeface="Courier New"/>
              <a:ea typeface="Courier New"/>
              <a:cs typeface="Courier New"/>
              <a:sym typeface="Courier New"/>
            </a:endParaRPr>
          </a:p>
          <a:p>
            <a:pPr indent="0" lvl="0" marL="1139190" marR="0" rtl="0" algn="l">
              <a:lnSpc>
                <a:spcPct val="100000"/>
              </a:lnSpc>
              <a:spcBef>
                <a:spcPts val="0"/>
              </a:spcBef>
              <a:spcAft>
                <a:spcPts val="0"/>
              </a:spcAft>
              <a:buNone/>
            </a:pPr>
            <a:r>
              <a:rPr i="1" lang="en-US" sz="2800">
                <a:latin typeface="Times New Roman"/>
                <a:ea typeface="Times New Roman"/>
                <a:cs typeface="Times New Roman"/>
                <a:sym typeface="Times New Roman"/>
              </a:rPr>
              <a:t>clause2;</a:t>
            </a:r>
            <a:endParaRPr sz="2800">
              <a:latin typeface="Times New Roman"/>
              <a:ea typeface="Times New Roman"/>
              <a:cs typeface="Times New Roman"/>
              <a:sym typeface="Times New Roman"/>
            </a:endParaRPr>
          </a:p>
          <a:p>
            <a:pPr indent="493394" lvl="0" marL="698500" marR="4004309" rtl="0" algn="l">
              <a:lnSpc>
                <a:spcPct val="100000"/>
              </a:lnSpc>
              <a:spcBef>
                <a:spcPts val="0"/>
              </a:spcBef>
              <a:spcAft>
                <a:spcPts val="0"/>
              </a:spcAft>
              <a:buNone/>
            </a:pPr>
            <a:r>
              <a:rPr lang="en-US" sz="2800">
                <a:latin typeface="Courier New"/>
                <a:ea typeface="Courier New"/>
                <a:cs typeface="Courier New"/>
                <a:sym typeface="Courier New"/>
              </a:rPr>
              <a:t>goto L2;  L1: </a:t>
            </a:r>
            <a:r>
              <a:rPr i="1" lang="en-US" sz="2800">
                <a:latin typeface="Times New Roman"/>
                <a:ea typeface="Times New Roman"/>
                <a:cs typeface="Times New Roman"/>
                <a:sym typeface="Times New Roman"/>
              </a:rPr>
              <a:t>clause1;</a:t>
            </a:r>
            <a:endParaRPr sz="2800">
              <a:latin typeface="Times New Roman"/>
              <a:ea typeface="Times New Roman"/>
              <a:cs typeface="Times New Roman"/>
              <a:sym typeface="Times New Roman"/>
            </a:endParaRPr>
          </a:p>
          <a:p>
            <a:pPr indent="0" lvl="0" marL="720090" marR="0" rtl="0" algn="l">
              <a:lnSpc>
                <a:spcPct val="100000"/>
              </a:lnSpc>
              <a:spcBef>
                <a:spcPts val="615"/>
              </a:spcBef>
              <a:spcAft>
                <a:spcPts val="0"/>
              </a:spcAft>
              <a:buNone/>
            </a:pPr>
            <a:r>
              <a:rPr lang="en-US" sz="2800">
                <a:latin typeface="Courier New"/>
                <a:ea typeface="Courier New"/>
                <a:cs typeface="Courier New"/>
                <a:sym typeface="Courier New"/>
              </a:rPr>
              <a:t>L2:</a:t>
            </a:r>
            <a:endParaRPr sz="2800">
              <a:latin typeface="Courier New"/>
              <a:ea typeface="Courier New"/>
              <a:cs typeface="Courier New"/>
              <a:sym typeface="Courier New"/>
            </a:endParaRPr>
          </a:p>
          <a:p>
            <a:pPr indent="-238759" lvl="1" marL="746125" marR="0" rtl="0" algn="l">
              <a:lnSpc>
                <a:spcPct val="100000"/>
              </a:lnSpc>
              <a:spcBef>
                <a:spcPts val="900"/>
              </a:spcBef>
              <a:spcAft>
                <a:spcPts val="0"/>
              </a:spcAft>
              <a:buClr>
                <a:srgbClr val="FFCC00"/>
              </a:buClr>
              <a:buSzPts val="2000"/>
              <a:buFont typeface="Noto Sans Symbols"/>
              <a:buChar char="❖"/>
            </a:pPr>
            <a:r>
              <a:rPr b="0" i="0" lang="en-US" sz="2800" u="none" cap="none" strike="noStrike">
                <a:latin typeface="Times New Roman"/>
                <a:ea typeface="Times New Roman"/>
                <a:cs typeface="Times New Roman"/>
                <a:sym typeface="Times New Roman"/>
              </a:rPr>
              <a:t>Not as elegant as if-else, but same meaning</a:t>
            </a:r>
            <a:endParaRPr b="0" i="0" sz="2800" u="none" cap="none" strike="noStrike">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1" name="Shape 641"/>
        <p:cNvGrpSpPr/>
        <p:nvPr/>
      </p:nvGrpSpPr>
      <p:grpSpPr>
        <a:xfrm>
          <a:off x="0" y="0"/>
          <a:ext cx="0" cy="0"/>
          <a:chOff x="0" y="0"/>
          <a:chExt cx="0" cy="0"/>
        </a:xfrm>
      </p:grpSpPr>
      <p:sp>
        <p:nvSpPr>
          <p:cNvPr id="642" name="Google Shape;642;g23d6451c848_0_71"/>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643" name="Google Shape;643;g23d6451c848_0_71"/>
          <p:cNvSpPr txBox="1"/>
          <p:nvPr>
            <p:ph type="title"/>
          </p:nvPr>
        </p:nvSpPr>
        <p:spPr>
          <a:xfrm>
            <a:off x="683225" y="194125"/>
            <a:ext cx="78249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chemeClr val="dk1"/>
                </a:solidFill>
              </a:rPr>
              <a:t>ARM </a:t>
            </a:r>
            <a:r>
              <a:rPr lang="en-US">
                <a:solidFill>
                  <a:schemeClr val="dk1"/>
                </a:solidFill>
                <a:latin typeface="Courier New"/>
                <a:ea typeface="Courier New"/>
                <a:cs typeface="Courier New"/>
                <a:sym typeface="Courier New"/>
              </a:rPr>
              <a:t>goto </a:t>
            </a:r>
            <a:r>
              <a:rPr lang="en-US">
                <a:solidFill>
                  <a:schemeClr val="dk1"/>
                </a:solidFill>
              </a:rPr>
              <a:t>Instruction Conversion</a:t>
            </a:r>
            <a:endParaRPr>
              <a:solidFill>
                <a:schemeClr val="dk1"/>
              </a:solidFill>
            </a:endParaRPr>
          </a:p>
        </p:txBody>
      </p:sp>
      <p:sp>
        <p:nvSpPr>
          <p:cNvPr id="644" name="Google Shape;644;g23d6451c848_0_71"/>
          <p:cNvSpPr txBox="1"/>
          <p:nvPr/>
        </p:nvSpPr>
        <p:spPr>
          <a:xfrm>
            <a:off x="307340" y="1162557"/>
            <a:ext cx="8416200" cy="4535100"/>
          </a:xfrm>
          <a:prstGeom prst="rect">
            <a:avLst/>
          </a:prstGeom>
          <a:noFill/>
          <a:ln>
            <a:noFill/>
          </a:ln>
        </p:spPr>
        <p:txBody>
          <a:bodyPr anchorCtr="0" anchor="t" bIns="0" lIns="0" spcFirstLastPara="1" rIns="0" wrap="square" tIns="49525">
            <a:spAutoFit/>
          </a:bodyPr>
          <a:lstStyle/>
          <a:p>
            <a:pPr indent="-342900" lvl="0" marL="355600" marR="5080" rtl="0" algn="l">
              <a:lnSpc>
                <a:spcPct val="113750"/>
              </a:lnSpc>
              <a:spcBef>
                <a:spcPts val="0"/>
              </a:spcBef>
              <a:spcAft>
                <a:spcPts val="0"/>
              </a:spcAft>
              <a:buClr>
                <a:srgbClr val="00007E"/>
              </a:buClr>
              <a:buSzPts val="2400"/>
              <a:buFont typeface="Noto Sans Symbols"/>
              <a:buChar char="❖"/>
            </a:pPr>
            <a:r>
              <a:rPr lang="en-US" sz="3200">
                <a:latin typeface="Times New Roman"/>
                <a:ea typeface="Times New Roman"/>
                <a:cs typeface="Times New Roman"/>
                <a:sym typeface="Times New Roman"/>
              </a:rPr>
              <a:t>The simplest control instruction is equivalent to a  C </a:t>
            </a:r>
            <a:r>
              <a:rPr lang="en-US" sz="3200">
                <a:latin typeface="Courier New"/>
                <a:ea typeface="Courier New"/>
                <a:cs typeface="Courier New"/>
                <a:sym typeface="Courier New"/>
              </a:rPr>
              <a:t>goto </a:t>
            </a:r>
            <a:r>
              <a:rPr lang="en-US" sz="3200">
                <a:latin typeface="Times New Roman"/>
                <a:ea typeface="Times New Roman"/>
                <a:cs typeface="Times New Roman"/>
                <a:sym typeface="Times New Roman"/>
              </a:rPr>
              <a:t>statement</a:t>
            </a:r>
            <a:endParaRPr sz="3200">
              <a:latin typeface="Times New Roman"/>
              <a:ea typeface="Times New Roman"/>
              <a:cs typeface="Times New Roman"/>
              <a:sym typeface="Times New Roman"/>
            </a:endParaRPr>
          </a:p>
          <a:p>
            <a:pPr indent="-443865" lvl="0" marL="455930" marR="0" rtl="0" algn="l">
              <a:lnSpc>
                <a:spcPct val="100000"/>
              </a:lnSpc>
              <a:spcBef>
                <a:spcPts val="680"/>
              </a:spcBef>
              <a:spcAft>
                <a:spcPts val="0"/>
              </a:spcAft>
              <a:buClr>
                <a:srgbClr val="00007E"/>
              </a:buClr>
              <a:buSzPts val="2400"/>
              <a:buFont typeface="Noto Sans Symbols"/>
              <a:buChar char="❖"/>
            </a:pPr>
            <a:r>
              <a:rPr lang="en-US" sz="3200">
                <a:latin typeface="Courier New"/>
                <a:ea typeface="Courier New"/>
                <a:cs typeface="Courier New"/>
                <a:sym typeface="Courier New"/>
              </a:rPr>
              <a:t>goto label </a:t>
            </a:r>
            <a:r>
              <a:rPr lang="en-US" sz="3200">
                <a:latin typeface="Times New Roman"/>
                <a:ea typeface="Times New Roman"/>
                <a:cs typeface="Times New Roman"/>
                <a:sym typeface="Times New Roman"/>
              </a:rPr>
              <a:t>(in C) is the same as:</a:t>
            </a:r>
            <a:endParaRPr sz="3200">
              <a:latin typeface="Times New Roman"/>
              <a:ea typeface="Times New Roman"/>
              <a:cs typeface="Times New Roman"/>
              <a:sym typeface="Times New Roman"/>
            </a:endParaRPr>
          </a:p>
          <a:p>
            <a:pPr indent="-342900" lvl="0" marL="355600" marR="0" rtl="0" algn="l">
              <a:lnSpc>
                <a:spcPct val="100000"/>
              </a:lnSpc>
              <a:spcBef>
                <a:spcPts val="770"/>
              </a:spcBef>
              <a:spcAft>
                <a:spcPts val="0"/>
              </a:spcAft>
              <a:buClr>
                <a:srgbClr val="00007E"/>
              </a:buClr>
              <a:buSzPts val="2400"/>
              <a:buFont typeface="Noto Sans Symbols"/>
              <a:buChar char="❖"/>
            </a:pPr>
            <a:r>
              <a:rPr lang="en-US" sz="3200">
                <a:latin typeface="Courier New"/>
                <a:ea typeface="Courier New"/>
                <a:cs typeface="Courier New"/>
                <a:sym typeface="Courier New"/>
              </a:rPr>
              <a:t>B label </a:t>
            </a:r>
            <a:r>
              <a:rPr lang="en-US" sz="3200">
                <a:latin typeface="Times New Roman"/>
                <a:ea typeface="Times New Roman"/>
                <a:cs typeface="Times New Roman"/>
                <a:sym typeface="Times New Roman"/>
              </a:rPr>
              <a:t>(in ARM)</a:t>
            </a:r>
            <a:endParaRPr sz="3200">
              <a:latin typeface="Times New Roman"/>
              <a:ea typeface="Times New Roman"/>
              <a:cs typeface="Times New Roman"/>
              <a:sym typeface="Times New Roman"/>
            </a:endParaRPr>
          </a:p>
          <a:p>
            <a:pPr indent="-342900" lvl="0" marL="355600" marR="219709" rtl="0" algn="l">
              <a:lnSpc>
                <a:spcPct val="102699"/>
              </a:lnSpc>
              <a:spcBef>
                <a:spcPts val="665"/>
              </a:spcBef>
              <a:spcAft>
                <a:spcPts val="0"/>
              </a:spcAft>
              <a:buClr>
                <a:srgbClr val="00007E"/>
              </a:buClr>
              <a:buSzPts val="2400"/>
              <a:buFont typeface="Noto Sans Symbols"/>
              <a:buChar char="❖"/>
            </a:pPr>
            <a:r>
              <a:rPr lang="en-US" sz="3200">
                <a:latin typeface="Courier New"/>
                <a:ea typeface="Courier New"/>
                <a:cs typeface="Courier New"/>
                <a:sym typeface="Courier New"/>
              </a:rPr>
              <a:t>B </a:t>
            </a:r>
            <a:r>
              <a:rPr lang="en-US" sz="3200">
                <a:latin typeface="Times New Roman"/>
                <a:ea typeface="Times New Roman"/>
                <a:cs typeface="Times New Roman"/>
                <a:sym typeface="Times New Roman"/>
              </a:rPr>
              <a:t>is shorthand for “branch”.	This is called an  unconditional branch meaning that the branch is  done regardless of any conditions.</a:t>
            </a:r>
            <a:endParaRPr sz="3200">
              <a:latin typeface="Times New Roman"/>
              <a:ea typeface="Times New Roman"/>
              <a:cs typeface="Times New Roman"/>
              <a:sym typeface="Times New Roman"/>
            </a:endParaRPr>
          </a:p>
          <a:p>
            <a:pPr indent="-342900" lvl="0" marL="355600" marR="0" rtl="0" algn="l">
              <a:lnSpc>
                <a:spcPct val="100000"/>
              </a:lnSpc>
              <a:spcBef>
                <a:spcPts val="765"/>
              </a:spcBef>
              <a:spcAft>
                <a:spcPts val="0"/>
              </a:spcAft>
              <a:buClr>
                <a:srgbClr val="00007E"/>
              </a:buClr>
              <a:buSzPts val="2400"/>
              <a:buFont typeface="Noto Sans Symbols"/>
              <a:buChar char="❖"/>
            </a:pPr>
            <a:r>
              <a:rPr lang="en-US" sz="3200">
                <a:latin typeface="Times New Roman"/>
                <a:ea typeface="Times New Roman"/>
                <a:cs typeface="Times New Roman"/>
                <a:sym typeface="Times New Roman"/>
              </a:rPr>
              <a:t>There are also conditional branches</a:t>
            </a:r>
            <a:endParaRPr sz="3200">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8" name="Shape 648"/>
        <p:cNvGrpSpPr/>
        <p:nvPr/>
      </p:nvGrpSpPr>
      <p:grpSpPr>
        <a:xfrm>
          <a:off x="0" y="0"/>
          <a:ext cx="0" cy="0"/>
          <a:chOff x="0" y="0"/>
          <a:chExt cx="0" cy="0"/>
        </a:xfrm>
      </p:grpSpPr>
      <p:sp>
        <p:nvSpPr>
          <p:cNvPr id="649" name="Google Shape;649;g23d6451c848_0_141"/>
          <p:cNvSpPr txBox="1"/>
          <p:nvPr>
            <p:ph type="title"/>
          </p:nvPr>
        </p:nvSpPr>
        <p:spPr>
          <a:xfrm>
            <a:off x="3453891" y="462279"/>
            <a:ext cx="2235900" cy="690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Condition</a:t>
            </a:r>
            <a:endParaRPr/>
          </a:p>
        </p:txBody>
      </p:sp>
      <p:graphicFrame>
        <p:nvGraphicFramePr>
          <p:cNvPr id="650" name="Google Shape;650;g23d6451c848_0_141"/>
          <p:cNvGraphicFramePr/>
          <p:nvPr/>
        </p:nvGraphicFramePr>
        <p:xfrm>
          <a:off x="450850" y="1593850"/>
          <a:ext cx="3000000" cy="3000000"/>
        </p:xfrm>
        <a:graphic>
          <a:graphicData uri="http://schemas.openxmlformats.org/drawingml/2006/table">
            <a:tbl>
              <a:tblPr bandRow="1" firstRow="1">
                <a:noFill/>
                <a:tableStyleId>{A208092A-0E1D-4A29-AAB8-C88494F253AD}</a:tableStyleId>
              </a:tblPr>
              <a:tblGrid>
                <a:gridCol w="6130925"/>
                <a:gridCol w="2160275"/>
              </a:tblGrid>
              <a:tr h="457200">
                <a:tc>
                  <a:txBody>
                    <a:bodyPr/>
                    <a:lstStyle/>
                    <a:p>
                      <a:pPr indent="0" lvl="0" marL="91440" marR="0" rtl="0" algn="l">
                        <a:lnSpc>
                          <a:spcPct val="100000"/>
                        </a:lnSpc>
                        <a:spcBef>
                          <a:spcPts val="0"/>
                        </a:spcBef>
                        <a:spcAft>
                          <a:spcPts val="0"/>
                        </a:spcAft>
                        <a:buClr>
                          <a:srgbClr val="000000"/>
                        </a:buClr>
                        <a:buSzPts val="2400"/>
                        <a:buFont typeface="Arial"/>
                        <a:buNone/>
                      </a:pPr>
                      <a:r>
                        <a:rPr b="1" lang="en-US" sz="2400" u="none" cap="none" strike="noStrike">
                          <a:solidFill>
                            <a:srgbClr val="FFFFFF"/>
                          </a:solidFill>
                          <a:latin typeface="Carlito"/>
                          <a:ea typeface="Carlito"/>
                          <a:cs typeface="Carlito"/>
                          <a:sym typeface="Carlito"/>
                        </a:rPr>
                        <a:t>suffix</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C"/>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b="1" lang="en-US" sz="2400" u="none" cap="none" strike="noStrike">
                          <a:solidFill>
                            <a:srgbClr val="FFFFFF"/>
                          </a:solidFill>
                          <a:latin typeface="Carlito"/>
                          <a:ea typeface="Carlito"/>
                          <a:cs typeface="Carlito"/>
                          <a:sym typeface="Carlito"/>
                        </a:rPr>
                        <a:t>flags</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C"/>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EQ </a:t>
                      </a:r>
                      <a:r>
                        <a:rPr lang="en-US" sz="2400" u="none" cap="none" strike="noStrike">
                          <a:latin typeface="Carlito"/>
                          <a:ea typeface="Carlito"/>
                          <a:cs typeface="Carlito"/>
                          <a:sym typeface="Carlito"/>
                        </a:rPr>
                        <a:t>== equal</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Z=1</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NE </a:t>
                      </a:r>
                      <a:r>
                        <a:rPr lang="en-US" sz="2400" u="none" cap="none" strike="noStrike">
                          <a:latin typeface="Carlito"/>
                          <a:ea typeface="Carlito"/>
                          <a:cs typeface="Carlito"/>
                          <a:sym typeface="Carlito"/>
                        </a:rPr>
                        <a:t>== not equal</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Z=0</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CS/HS </a:t>
                      </a:r>
                      <a:r>
                        <a:rPr lang="en-US" sz="2400" u="none" cap="none" strike="noStrike">
                          <a:latin typeface="Carlito"/>
                          <a:ea typeface="Carlito"/>
                          <a:cs typeface="Carlito"/>
                          <a:sym typeface="Carlito"/>
                        </a:rPr>
                        <a:t>== carry set/ higher or same - unsigned</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C=1</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CC/LO </a:t>
                      </a:r>
                      <a:r>
                        <a:rPr lang="en-US" sz="2400" u="none" cap="none" strike="noStrike">
                          <a:latin typeface="Carlito"/>
                          <a:ea typeface="Carlito"/>
                          <a:cs typeface="Carlito"/>
                          <a:sym typeface="Carlito"/>
                        </a:rPr>
                        <a:t>== carry clear/lower - unsigned</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C=0</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MI </a:t>
                      </a:r>
                      <a:r>
                        <a:rPr lang="en-US" sz="2400" u="none" cap="none" strike="noStrike">
                          <a:latin typeface="Carlito"/>
                          <a:ea typeface="Carlito"/>
                          <a:cs typeface="Carlito"/>
                          <a:sym typeface="Carlito"/>
                        </a:rPr>
                        <a:t>== negative</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N=1</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PL </a:t>
                      </a:r>
                      <a:r>
                        <a:rPr lang="en-US" sz="2400" u="none" cap="none" strike="noStrike">
                          <a:latin typeface="Carlito"/>
                          <a:ea typeface="Carlito"/>
                          <a:cs typeface="Carlito"/>
                          <a:sym typeface="Carlito"/>
                        </a:rPr>
                        <a:t>== positive or 0</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N=0</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VS </a:t>
                      </a:r>
                      <a:r>
                        <a:rPr lang="en-US" sz="2400" u="none" cap="none" strike="noStrike">
                          <a:latin typeface="Carlito"/>
                          <a:ea typeface="Carlito"/>
                          <a:cs typeface="Carlito"/>
                          <a:sym typeface="Carlito"/>
                        </a:rPr>
                        <a:t>== overflow</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V=1</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VC </a:t>
                      </a:r>
                      <a:r>
                        <a:rPr lang="en-US" sz="2400" u="none" cap="none" strike="noStrike">
                          <a:latin typeface="Carlito"/>
                          <a:ea typeface="Carlito"/>
                          <a:cs typeface="Carlito"/>
                          <a:sym typeface="Carlito"/>
                        </a:rPr>
                        <a:t>== no overflow</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V=0</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4" name="Shape 654"/>
        <p:cNvGrpSpPr/>
        <p:nvPr/>
      </p:nvGrpSpPr>
      <p:grpSpPr>
        <a:xfrm>
          <a:off x="0" y="0"/>
          <a:ext cx="0" cy="0"/>
          <a:chOff x="0" y="0"/>
          <a:chExt cx="0" cy="0"/>
        </a:xfrm>
      </p:grpSpPr>
      <p:sp>
        <p:nvSpPr>
          <p:cNvPr id="655" name="Google Shape;655;g23d6451c848_0_146"/>
          <p:cNvSpPr txBox="1"/>
          <p:nvPr>
            <p:ph type="title"/>
          </p:nvPr>
        </p:nvSpPr>
        <p:spPr>
          <a:xfrm>
            <a:off x="3453891" y="462279"/>
            <a:ext cx="2235900" cy="690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Condition</a:t>
            </a:r>
            <a:endParaRPr/>
          </a:p>
        </p:txBody>
      </p:sp>
      <p:graphicFrame>
        <p:nvGraphicFramePr>
          <p:cNvPr id="656" name="Google Shape;656;g23d6451c848_0_146"/>
          <p:cNvGraphicFramePr/>
          <p:nvPr/>
        </p:nvGraphicFramePr>
        <p:xfrm>
          <a:off x="450850" y="1593850"/>
          <a:ext cx="3000000" cy="3000000"/>
        </p:xfrm>
        <a:graphic>
          <a:graphicData uri="http://schemas.openxmlformats.org/drawingml/2006/table">
            <a:tbl>
              <a:tblPr bandRow="1" firstRow="1">
                <a:noFill/>
                <a:tableStyleId>{A208092A-0E1D-4A29-AAB8-C88494F253AD}</a:tableStyleId>
              </a:tblPr>
              <a:tblGrid>
                <a:gridCol w="6130925"/>
                <a:gridCol w="2160275"/>
              </a:tblGrid>
              <a:tr h="457200">
                <a:tc>
                  <a:txBody>
                    <a:bodyPr/>
                    <a:lstStyle/>
                    <a:p>
                      <a:pPr indent="0" lvl="0" marL="91440" marR="0" rtl="0" algn="l">
                        <a:lnSpc>
                          <a:spcPct val="100000"/>
                        </a:lnSpc>
                        <a:spcBef>
                          <a:spcPts val="0"/>
                        </a:spcBef>
                        <a:spcAft>
                          <a:spcPts val="0"/>
                        </a:spcAft>
                        <a:buClr>
                          <a:srgbClr val="000000"/>
                        </a:buClr>
                        <a:buSzPts val="2400"/>
                        <a:buFont typeface="Arial"/>
                        <a:buNone/>
                      </a:pPr>
                      <a:r>
                        <a:rPr b="1" lang="en-US" sz="2400" u="none" cap="none" strike="noStrike">
                          <a:solidFill>
                            <a:srgbClr val="FFFFFF"/>
                          </a:solidFill>
                          <a:latin typeface="Carlito"/>
                          <a:ea typeface="Carlito"/>
                          <a:cs typeface="Carlito"/>
                          <a:sym typeface="Carlito"/>
                        </a:rPr>
                        <a:t>suffix</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C"/>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b="1" lang="en-US" sz="2400" u="none" cap="none" strike="noStrike">
                          <a:solidFill>
                            <a:srgbClr val="FFFFFF"/>
                          </a:solidFill>
                          <a:latin typeface="Carlito"/>
                          <a:ea typeface="Carlito"/>
                          <a:cs typeface="Carlito"/>
                          <a:sym typeface="Carlito"/>
                        </a:rPr>
                        <a:t>flags</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C"/>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HI </a:t>
                      </a:r>
                      <a:r>
                        <a:rPr lang="en-US" sz="2400" u="none" cap="none" strike="noStrike">
                          <a:latin typeface="Carlito"/>
                          <a:ea typeface="Carlito"/>
                          <a:cs typeface="Carlito"/>
                          <a:sym typeface="Carlito"/>
                        </a:rPr>
                        <a:t>== higher - unsigned</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C=1 &amp; Z=0</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LS </a:t>
                      </a:r>
                      <a:r>
                        <a:rPr lang="en-US" sz="2400" u="none" cap="none" strike="noStrike">
                          <a:latin typeface="Carlito"/>
                          <a:ea typeface="Carlito"/>
                          <a:cs typeface="Carlito"/>
                          <a:sym typeface="Carlito"/>
                        </a:rPr>
                        <a:t>== lower or same - unsigned</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C=0 or Z=1</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GE </a:t>
                      </a:r>
                      <a:r>
                        <a:rPr lang="en-US" sz="2400" u="none" cap="none" strike="noStrike">
                          <a:latin typeface="Carlito"/>
                          <a:ea typeface="Carlito"/>
                          <a:cs typeface="Carlito"/>
                          <a:sym typeface="Carlito"/>
                        </a:rPr>
                        <a:t>== greater than or equal - signed</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N=V</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LT </a:t>
                      </a:r>
                      <a:r>
                        <a:rPr lang="en-US" sz="2400" u="none" cap="none" strike="noStrike">
                          <a:latin typeface="Carlito"/>
                          <a:ea typeface="Carlito"/>
                          <a:cs typeface="Carlito"/>
                          <a:sym typeface="Carlito"/>
                        </a:rPr>
                        <a:t>== less than - signed</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N!=V</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GT </a:t>
                      </a:r>
                      <a:r>
                        <a:rPr lang="en-US" sz="2400" u="none" cap="none" strike="noStrike">
                          <a:latin typeface="Carlito"/>
                          <a:ea typeface="Carlito"/>
                          <a:cs typeface="Carlito"/>
                          <a:sym typeface="Carlito"/>
                        </a:rPr>
                        <a:t>== greater than - signed</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Z=0 &amp; N=V</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r h="45720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LE </a:t>
                      </a:r>
                      <a:r>
                        <a:rPr lang="en-US" sz="2400" u="none" cap="none" strike="noStrike">
                          <a:latin typeface="Carlito"/>
                          <a:ea typeface="Carlito"/>
                          <a:cs typeface="Carlito"/>
                          <a:sym typeface="Carlito"/>
                        </a:rPr>
                        <a:t>== less than or equal, signed</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Z=1 </a:t>
                      </a:r>
                      <a:r>
                        <a:rPr lang="en-US" sz="2400">
                          <a:latin typeface="Carlito"/>
                          <a:ea typeface="Carlito"/>
                          <a:cs typeface="Carlito"/>
                          <a:sym typeface="Carlito"/>
                        </a:rPr>
                        <a:t>or</a:t>
                      </a:r>
                      <a:r>
                        <a:rPr lang="en-US" sz="2400" u="none" cap="none" strike="noStrike">
                          <a:latin typeface="Carlito"/>
                          <a:ea typeface="Carlito"/>
                          <a:cs typeface="Carlito"/>
                          <a:sym typeface="Carlito"/>
                        </a:rPr>
                        <a:t> N!=V</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r>
              <a:tr h="822950">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AL </a:t>
                      </a:r>
                      <a:r>
                        <a:rPr lang="en-US" sz="2400" u="none" cap="none" strike="noStrike">
                          <a:latin typeface="Carlito"/>
                          <a:ea typeface="Carlito"/>
                          <a:cs typeface="Carlito"/>
                          <a:sym typeface="Carlito"/>
                        </a:rPr>
                        <a:t>== any value</a:t>
                      </a:r>
                      <a:endParaRPr sz="2400" u="none" cap="none" strike="noStrike">
                        <a:latin typeface="Carlito"/>
                        <a:ea typeface="Carlito"/>
                        <a:cs typeface="Carlito"/>
                        <a:sym typeface="Carlito"/>
                      </a:endParaRPr>
                    </a:p>
                  </a:txBody>
                  <a:tcPr marT="139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latin typeface="Carlito"/>
                          <a:ea typeface="Carlito"/>
                          <a:cs typeface="Carlito"/>
                          <a:sym typeface="Carlito"/>
                        </a:rPr>
                        <a:t>default if not</a:t>
                      </a:r>
                      <a:endParaRPr sz="2400" u="none" cap="none" strike="noStrike">
                        <a:latin typeface="Carlito"/>
                        <a:ea typeface="Carlito"/>
                        <a:cs typeface="Carlito"/>
                        <a:sym typeface="Carlito"/>
                      </a:endParaRPr>
                    </a:p>
                    <a:p>
                      <a:pPr indent="0" lvl="0" marL="91440" marR="0" rtl="0" algn="l">
                        <a:lnSpc>
                          <a:spcPct val="100000"/>
                        </a:lnSpc>
                        <a:spcBef>
                          <a:spcPts val="0"/>
                        </a:spcBef>
                        <a:spcAft>
                          <a:spcPts val="0"/>
                        </a:spcAft>
                        <a:buClr>
                          <a:srgbClr val="000000"/>
                        </a:buClr>
                        <a:buSzPts val="2400"/>
                        <a:buFont typeface="Arial"/>
                        <a:buNone/>
                      </a:pPr>
                      <a:r>
                        <a:rPr i="1" lang="en-US" sz="2400" u="none" cap="none" strike="noStrike">
                          <a:latin typeface="Carlito"/>
                          <a:ea typeface="Carlito"/>
                          <a:cs typeface="Carlito"/>
                          <a:sym typeface="Carlito"/>
                        </a:rPr>
                        <a:t>cond</a:t>
                      </a:r>
                      <a:endParaRPr sz="2400" u="none" cap="none" strike="noStrike">
                        <a:latin typeface="Carlito"/>
                        <a:ea typeface="Carlito"/>
                        <a:cs typeface="Carlito"/>
                        <a:sym typeface="Carlito"/>
                      </a:endParaRPr>
                    </a:p>
                  </a:txBody>
                  <a:tcPr marT="26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7E8"/>
                    </a:solidFill>
                  </a:tcPr>
                </a:tc>
              </a:tr>
              <a:tr h="370850">
                <a:tc>
                  <a:txBody>
                    <a:bodyPr/>
                    <a:lstStyle/>
                    <a:p>
                      <a:pPr indent="0" lvl="0" marL="0" marR="0" rtl="0" algn="l">
                        <a:lnSpc>
                          <a:spcPct val="100000"/>
                        </a:lnSpc>
                        <a:spcBef>
                          <a:spcPts val="0"/>
                        </a:spcBef>
                        <a:spcAft>
                          <a:spcPts val="0"/>
                        </a:spcAft>
                        <a:buClr>
                          <a:srgbClr val="000000"/>
                        </a:buClr>
                        <a:buSzPts val="2300"/>
                        <a:buFont typeface="Arial"/>
                        <a:buNone/>
                      </a:pPr>
                      <a:r>
                        <a:t/>
                      </a:r>
                      <a:endParaRPr sz="23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c>
                  <a:txBody>
                    <a:bodyPr/>
                    <a:lstStyle/>
                    <a:p>
                      <a:pPr indent="0" lvl="0" marL="0" marR="0" rtl="0" algn="l">
                        <a:lnSpc>
                          <a:spcPct val="100000"/>
                        </a:lnSpc>
                        <a:spcBef>
                          <a:spcPts val="0"/>
                        </a:spcBef>
                        <a:spcAft>
                          <a:spcPts val="0"/>
                        </a:spcAft>
                        <a:buClr>
                          <a:srgbClr val="000000"/>
                        </a:buClr>
                        <a:buSzPts val="2300"/>
                        <a:buFont typeface="Arial"/>
                        <a:buNone/>
                      </a:pPr>
                      <a:r>
                        <a:t/>
                      </a:r>
                      <a:endParaRPr sz="23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CF4"/>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26aad31d8c3_1_0"/>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sp>
        <p:nvSpPr>
          <p:cNvPr id="662" name="Google Shape;662;g26aad31d8c3_1_0"/>
          <p:cNvSpPr txBox="1"/>
          <p:nvPr>
            <p:ph type="title"/>
          </p:nvPr>
        </p:nvSpPr>
        <p:spPr>
          <a:xfrm>
            <a:off x="1028700" y="685800"/>
            <a:ext cx="7200900" cy="14859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sz="4000"/>
              <a:t>Overflow Detection</a:t>
            </a:r>
            <a:endParaRPr/>
          </a:p>
        </p:txBody>
      </p:sp>
      <p:pic>
        <p:nvPicPr>
          <p:cNvPr id="663" name="Google Shape;663;g26aad31d8c3_1_0"/>
          <p:cNvPicPr preferRelativeResize="0"/>
          <p:nvPr/>
        </p:nvPicPr>
        <p:blipFill rotWithShape="1">
          <a:blip r:embed="rId3">
            <a:alphaModFix/>
          </a:blip>
          <a:srcRect b="0" l="0" r="0" t="0"/>
          <a:stretch/>
        </p:blipFill>
        <p:spPr>
          <a:xfrm>
            <a:off x="1219200" y="2819400"/>
            <a:ext cx="6021389" cy="2447925"/>
          </a:xfrm>
          <a:prstGeom prst="rect">
            <a:avLst/>
          </a:prstGeom>
          <a:noFill/>
          <a:ln>
            <a:noFill/>
          </a:ln>
        </p:spPr>
      </p:pic>
      <p:sp>
        <p:nvSpPr>
          <p:cNvPr id="664" name="Google Shape;664;g26aad31d8c3_1_0"/>
          <p:cNvSpPr/>
          <p:nvPr/>
        </p:nvSpPr>
        <p:spPr>
          <a:xfrm>
            <a:off x="533400" y="1447800"/>
            <a:ext cx="7315200" cy="1200300"/>
          </a:xfrm>
          <a:prstGeom prst="rect">
            <a:avLst/>
          </a:prstGeom>
          <a:noFill/>
          <a:ln>
            <a:noFill/>
          </a:ln>
        </p:spPr>
        <p:txBody>
          <a:bodyPr anchorCtr="0" anchor="t" bIns="45700" lIns="91425" spcFirstLastPara="1" rIns="91425" wrap="square" tIns="45700">
            <a:noAutofit/>
          </a:bodyPr>
          <a:lstStyle/>
          <a:p>
            <a:pPr indent="0" lvl="1" marL="457200" marR="0" rtl="0" algn="l">
              <a:spcBef>
                <a:spcPts val="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One way to detect overflow is to check whether the sign bit is consistent with the sign of the inputs when the two inputs are of the same sign – if you added two positive numbers and got a negative number, something is wrong, and vice versa.</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8" name="Shape 668"/>
        <p:cNvGrpSpPr/>
        <p:nvPr/>
      </p:nvGrpSpPr>
      <p:grpSpPr>
        <a:xfrm>
          <a:off x="0" y="0"/>
          <a:ext cx="0" cy="0"/>
          <a:chOff x="0" y="0"/>
          <a:chExt cx="0" cy="0"/>
        </a:xfrm>
      </p:grpSpPr>
      <p:sp>
        <p:nvSpPr>
          <p:cNvPr id="669" name="Google Shape;669;g23d6451c848_0_80"/>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670" name="Google Shape;670;g23d6451c848_0_80"/>
          <p:cNvSpPr txBox="1"/>
          <p:nvPr>
            <p:ph type="title"/>
          </p:nvPr>
        </p:nvSpPr>
        <p:spPr>
          <a:xfrm>
            <a:off x="1650873" y="165303"/>
            <a:ext cx="58413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ARM BRANCH Instructions</a:t>
            </a:r>
            <a:endParaRPr/>
          </a:p>
        </p:txBody>
      </p:sp>
      <p:sp>
        <p:nvSpPr>
          <p:cNvPr id="671" name="Google Shape;671;g23d6451c848_0_80"/>
          <p:cNvSpPr txBox="1"/>
          <p:nvPr/>
        </p:nvSpPr>
        <p:spPr>
          <a:xfrm>
            <a:off x="307340" y="1164081"/>
            <a:ext cx="8524200" cy="1391700"/>
          </a:xfrm>
          <a:prstGeom prst="rect">
            <a:avLst/>
          </a:prstGeom>
          <a:noFill/>
          <a:ln>
            <a:noFill/>
          </a:ln>
        </p:spPr>
        <p:txBody>
          <a:bodyPr anchorCtr="0" anchor="t" bIns="0" lIns="0" spcFirstLastPara="1" rIns="0" wrap="square" tIns="12050">
            <a:spAutoFit/>
          </a:bodyPr>
          <a:lstStyle/>
          <a:p>
            <a:pPr indent="-342900" lvl="0" marL="355600" marR="5080" rtl="0" algn="l">
              <a:lnSpc>
                <a:spcPct val="100000"/>
              </a:lnSpc>
              <a:spcBef>
                <a:spcPts val="0"/>
              </a:spcBef>
              <a:spcAft>
                <a:spcPts val="0"/>
              </a:spcAft>
              <a:buClr>
                <a:srgbClr val="00007E"/>
              </a:buClr>
              <a:buSzPts val="2100"/>
              <a:buFont typeface="Noto Sans Symbols"/>
              <a:buChar char="❖"/>
            </a:pPr>
            <a:r>
              <a:rPr lang="en-US" sz="2800">
                <a:latin typeface="Times New Roman"/>
                <a:ea typeface="Times New Roman"/>
                <a:cs typeface="Times New Roman"/>
                <a:sym typeface="Times New Roman"/>
              </a:rPr>
              <a:t>ARM also has variants of the branch instruction that only  goto the label if a certain condition is TRUE</a:t>
            </a:r>
            <a:endParaRPr sz="2800">
              <a:latin typeface="Times New Roman"/>
              <a:ea typeface="Times New Roman"/>
              <a:cs typeface="Times New Roman"/>
              <a:sym typeface="Times New Roman"/>
            </a:endParaRPr>
          </a:p>
          <a:p>
            <a:pPr indent="-342900" lvl="0" marL="355600" marR="0" rtl="0" algn="l">
              <a:lnSpc>
                <a:spcPct val="100000"/>
              </a:lnSpc>
              <a:spcBef>
                <a:spcPts val="675"/>
              </a:spcBef>
              <a:spcAft>
                <a:spcPts val="0"/>
              </a:spcAft>
              <a:buClr>
                <a:srgbClr val="00007E"/>
              </a:buClr>
              <a:buSzPts val="2100"/>
              <a:buFont typeface="Noto Sans Symbols"/>
              <a:buChar char="❖"/>
            </a:pPr>
            <a:r>
              <a:rPr lang="en-US" sz="2800">
                <a:latin typeface="Times New Roman"/>
                <a:ea typeface="Times New Roman"/>
                <a:cs typeface="Times New Roman"/>
                <a:sym typeface="Times New Roman"/>
              </a:rPr>
              <a:t>Examples:</a:t>
            </a:r>
            <a:endParaRPr sz="2800">
              <a:latin typeface="Times New Roman"/>
              <a:ea typeface="Times New Roman"/>
              <a:cs typeface="Times New Roman"/>
              <a:sym typeface="Times New Roman"/>
            </a:endParaRPr>
          </a:p>
        </p:txBody>
      </p:sp>
      <p:graphicFrame>
        <p:nvGraphicFramePr>
          <p:cNvPr id="672" name="Google Shape;672;g23d6451c848_0_80"/>
          <p:cNvGraphicFramePr/>
          <p:nvPr/>
        </p:nvGraphicFramePr>
        <p:xfrm>
          <a:off x="745490" y="2642483"/>
          <a:ext cx="3000000" cy="3000000"/>
        </p:xfrm>
        <a:graphic>
          <a:graphicData uri="http://schemas.openxmlformats.org/drawingml/2006/table">
            <a:tbl>
              <a:tblPr bandRow="1" firstRow="1">
                <a:noFill/>
                <a:tableStyleId>{0B9DC0A3-F2E0-4B43-9110-FBCA3A68A366}</a:tableStyleId>
              </a:tblPr>
              <a:tblGrid>
                <a:gridCol w="957575"/>
                <a:gridCol w="1095375"/>
                <a:gridCol w="365125"/>
                <a:gridCol w="1278900"/>
                <a:gridCol w="3409950"/>
              </a:tblGrid>
              <a:tr h="392100">
                <a:tc>
                  <a:txBody>
                    <a:bodyPr/>
                    <a:lstStyle/>
                    <a:p>
                      <a:pPr indent="-287019" lvl="0" marL="318135" marR="0" rtl="0" algn="l">
                        <a:lnSpc>
                          <a:spcPct val="103333"/>
                        </a:lnSpc>
                        <a:spcBef>
                          <a:spcPts val="0"/>
                        </a:spcBef>
                        <a:spcAft>
                          <a:spcPts val="0"/>
                        </a:spcAft>
                        <a:buClr>
                          <a:srgbClr val="FFCC00"/>
                        </a:buClr>
                        <a:buSzPts val="1800"/>
                        <a:buFont typeface="Noto Sans Symbols"/>
                        <a:buChar char="❖"/>
                      </a:pPr>
                      <a:r>
                        <a:rPr lang="en-US" sz="2400" u="none" cap="none" strike="noStrike">
                          <a:latin typeface="Courier New"/>
                          <a:ea typeface="Courier New"/>
                          <a:cs typeface="Courier New"/>
                          <a:sym typeface="Courier New"/>
                        </a:rPr>
                        <a:t>BEQ</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03333"/>
                        </a:lnSpc>
                        <a:spcBef>
                          <a:spcPts val="0"/>
                        </a:spcBef>
                        <a:spcAft>
                          <a:spcPts val="0"/>
                        </a:spcAft>
                        <a:buNone/>
                      </a:pPr>
                      <a:r>
                        <a:rPr lang="en-US" sz="2400" u="none" cap="none" strike="noStrike">
                          <a:latin typeface="Courier New"/>
                          <a:ea typeface="Courier New"/>
                          <a:cs typeface="Courier New"/>
                          <a:sym typeface="Courier New"/>
                        </a:rPr>
                        <a:t>label</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81915" rtl="0" algn="r">
                        <a:lnSpc>
                          <a:spcPct val="103333"/>
                        </a:lnSpc>
                        <a:spcBef>
                          <a:spcPts val="0"/>
                        </a:spcBef>
                        <a:spcAft>
                          <a:spcPts val="0"/>
                        </a:spcAft>
                        <a:buNone/>
                      </a:pPr>
                      <a:r>
                        <a:rPr lang="en-US" sz="2400" u="none" cap="none" strike="noStrike">
                          <a:latin typeface="Courier New"/>
                          <a:ea typeface="Courier New"/>
                          <a:cs typeface="Courier New"/>
                          <a:sym typeface="Courier New"/>
                        </a:rPr>
                        <a:t>BRANCH</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03333"/>
                        </a:lnSpc>
                        <a:spcBef>
                          <a:spcPts val="0"/>
                        </a:spcBef>
                        <a:spcAft>
                          <a:spcPts val="0"/>
                        </a:spcAft>
                        <a:buNone/>
                      </a:pPr>
                      <a:r>
                        <a:rPr lang="en-US" sz="2400" u="none" cap="none" strike="noStrike">
                          <a:latin typeface="Courier New"/>
                          <a:ea typeface="Courier New"/>
                          <a:cs typeface="Courier New"/>
                          <a:sym typeface="Courier New"/>
                        </a:rPr>
                        <a:t>EQUAL</a:t>
                      </a:r>
                      <a:endParaRPr sz="2400" u="none" cap="none" strike="noStrike">
                        <a:latin typeface="Courier New"/>
                        <a:ea typeface="Courier New"/>
                        <a:cs typeface="Courier New"/>
                        <a:sym typeface="Courier New"/>
                      </a:endParaRPr>
                    </a:p>
                  </a:txBody>
                  <a:tcPr marT="0" marB="0" marR="0" marL="0"/>
                </a:tc>
              </a:tr>
              <a:tr h="439200">
                <a:tc>
                  <a:txBody>
                    <a:bodyPr/>
                    <a:lstStyle/>
                    <a:p>
                      <a:pPr indent="-287019" lvl="0" marL="318135" marR="0" rtl="0" algn="l">
                        <a:lnSpc>
                          <a:spcPct val="118750"/>
                        </a:lnSpc>
                        <a:spcBef>
                          <a:spcPts val="0"/>
                        </a:spcBef>
                        <a:spcAft>
                          <a:spcPts val="0"/>
                        </a:spcAft>
                        <a:buClr>
                          <a:srgbClr val="FFCC00"/>
                        </a:buClr>
                        <a:buSzPts val="1800"/>
                        <a:buFont typeface="Noto Sans Symbols"/>
                        <a:buChar char="❖"/>
                      </a:pPr>
                      <a:r>
                        <a:rPr lang="en-US" sz="2400" u="none" cap="none" strike="noStrike">
                          <a:latin typeface="Courier New"/>
                          <a:ea typeface="Courier New"/>
                          <a:cs typeface="Courier New"/>
                          <a:sym typeface="Courier New"/>
                        </a:rPr>
                        <a:t>BNE</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8750"/>
                        </a:lnSpc>
                        <a:spcBef>
                          <a:spcPts val="0"/>
                        </a:spcBef>
                        <a:spcAft>
                          <a:spcPts val="0"/>
                        </a:spcAft>
                        <a:buNone/>
                      </a:pPr>
                      <a:r>
                        <a:rPr lang="en-US" sz="2400" u="none" cap="none" strike="noStrike">
                          <a:latin typeface="Courier New"/>
                          <a:ea typeface="Courier New"/>
                          <a:cs typeface="Courier New"/>
                          <a:sym typeface="Courier New"/>
                        </a:rPr>
                        <a:t>label</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750"/>
                        </a:lnSpc>
                        <a:spcBef>
                          <a:spcPts val="0"/>
                        </a:spcBef>
                        <a:spcAft>
                          <a:spcPts val="0"/>
                        </a:spcAft>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81915" rtl="0" algn="r">
                        <a:lnSpc>
                          <a:spcPct val="118750"/>
                        </a:lnSpc>
                        <a:spcBef>
                          <a:spcPts val="0"/>
                        </a:spcBef>
                        <a:spcAft>
                          <a:spcPts val="0"/>
                        </a:spcAft>
                        <a:buNone/>
                      </a:pPr>
                      <a:r>
                        <a:rPr lang="en-US" sz="2400" u="none" cap="none" strike="noStrike">
                          <a:latin typeface="Courier New"/>
                          <a:ea typeface="Courier New"/>
                          <a:cs typeface="Courier New"/>
                          <a:sym typeface="Courier New"/>
                        </a:rPr>
                        <a:t>BRANCH</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8750"/>
                        </a:lnSpc>
                        <a:spcBef>
                          <a:spcPts val="0"/>
                        </a:spcBef>
                        <a:spcAft>
                          <a:spcPts val="0"/>
                        </a:spcAft>
                        <a:buNone/>
                      </a:pPr>
                      <a:r>
                        <a:rPr lang="en-US" sz="2400" u="none" cap="none" strike="noStrike">
                          <a:latin typeface="Courier New"/>
                          <a:ea typeface="Courier New"/>
                          <a:cs typeface="Courier New"/>
                          <a:sym typeface="Courier New"/>
                        </a:rPr>
                        <a:t>NOT EQUAL</a:t>
                      </a:r>
                      <a:endParaRPr sz="2400" u="none" cap="none" strike="noStrike">
                        <a:latin typeface="Courier New"/>
                        <a:ea typeface="Courier New"/>
                        <a:cs typeface="Courier New"/>
                        <a:sym typeface="Courier New"/>
                      </a:endParaRPr>
                    </a:p>
                  </a:txBody>
                  <a:tcPr marT="0" marB="0" marR="0" marL="0"/>
                </a:tc>
              </a:tr>
              <a:tr h="438875">
                <a:tc>
                  <a:txBody>
                    <a:bodyPr/>
                    <a:lstStyle/>
                    <a:p>
                      <a:pPr indent="-287019" lvl="0" marL="318135" marR="0" rtl="0" algn="l">
                        <a:lnSpc>
                          <a:spcPct val="118541"/>
                        </a:lnSpc>
                        <a:spcBef>
                          <a:spcPts val="0"/>
                        </a:spcBef>
                        <a:spcAft>
                          <a:spcPts val="0"/>
                        </a:spcAft>
                        <a:buClr>
                          <a:srgbClr val="FFCC00"/>
                        </a:buClr>
                        <a:buSzPts val="1800"/>
                        <a:buFont typeface="Noto Sans Symbols"/>
                        <a:buChar char="❖"/>
                      </a:pPr>
                      <a:r>
                        <a:rPr lang="en-US" sz="2400" u="none" cap="none" strike="noStrike">
                          <a:latin typeface="Courier New"/>
                          <a:ea typeface="Courier New"/>
                          <a:cs typeface="Courier New"/>
                          <a:sym typeface="Courier New"/>
                        </a:rPr>
                        <a:t>BLE</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8541"/>
                        </a:lnSpc>
                        <a:spcBef>
                          <a:spcPts val="0"/>
                        </a:spcBef>
                        <a:spcAft>
                          <a:spcPts val="0"/>
                        </a:spcAft>
                        <a:buNone/>
                      </a:pPr>
                      <a:r>
                        <a:rPr lang="en-US" sz="2400" u="none" cap="none" strike="noStrike">
                          <a:latin typeface="Courier New"/>
                          <a:ea typeface="Courier New"/>
                          <a:cs typeface="Courier New"/>
                          <a:sym typeface="Courier New"/>
                        </a:rPr>
                        <a:t>label</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81915" rtl="0" algn="r">
                        <a:lnSpc>
                          <a:spcPct val="118541"/>
                        </a:lnSpc>
                        <a:spcBef>
                          <a:spcPts val="0"/>
                        </a:spcBef>
                        <a:spcAft>
                          <a:spcPts val="0"/>
                        </a:spcAft>
                        <a:buNone/>
                      </a:pPr>
                      <a:r>
                        <a:rPr lang="en-US" sz="2400" u="none" cap="none" strike="noStrike">
                          <a:latin typeface="Courier New"/>
                          <a:ea typeface="Courier New"/>
                          <a:cs typeface="Courier New"/>
                          <a:sym typeface="Courier New"/>
                        </a:rPr>
                        <a:t>BRANCH</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8541"/>
                        </a:lnSpc>
                        <a:spcBef>
                          <a:spcPts val="0"/>
                        </a:spcBef>
                        <a:spcAft>
                          <a:spcPts val="0"/>
                        </a:spcAft>
                        <a:buNone/>
                      </a:pPr>
                      <a:r>
                        <a:rPr lang="en-US" sz="2400" u="none" cap="none" strike="noStrike">
                          <a:latin typeface="Courier New"/>
                          <a:ea typeface="Courier New"/>
                          <a:cs typeface="Courier New"/>
                          <a:sym typeface="Courier New"/>
                        </a:rPr>
                        <a:t>LESS THAN EQUAL</a:t>
                      </a:r>
                      <a:endParaRPr sz="2400" u="none" cap="none" strike="noStrike">
                        <a:latin typeface="Courier New"/>
                        <a:ea typeface="Courier New"/>
                        <a:cs typeface="Courier New"/>
                        <a:sym typeface="Courier New"/>
                      </a:endParaRPr>
                    </a:p>
                  </a:txBody>
                  <a:tcPr marT="0" marB="0" marR="0" marL="0"/>
                </a:tc>
              </a:tr>
              <a:tr h="438975">
                <a:tc>
                  <a:txBody>
                    <a:bodyPr/>
                    <a:lstStyle/>
                    <a:p>
                      <a:pPr indent="-287019" lvl="0" marL="318135" marR="0" rtl="0" algn="l">
                        <a:lnSpc>
                          <a:spcPct val="118541"/>
                        </a:lnSpc>
                        <a:spcBef>
                          <a:spcPts val="0"/>
                        </a:spcBef>
                        <a:spcAft>
                          <a:spcPts val="0"/>
                        </a:spcAft>
                        <a:buClr>
                          <a:srgbClr val="FFCC00"/>
                        </a:buClr>
                        <a:buSzPts val="1800"/>
                        <a:buFont typeface="Noto Sans Symbols"/>
                        <a:buChar char="❖"/>
                      </a:pPr>
                      <a:r>
                        <a:rPr lang="en-US" sz="2400" u="none" cap="none" strike="noStrike">
                          <a:latin typeface="Courier New"/>
                          <a:ea typeface="Courier New"/>
                          <a:cs typeface="Courier New"/>
                          <a:sym typeface="Courier New"/>
                        </a:rPr>
                        <a:t>BLT</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8541"/>
                        </a:lnSpc>
                        <a:spcBef>
                          <a:spcPts val="0"/>
                        </a:spcBef>
                        <a:spcAft>
                          <a:spcPts val="0"/>
                        </a:spcAft>
                        <a:buNone/>
                      </a:pPr>
                      <a:r>
                        <a:rPr lang="en-US" sz="2400" u="none" cap="none" strike="noStrike">
                          <a:latin typeface="Courier New"/>
                          <a:ea typeface="Courier New"/>
                          <a:cs typeface="Courier New"/>
                          <a:sym typeface="Courier New"/>
                        </a:rPr>
                        <a:t>label</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81915" rtl="0" algn="r">
                        <a:lnSpc>
                          <a:spcPct val="118541"/>
                        </a:lnSpc>
                        <a:spcBef>
                          <a:spcPts val="0"/>
                        </a:spcBef>
                        <a:spcAft>
                          <a:spcPts val="0"/>
                        </a:spcAft>
                        <a:buNone/>
                      </a:pPr>
                      <a:r>
                        <a:rPr lang="en-US" sz="2400" u="none" cap="none" strike="noStrike">
                          <a:latin typeface="Courier New"/>
                          <a:ea typeface="Courier New"/>
                          <a:cs typeface="Courier New"/>
                          <a:sym typeface="Courier New"/>
                        </a:rPr>
                        <a:t>BRANCH</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8541"/>
                        </a:lnSpc>
                        <a:spcBef>
                          <a:spcPts val="0"/>
                        </a:spcBef>
                        <a:spcAft>
                          <a:spcPts val="0"/>
                        </a:spcAft>
                        <a:buNone/>
                      </a:pPr>
                      <a:r>
                        <a:rPr lang="en-US" sz="2400" u="none" cap="none" strike="noStrike">
                          <a:latin typeface="Courier New"/>
                          <a:ea typeface="Courier New"/>
                          <a:cs typeface="Courier New"/>
                          <a:sym typeface="Courier New"/>
                        </a:rPr>
                        <a:t>LESS THAN</a:t>
                      </a:r>
                      <a:endParaRPr sz="2400" u="none" cap="none" strike="noStrike">
                        <a:latin typeface="Courier New"/>
                        <a:ea typeface="Courier New"/>
                        <a:cs typeface="Courier New"/>
                        <a:sym typeface="Courier New"/>
                      </a:endParaRPr>
                    </a:p>
                  </a:txBody>
                  <a:tcPr marT="0" marB="0" marR="0" marL="0"/>
                </a:tc>
              </a:tr>
              <a:tr h="439275">
                <a:tc>
                  <a:txBody>
                    <a:bodyPr/>
                    <a:lstStyle/>
                    <a:p>
                      <a:pPr indent="-287019" lvl="0" marL="318135" marR="0" rtl="0" algn="l">
                        <a:lnSpc>
                          <a:spcPct val="118750"/>
                        </a:lnSpc>
                        <a:spcBef>
                          <a:spcPts val="0"/>
                        </a:spcBef>
                        <a:spcAft>
                          <a:spcPts val="0"/>
                        </a:spcAft>
                        <a:buClr>
                          <a:srgbClr val="FFCC00"/>
                        </a:buClr>
                        <a:buSzPts val="1800"/>
                        <a:buFont typeface="Noto Sans Symbols"/>
                        <a:buChar char="❖"/>
                      </a:pPr>
                      <a:r>
                        <a:rPr lang="en-US" sz="2400" u="none" cap="none" strike="noStrike">
                          <a:latin typeface="Courier New"/>
                          <a:ea typeface="Courier New"/>
                          <a:cs typeface="Courier New"/>
                          <a:sym typeface="Courier New"/>
                        </a:rPr>
                        <a:t>BGE</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8750"/>
                        </a:lnSpc>
                        <a:spcBef>
                          <a:spcPts val="0"/>
                        </a:spcBef>
                        <a:spcAft>
                          <a:spcPts val="0"/>
                        </a:spcAft>
                        <a:buNone/>
                      </a:pPr>
                      <a:r>
                        <a:rPr lang="en-US" sz="2400" u="none" cap="none" strike="noStrike">
                          <a:latin typeface="Courier New"/>
                          <a:ea typeface="Courier New"/>
                          <a:cs typeface="Courier New"/>
                          <a:sym typeface="Courier New"/>
                        </a:rPr>
                        <a:t>label</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750"/>
                        </a:lnSpc>
                        <a:spcBef>
                          <a:spcPts val="0"/>
                        </a:spcBef>
                        <a:spcAft>
                          <a:spcPts val="0"/>
                        </a:spcAft>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81915" rtl="0" algn="r">
                        <a:lnSpc>
                          <a:spcPct val="118750"/>
                        </a:lnSpc>
                        <a:spcBef>
                          <a:spcPts val="0"/>
                        </a:spcBef>
                        <a:spcAft>
                          <a:spcPts val="0"/>
                        </a:spcAft>
                        <a:buNone/>
                      </a:pPr>
                      <a:r>
                        <a:rPr lang="en-US" sz="2400" u="none" cap="none" strike="noStrike">
                          <a:latin typeface="Courier New"/>
                          <a:ea typeface="Courier New"/>
                          <a:cs typeface="Courier New"/>
                          <a:sym typeface="Courier New"/>
                        </a:rPr>
                        <a:t>BRANCH</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8750"/>
                        </a:lnSpc>
                        <a:spcBef>
                          <a:spcPts val="0"/>
                        </a:spcBef>
                        <a:spcAft>
                          <a:spcPts val="0"/>
                        </a:spcAft>
                        <a:buNone/>
                      </a:pPr>
                      <a:r>
                        <a:rPr lang="en-US" sz="2400" u="none" cap="none" strike="noStrike">
                          <a:latin typeface="Courier New"/>
                          <a:ea typeface="Courier New"/>
                          <a:cs typeface="Courier New"/>
                          <a:sym typeface="Courier New"/>
                        </a:rPr>
                        <a:t>GREATER THAN EQUAL</a:t>
                      </a:r>
                      <a:endParaRPr sz="2400" u="none" cap="none" strike="noStrike">
                        <a:latin typeface="Courier New"/>
                        <a:ea typeface="Courier New"/>
                        <a:cs typeface="Courier New"/>
                        <a:sym typeface="Courier New"/>
                      </a:endParaRPr>
                    </a:p>
                  </a:txBody>
                  <a:tcPr marT="0" marB="0" marR="0" marL="0"/>
                </a:tc>
              </a:tr>
              <a:tr h="392050">
                <a:tc>
                  <a:txBody>
                    <a:bodyPr/>
                    <a:lstStyle/>
                    <a:p>
                      <a:pPr indent="-287019" lvl="0" marL="318135" marR="0" rtl="0" algn="l">
                        <a:lnSpc>
                          <a:spcPct val="118541"/>
                        </a:lnSpc>
                        <a:spcBef>
                          <a:spcPts val="0"/>
                        </a:spcBef>
                        <a:spcAft>
                          <a:spcPts val="0"/>
                        </a:spcAft>
                        <a:buClr>
                          <a:srgbClr val="FFCC00"/>
                        </a:buClr>
                        <a:buSzPts val="1800"/>
                        <a:buFont typeface="Noto Sans Symbols"/>
                        <a:buChar char="❖"/>
                      </a:pPr>
                      <a:r>
                        <a:rPr lang="en-US" sz="2400" u="none" cap="none" strike="noStrike">
                          <a:latin typeface="Courier New"/>
                          <a:ea typeface="Courier New"/>
                          <a:cs typeface="Courier New"/>
                          <a:sym typeface="Courier New"/>
                        </a:rPr>
                        <a:t>BGT</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8541"/>
                        </a:lnSpc>
                        <a:spcBef>
                          <a:spcPts val="0"/>
                        </a:spcBef>
                        <a:spcAft>
                          <a:spcPts val="0"/>
                        </a:spcAft>
                        <a:buNone/>
                      </a:pPr>
                      <a:r>
                        <a:rPr lang="en-US" sz="2400" u="none" cap="none" strike="noStrike">
                          <a:latin typeface="Courier New"/>
                          <a:ea typeface="Courier New"/>
                          <a:cs typeface="Courier New"/>
                          <a:sym typeface="Courier New"/>
                        </a:rPr>
                        <a:t>label</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81915" rtl="0" algn="r">
                        <a:lnSpc>
                          <a:spcPct val="118541"/>
                        </a:lnSpc>
                        <a:spcBef>
                          <a:spcPts val="0"/>
                        </a:spcBef>
                        <a:spcAft>
                          <a:spcPts val="0"/>
                        </a:spcAft>
                        <a:buNone/>
                      </a:pPr>
                      <a:r>
                        <a:rPr lang="en-US" sz="2400" u="none" cap="none" strike="noStrike">
                          <a:latin typeface="Courier New"/>
                          <a:ea typeface="Courier New"/>
                          <a:cs typeface="Courier New"/>
                          <a:sym typeface="Courier New"/>
                        </a:rPr>
                        <a:t>BRANCH</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8541"/>
                        </a:lnSpc>
                        <a:spcBef>
                          <a:spcPts val="0"/>
                        </a:spcBef>
                        <a:spcAft>
                          <a:spcPts val="0"/>
                        </a:spcAft>
                        <a:buNone/>
                      </a:pPr>
                      <a:r>
                        <a:rPr lang="en-US" sz="2400" u="none" cap="none" strike="noStrike">
                          <a:latin typeface="Courier New"/>
                          <a:ea typeface="Courier New"/>
                          <a:cs typeface="Courier New"/>
                          <a:sym typeface="Courier New"/>
                        </a:rPr>
                        <a:t>GREATER THAN</a:t>
                      </a:r>
                      <a:endParaRPr sz="2400" u="none" cap="none" strike="noStrike">
                        <a:latin typeface="Courier New"/>
                        <a:ea typeface="Courier New"/>
                        <a:cs typeface="Courier New"/>
                        <a:sym typeface="Courier New"/>
                      </a:endParaRPr>
                    </a:p>
                  </a:txBody>
                  <a:tcPr marT="0" marB="0" marR="0" marL="0"/>
                </a:tc>
              </a:tr>
            </a:tbl>
          </a:graphicData>
        </a:graphic>
      </p:graphicFrame>
      <p:sp>
        <p:nvSpPr>
          <p:cNvPr id="673" name="Google Shape;673;g23d6451c848_0_80"/>
          <p:cNvSpPr txBox="1"/>
          <p:nvPr/>
        </p:nvSpPr>
        <p:spPr>
          <a:xfrm>
            <a:off x="307340" y="5166906"/>
            <a:ext cx="7263000" cy="1400700"/>
          </a:xfrm>
          <a:prstGeom prst="rect">
            <a:avLst/>
          </a:prstGeom>
          <a:noFill/>
          <a:ln>
            <a:noFill/>
          </a:ln>
        </p:spPr>
        <p:txBody>
          <a:bodyPr anchorCtr="0" anchor="t" bIns="0" lIns="0" spcFirstLastPara="1" rIns="0" wrap="square" tIns="84450">
            <a:spAutoFit/>
          </a:bodyPr>
          <a:lstStyle/>
          <a:p>
            <a:pPr indent="-287019" lvl="0" marL="756285" marR="0" rtl="0" algn="l">
              <a:lnSpc>
                <a:spcPct val="100000"/>
              </a:lnSpc>
              <a:spcBef>
                <a:spcPts val="0"/>
              </a:spcBef>
              <a:spcAft>
                <a:spcPts val="0"/>
              </a:spcAft>
              <a:buClr>
                <a:srgbClr val="FFCC00"/>
              </a:buClr>
              <a:buSzPts val="1800"/>
              <a:buFont typeface="Noto Sans Symbols"/>
              <a:buChar char="❖"/>
            </a:pPr>
            <a:r>
              <a:rPr lang="en-US" sz="2400">
                <a:latin typeface="Times New Roman"/>
                <a:ea typeface="Times New Roman"/>
                <a:cs typeface="Times New Roman"/>
                <a:sym typeface="Times New Roman"/>
              </a:rPr>
              <a:t>Plus more …</a:t>
            </a:r>
            <a:endParaRPr sz="2400">
              <a:latin typeface="Times New Roman"/>
              <a:ea typeface="Times New Roman"/>
              <a:cs typeface="Times New Roman"/>
              <a:sym typeface="Times New Roman"/>
            </a:endParaRPr>
          </a:p>
          <a:p>
            <a:pPr indent="-342900" lvl="0" marL="355600" marR="5080" rtl="0" algn="l">
              <a:lnSpc>
                <a:spcPct val="100000"/>
              </a:lnSpc>
              <a:spcBef>
                <a:spcPts val="655"/>
              </a:spcBef>
              <a:spcAft>
                <a:spcPts val="0"/>
              </a:spcAft>
              <a:buClr>
                <a:srgbClr val="00007E"/>
              </a:buClr>
              <a:buSzPts val="2100"/>
              <a:buFont typeface="Noto Sans Symbols"/>
              <a:buChar char="❖"/>
            </a:pPr>
            <a:r>
              <a:rPr lang="en-US" sz="2800">
                <a:latin typeface="Times New Roman"/>
                <a:ea typeface="Times New Roman"/>
                <a:cs typeface="Times New Roman"/>
                <a:sym typeface="Times New Roman"/>
              </a:rPr>
              <a:t>The condition is T/F based upon the fields in the  Program Status Register</a:t>
            </a:r>
            <a:endParaRPr sz="2800">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7" name="Shape 677"/>
        <p:cNvGrpSpPr/>
        <p:nvPr/>
      </p:nvGrpSpPr>
      <p:grpSpPr>
        <a:xfrm>
          <a:off x="0" y="0"/>
          <a:ext cx="0" cy="0"/>
          <a:chOff x="0" y="0"/>
          <a:chExt cx="0" cy="0"/>
        </a:xfrm>
      </p:grpSpPr>
      <p:sp>
        <p:nvSpPr>
          <p:cNvPr id="678" name="Google Shape;678;p33"/>
          <p:cNvSpPr txBox="1"/>
          <p:nvPr>
            <p:ph type="title"/>
          </p:nvPr>
        </p:nvSpPr>
        <p:spPr>
          <a:xfrm>
            <a:off x="1364233" y="462279"/>
            <a:ext cx="641667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multiply by adding</a:t>
            </a:r>
            <a:endParaRPr/>
          </a:p>
        </p:txBody>
      </p:sp>
      <p:sp>
        <p:nvSpPr>
          <p:cNvPr id="679" name="Google Shape;679;p33"/>
          <p:cNvSpPr txBox="1"/>
          <p:nvPr/>
        </p:nvSpPr>
        <p:spPr>
          <a:xfrm>
            <a:off x="535950" y="1524500"/>
            <a:ext cx="3099900" cy="4889100"/>
          </a:xfrm>
          <a:prstGeom prst="rect">
            <a:avLst/>
          </a:prstGeom>
          <a:noFill/>
          <a:ln>
            <a:noFill/>
          </a:ln>
        </p:spPr>
        <p:txBody>
          <a:bodyPr anchorCtr="0" anchor="t" bIns="0" lIns="0" spcFirstLastPara="1" rIns="0" wrap="square" tIns="12700">
            <a:spAutoFit/>
          </a:bodyPr>
          <a:lstStyle/>
          <a:p>
            <a:pPr indent="0" lvl="0" marL="457200" marR="209550" rtl="0" algn="l">
              <a:lnSpc>
                <a:spcPct val="120000"/>
              </a:lnSpc>
              <a:spcBef>
                <a:spcPts val="0"/>
              </a:spcBef>
              <a:spcAft>
                <a:spcPts val="0"/>
              </a:spcAft>
              <a:buNone/>
            </a:pPr>
            <a:br>
              <a:rPr b="0" i="0" lang="en-US" sz="2400" u="none" cap="none" strike="noStrike">
                <a:solidFill>
                  <a:srgbClr val="000000"/>
                </a:solidFill>
                <a:latin typeface="Courier New"/>
                <a:ea typeface="Courier New"/>
                <a:cs typeface="Courier New"/>
                <a:sym typeface="Courier New"/>
              </a:rPr>
            </a:br>
            <a:r>
              <a:rPr b="0" i="0" lang="en-US" sz="2400" u="none" cap="none" strike="noStrike">
                <a:solidFill>
                  <a:srgbClr val="000000"/>
                </a:solidFill>
                <a:latin typeface="Courier New"/>
                <a:ea typeface="Courier New"/>
                <a:cs typeface="Courier New"/>
                <a:sym typeface="Courier New"/>
              </a:rPr>
              <a:t> int x;  </a:t>
            </a:r>
            <a:endParaRPr b="0" i="0" sz="2400" u="none" cap="none" strike="noStrike">
              <a:solidFill>
                <a:srgbClr val="000000"/>
              </a:solidFill>
              <a:latin typeface="Courier New"/>
              <a:ea typeface="Courier New"/>
              <a:cs typeface="Courier New"/>
              <a:sym typeface="Courier New"/>
            </a:endParaRPr>
          </a:p>
          <a:p>
            <a:pPr indent="0" lvl="0" marL="457200" marR="209550" rtl="0" algn="l">
              <a:lnSpc>
                <a:spcPct val="120000"/>
              </a:lnSpc>
              <a:spcBef>
                <a:spcPts val="0"/>
              </a:spcBef>
              <a:spcAft>
                <a:spcPts val="0"/>
              </a:spcAft>
              <a:buNone/>
            </a:pPr>
            <a:r>
              <a:rPr b="0" i="0" lang="en-US" sz="2400" u="none" cap="none" strike="noStrike">
                <a:solidFill>
                  <a:srgbClr val="000000"/>
                </a:solidFill>
                <a:latin typeface="Courier New"/>
                <a:ea typeface="Courier New"/>
                <a:cs typeface="Courier New"/>
                <a:sym typeface="Courier New"/>
              </a:rPr>
              <a:t>int y; </a:t>
            </a:r>
            <a:endParaRPr b="0" i="0" sz="2400" u="none" cap="none" strike="noStrike">
              <a:solidFill>
                <a:srgbClr val="000000"/>
              </a:solidFill>
              <a:latin typeface="Courier New"/>
              <a:ea typeface="Courier New"/>
              <a:cs typeface="Courier New"/>
              <a:sym typeface="Courier New"/>
            </a:endParaRPr>
          </a:p>
          <a:p>
            <a:pPr indent="0" lvl="0" marL="457200" marR="209550" rtl="0" algn="l">
              <a:lnSpc>
                <a:spcPct val="120000"/>
              </a:lnSpc>
              <a:spcBef>
                <a:spcPts val="0"/>
              </a:spcBef>
              <a:spcAft>
                <a:spcPts val="0"/>
              </a:spcAft>
              <a:buNone/>
            </a:pPr>
            <a:r>
              <a:rPr b="0" i="0" lang="en-US" sz="2400" u="none" cap="none" strike="noStrike">
                <a:solidFill>
                  <a:srgbClr val="000000"/>
                </a:solidFill>
                <a:latin typeface="Courier New"/>
                <a:ea typeface="Courier New"/>
                <a:cs typeface="Courier New"/>
                <a:sym typeface="Courier New"/>
              </a:rPr>
              <a:t> int m;</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x = 3;</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y = 10;</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8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m = 0;</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while(y!=0)</a:t>
            </a:r>
            <a:endParaRPr b="0" i="0" sz="2400" u="none" cap="none" strike="noStrike">
              <a:solidFill>
                <a:srgbClr val="000000"/>
              </a:solidFill>
              <a:latin typeface="Courier New"/>
              <a:ea typeface="Courier New"/>
              <a:cs typeface="Courier New"/>
              <a:sym typeface="Courier New"/>
            </a:endParaRPr>
          </a:p>
          <a:p>
            <a:pPr indent="-548005" lvl="0" marL="560070" marR="5080" rtl="0" algn="l">
              <a:lnSpc>
                <a:spcPct val="12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		m = m+x;  </a:t>
            </a:r>
            <a:endParaRPr b="0" i="0" sz="2400" u="none" cap="none" strike="noStrike">
              <a:solidFill>
                <a:srgbClr val="000000"/>
              </a:solidFill>
              <a:latin typeface="Courier New"/>
              <a:ea typeface="Courier New"/>
              <a:cs typeface="Courier New"/>
              <a:sym typeface="Courier New"/>
            </a:endParaRPr>
          </a:p>
          <a:p>
            <a:pPr indent="-548005" lvl="0" marL="560070" marR="5080" rtl="0" algn="l">
              <a:lnSpc>
                <a:spcPct val="12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y = y-1;</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a:t>
            </a:r>
            <a:endParaRPr b="0" i="0" sz="2400" u="none" cap="none" strike="noStrike">
              <a:solidFill>
                <a:srgbClr val="000000"/>
              </a:solidFill>
              <a:latin typeface="Courier New"/>
              <a:ea typeface="Courier New"/>
              <a:cs typeface="Courier New"/>
              <a:sym typeface="Courier New"/>
            </a:endParaRPr>
          </a:p>
        </p:txBody>
      </p:sp>
      <p:sp>
        <p:nvSpPr>
          <p:cNvPr id="680" name="Google Shape;680;p33"/>
          <p:cNvSpPr txBox="1"/>
          <p:nvPr/>
        </p:nvSpPr>
        <p:spPr>
          <a:xfrm>
            <a:off x="3786885" y="1524507"/>
            <a:ext cx="2581275" cy="903605"/>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.global _start</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_start:</a:t>
            </a:r>
            <a:endParaRPr b="0" i="0" sz="2400" u="none" cap="none" strike="noStrike">
              <a:solidFill>
                <a:srgbClr val="000000"/>
              </a:solidFill>
              <a:latin typeface="Courier New"/>
              <a:ea typeface="Courier New"/>
              <a:cs typeface="Courier New"/>
              <a:sym typeface="Courier New"/>
            </a:endParaRPr>
          </a:p>
        </p:txBody>
      </p:sp>
      <p:graphicFrame>
        <p:nvGraphicFramePr>
          <p:cNvPr id="681" name="Google Shape;681;p33"/>
          <p:cNvGraphicFramePr/>
          <p:nvPr/>
        </p:nvGraphicFramePr>
        <p:xfrm>
          <a:off x="3767835" y="2539232"/>
          <a:ext cx="3000000" cy="3000000"/>
        </p:xfrm>
        <a:graphic>
          <a:graphicData uri="http://schemas.openxmlformats.org/drawingml/2006/table">
            <a:tbl>
              <a:tblPr bandRow="1" firstRow="1">
                <a:noFill/>
                <a:tableStyleId>{A208092A-0E1D-4A29-AAB8-C88494F253AD}</a:tableStyleId>
              </a:tblPr>
              <a:tblGrid>
                <a:gridCol w="934725"/>
                <a:gridCol w="809000"/>
                <a:gridCol w="1036950"/>
              </a:tblGrid>
              <a:tr h="1662275">
                <a:tc gridSpan="2">
                  <a:txBody>
                    <a:bodyPr/>
                    <a:lstStyle/>
                    <a:p>
                      <a:pPr indent="0" lvl="0" marL="374650"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MOV R1,</a:t>
                      </a:r>
                      <a:endParaRPr sz="2400" u="none" cap="none" strike="noStrike">
                        <a:latin typeface="Courier New"/>
                        <a:ea typeface="Courier New"/>
                        <a:cs typeface="Courier New"/>
                        <a:sym typeface="Courier New"/>
                      </a:endParaRPr>
                    </a:p>
                    <a:p>
                      <a:pPr indent="0" lvl="0" marL="374650" marR="82550" rtl="0" algn="l">
                        <a:lnSpc>
                          <a:spcPct val="144166"/>
                        </a:lnSpc>
                        <a:spcBef>
                          <a:spcPts val="204"/>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MOV R2,  MOV R3,</a:t>
                      </a:r>
                      <a:endParaRPr sz="2400" u="none" cap="none" strike="noStrike">
                        <a:latin typeface="Courier New"/>
                        <a:ea typeface="Courier New"/>
                        <a:cs typeface="Courier New"/>
                        <a:sym typeface="Courier New"/>
                      </a:endParaRPr>
                    </a:p>
                    <a:p>
                      <a:pPr indent="0" lvl="0" marL="31750" marR="0" rtl="0" algn="l">
                        <a:lnSpc>
                          <a:spcPct val="100000"/>
                        </a:lnSpc>
                        <a:spcBef>
                          <a:spcPts val="365"/>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_loop:</a:t>
                      </a:r>
                      <a:endParaRPr sz="2400" u="none" cap="none" strike="noStrike">
                        <a:latin typeface="Courier New"/>
                        <a:ea typeface="Courier New"/>
                        <a:cs typeface="Courier New"/>
                        <a:sym typeface="Courier New"/>
                      </a:endParaRPr>
                    </a:p>
                  </a:txBody>
                  <a:tcPr marT="0" marB="0" marR="0" marL="0"/>
                </a:tc>
                <a:tc hMerge="1"/>
                <a:tc>
                  <a:txBody>
                    <a:bodyPr/>
                    <a:lstStyle/>
                    <a:p>
                      <a:pPr indent="0" lvl="0" marL="90170"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#0x03</a:t>
                      </a:r>
                      <a:endParaRPr sz="2400" u="none" cap="none" strike="noStrike">
                        <a:latin typeface="Courier New"/>
                        <a:ea typeface="Courier New"/>
                        <a:cs typeface="Courier New"/>
                        <a:sym typeface="Courier New"/>
                      </a:endParaRPr>
                    </a:p>
                    <a:p>
                      <a:pPr indent="-1903" lvl="0" marL="91440" marR="24130" rtl="0" algn="l">
                        <a:lnSpc>
                          <a:spcPct val="144166"/>
                        </a:lnSpc>
                        <a:spcBef>
                          <a:spcPts val="204"/>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#0x0a  #0x00</a:t>
                      </a:r>
                      <a:endParaRPr sz="2400" u="none" cap="none" strike="noStrike">
                        <a:latin typeface="Courier New"/>
                        <a:ea typeface="Courier New"/>
                        <a:cs typeface="Courier New"/>
                        <a:sym typeface="Courier New"/>
                      </a:endParaRPr>
                    </a:p>
                  </a:txBody>
                  <a:tcPr marT="0" marB="0" marR="0" marL="0"/>
                </a:tc>
              </a:tr>
              <a:tr h="485725">
                <a:tc>
                  <a:txBody>
                    <a:bodyPr/>
                    <a:lstStyle/>
                    <a:p>
                      <a:pPr indent="0" lvl="0" marL="37465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CMP</a:t>
                      </a:r>
                      <a:endParaRPr sz="2400" u="none" cap="none" strike="noStrike">
                        <a:latin typeface="Courier New"/>
                        <a:ea typeface="Courier New"/>
                        <a:cs typeface="Courier New"/>
                        <a:sym typeface="Courier New"/>
                      </a:endParaRPr>
                    </a:p>
                  </a:txBody>
                  <a:tcPr marT="42550" marB="0" marR="0" marL="0"/>
                </a:tc>
                <a:tc gridSpan="2">
                  <a:txBody>
                    <a:bodyPr/>
                    <a:lstStyle/>
                    <a:p>
                      <a:pPr indent="0" lvl="0" marL="169545"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R2,#0x00</a:t>
                      </a:r>
                      <a:endParaRPr sz="2400" u="none" cap="none" strike="noStrike">
                        <a:latin typeface="Courier New"/>
                        <a:ea typeface="Courier New"/>
                        <a:cs typeface="Courier New"/>
                        <a:sym typeface="Courier New"/>
                      </a:endParaRPr>
                    </a:p>
                  </a:txBody>
                  <a:tcPr marT="42550" marB="0" marR="0" marL="0"/>
                </a:tc>
                <a:tc hMerge="1"/>
              </a:tr>
              <a:tr h="438900">
                <a:tc>
                  <a:txBody>
                    <a:bodyPr/>
                    <a:lstStyle/>
                    <a:p>
                      <a:pPr indent="0" lvl="0" marL="374650"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BEQ</a:t>
                      </a:r>
                      <a:endParaRPr sz="2400" u="none" cap="none" strike="noStrike">
                        <a:latin typeface="Courier New"/>
                        <a:ea typeface="Courier New"/>
                        <a:cs typeface="Courier New"/>
                        <a:sym typeface="Courier New"/>
                      </a:endParaRPr>
                    </a:p>
                  </a:txBody>
                  <a:tcPr marT="0" marB="0" marR="0" marL="0"/>
                </a:tc>
                <a:tc gridSpan="2">
                  <a:txBody>
                    <a:bodyPr/>
                    <a:lstStyle/>
                    <a:p>
                      <a:pPr indent="0" lvl="0" marL="169545"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_exit</a:t>
                      </a:r>
                      <a:endParaRPr sz="2400" u="none" cap="none" strike="noStrike">
                        <a:latin typeface="Courier New"/>
                        <a:ea typeface="Courier New"/>
                        <a:cs typeface="Courier New"/>
                        <a:sym typeface="Courier New"/>
                      </a:endParaRPr>
                    </a:p>
                  </a:txBody>
                  <a:tcPr marT="0" marB="0" marR="0" marL="0"/>
                </a:tc>
                <a:tc hMerge="1"/>
              </a:tr>
              <a:tr h="438900">
                <a:tc>
                  <a:txBody>
                    <a:bodyPr/>
                    <a:lstStyle/>
                    <a:p>
                      <a:pPr indent="0" lvl="0" marL="374650"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ADD</a:t>
                      </a:r>
                      <a:endParaRPr sz="2400" u="none" cap="none" strike="noStrike">
                        <a:latin typeface="Courier New"/>
                        <a:ea typeface="Courier New"/>
                        <a:cs typeface="Courier New"/>
                        <a:sym typeface="Courier New"/>
                      </a:endParaRPr>
                    </a:p>
                  </a:txBody>
                  <a:tcPr marT="0" marB="0" marR="0" marL="0"/>
                </a:tc>
                <a:tc gridSpan="2">
                  <a:txBody>
                    <a:bodyPr/>
                    <a:lstStyle/>
                    <a:p>
                      <a:pPr indent="0" lvl="0" marL="169545"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R3, R1</a:t>
                      </a:r>
                      <a:endParaRPr sz="2400" u="none" cap="none" strike="noStrike">
                        <a:latin typeface="Courier New"/>
                        <a:ea typeface="Courier New"/>
                        <a:cs typeface="Courier New"/>
                        <a:sym typeface="Courier New"/>
                      </a:endParaRPr>
                    </a:p>
                  </a:txBody>
                  <a:tcPr marT="0" marB="0" marR="0" marL="0"/>
                </a:tc>
                <a:tc hMerge="1"/>
              </a:tr>
              <a:tr h="439050">
                <a:tc>
                  <a:txBody>
                    <a:bodyPr/>
                    <a:lstStyle/>
                    <a:p>
                      <a:pPr indent="0" lvl="0" marL="374650"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SUB</a:t>
                      </a:r>
                      <a:endParaRPr sz="2400" u="none" cap="none" strike="noStrike">
                        <a:latin typeface="Courier New"/>
                        <a:ea typeface="Courier New"/>
                        <a:cs typeface="Courier New"/>
                        <a:sym typeface="Courier New"/>
                      </a:endParaRPr>
                    </a:p>
                  </a:txBody>
                  <a:tcPr marT="0" marB="0" marR="0" marL="0"/>
                </a:tc>
                <a:tc gridSpan="2">
                  <a:txBody>
                    <a:bodyPr/>
                    <a:lstStyle/>
                    <a:p>
                      <a:pPr indent="0" lvl="0" marL="169545"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R2, #0x01</a:t>
                      </a:r>
                      <a:endParaRPr sz="2400" u="none" cap="none" strike="noStrike">
                        <a:latin typeface="Courier New"/>
                        <a:ea typeface="Courier New"/>
                        <a:cs typeface="Courier New"/>
                        <a:sym typeface="Courier New"/>
                      </a:endParaRPr>
                    </a:p>
                  </a:txBody>
                  <a:tcPr marT="0" marB="0" marR="0" marL="0"/>
                </a:tc>
                <a:tc hMerge="1"/>
              </a:tr>
              <a:tr h="392225">
                <a:tc>
                  <a:txBody>
                    <a:bodyPr/>
                    <a:lstStyle/>
                    <a:p>
                      <a:pPr indent="0" lvl="0" marL="374650" marR="0" rtl="0" algn="l">
                        <a:lnSpc>
                          <a:spcPct val="11875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B</a:t>
                      </a:r>
                      <a:endParaRPr sz="2400" u="none" cap="none" strike="noStrike">
                        <a:latin typeface="Courier New"/>
                        <a:ea typeface="Courier New"/>
                        <a:cs typeface="Courier New"/>
                        <a:sym typeface="Courier New"/>
                      </a:endParaRPr>
                    </a:p>
                  </a:txBody>
                  <a:tcPr marT="0" marB="0" marR="0" marL="0"/>
                </a:tc>
                <a:tc gridSpan="2">
                  <a:txBody>
                    <a:bodyPr/>
                    <a:lstStyle/>
                    <a:p>
                      <a:pPr indent="0" lvl="0" marL="11430" marR="0" rtl="0" algn="l">
                        <a:lnSpc>
                          <a:spcPct val="11875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_loop</a:t>
                      </a:r>
                      <a:endParaRPr sz="2400" u="none" cap="none" strike="noStrike">
                        <a:latin typeface="Courier New"/>
                        <a:ea typeface="Courier New"/>
                        <a:cs typeface="Courier New"/>
                        <a:sym typeface="Courier New"/>
                      </a:endParaRPr>
                    </a:p>
                  </a:txBody>
                  <a:tcPr marT="0" marB="0" marR="0" marL="0"/>
                </a:tc>
                <a:tc hMerge="1"/>
              </a:tr>
            </a:tbl>
          </a:graphicData>
        </a:graphic>
      </p:graphicFrame>
      <p:sp>
        <p:nvSpPr>
          <p:cNvPr id="682" name="Google Shape;682;p33"/>
          <p:cNvSpPr/>
          <p:nvPr/>
        </p:nvSpPr>
        <p:spPr>
          <a:xfrm>
            <a:off x="3635883" y="1628775"/>
            <a:ext cx="0" cy="4464685"/>
          </a:xfrm>
          <a:custGeom>
            <a:rect b="b" l="l" r="r" t="t"/>
            <a:pathLst>
              <a:path extrusionOk="0" h="4464685" w="120000">
                <a:moveTo>
                  <a:pt x="0" y="0"/>
                </a:moveTo>
                <a:lnTo>
                  <a:pt x="0" y="4464519"/>
                </a:lnTo>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6" name="Shape 686"/>
        <p:cNvGrpSpPr/>
        <p:nvPr/>
      </p:nvGrpSpPr>
      <p:grpSpPr>
        <a:xfrm>
          <a:off x="0" y="0"/>
          <a:ext cx="0" cy="0"/>
          <a:chOff x="0" y="0"/>
          <a:chExt cx="0" cy="0"/>
        </a:xfrm>
      </p:grpSpPr>
      <p:sp>
        <p:nvSpPr>
          <p:cNvPr id="687" name="Google Shape;687;p34"/>
          <p:cNvSpPr txBox="1"/>
          <p:nvPr>
            <p:ph type="title"/>
          </p:nvPr>
        </p:nvSpPr>
        <p:spPr>
          <a:xfrm>
            <a:off x="1364233" y="462279"/>
            <a:ext cx="641667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multiply by adding</a:t>
            </a:r>
            <a:endParaRPr/>
          </a:p>
        </p:txBody>
      </p:sp>
      <p:sp>
        <p:nvSpPr>
          <p:cNvPr id="688" name="Google Shape;688;p34"/>
          <p:cNvSpPr txBox="1"/>
          <p:nvPr>
            <p:ph idx="1" type="body"/>
          </p:nvPr>
        </p:nvSpPr>
        <p:spPr>
          <a:xfrm>
            <a:off x="535940" y="1524507"/>
            <a:ext cx="2034600" cy="3559500"/>
          </a:xfrm>
          <a:prstGeom prst="rect">
            <a:avLst/>
          </a:prstGeom>
          <a:noFill/>
          <a:ln>
            <a:noFill/>
          </a:ln>
        </p:spPr>
        <p:txBody>
          <a:bodyPr anchorCtr="0" anchor="t" bIns="0" lIns="0" spcFirstLastPara="1" rIns="0" wrap="square" tIns="12700">
            <a:spAutoFit/>
          </a:bodyPr>
          <a:lstStyle/>
          <a:p>
            <a:pPr indent="0" lvl="0" marL="457200" marR="208915" rtl="0" algn="l">
              <a:lnSpc>
                <a:spcPct val="120000"/>
              </a:lnSpc>
              <a:spcBef>
                <a:spcPts val="0"/>
              </a:spcBef>
              <a:spcAft>
                <a:spcPts val="0"/>
              </a:spcAft>
              <a:buNone/>
            </a:pPr>
            <a:r>
              <a:rPr lang="en-US"/>
              <a:t>#m=x*y</a:t>
            </a:r>
            <a:endParaRPr/>
          </a:p>
          <a:p>
            <a:pPr indent="0" lvl="0" marL="457200" marR="208915" rtl="0" algn="l">
              <a:lnSpc>
                <a:spcPct val="120000"/>
              </a:lnSpc>
              <a:spcBef>
                <a:spcPts val="0"/>
              </a:spcBef>
              <a:spcAft>
                <a:spcPts val="0"/>
              </a:spcAft>
              <a:buNone/>
            </a:pPr>
            <a:r>
              <a:rPr lang="en-US"/>
              <a:t>int x;  int y;  int m;</a:t>
            </a:r>
            <a:endParaRPr/>
          </a:p>
          <a:p>
            <a:pPr indent="0" lvl="0" marL="12700" rtl="0" algn="l">
              <a:lnSpc>
                <a:spcPct val="100000"/>
              </a:lnSpc>
              <a:spcBef>
                <a:spcPts val="575"/>
              </a:spcBef>
              <a:spcAft>
                <a:spcPts val="0"/>
              </a:spcAft>
              <a:buSzPts val="1400"/>
              <a:buNone/>
            </a:pPr>
            <a:r>
              <a:rPr lang="en-US"/>
              <a:t>x = 8;</a:t>
            </a:r>
            <a:endParaRPr/>
          </a:p>
          <a:p>
            <a:pPr indent="0" lvl="0" marL="12700" rtl="0" algn="l">
              <a:lnSpc>
                <a:spcPct val="100000"/>
              </a:lnSpc>
              <a:spcBef>
                <a:spcPts val="575"/>
              </a:spcBef>
              <a:spcAft>
                <a:spcPts val="0"/>
              </a:spcAft>
              <a:buSzPts val="1400"/>
              <a:buNone/>
            </a:pPr>
            <a:r>
              <a:rPr lang="en-US"/>
              <a:t>y = 10;</a:t>
            </a:r>
            <a:endParaRPr/>
          </a:p>
          <a:p>
            <a:pPr indent="0" lvl="0" marL="12700" rtl="0" algn="l">
              <a:lnSpc>
                <a:spcPct val="100000"/>
              </a:lnSpc>
              <a:spcBef>
                <a:spcPts val="580"/>
              </a:spcBef>
              <a:spcAft>
                <a:spcPts val="0"/>
              </a:spcAft>
              <a:buSzPts val="1400"/>
              <a:buNone/>
            </a:pPr>
            <a:r>
              <a:rPr lang="en-US"/>
              <a:t>m = 0;</a:t>
            </a:r>
            <a:endParaRPr/>
          </a:p>
          <a:p>
            <a:pPr indent="0" lvl="0" marL="12700" rtl="0" algn="l">
              <a:lnSpc>
                <a:spcPct val="100000"/>
              </a:lnSpc>
              <a:spcBef>
                <a:spcPts val="575"/>
              </a:spcBef>
              <a:spcAft>
                <a:spcPts val="0"/>
              </a:spcAft>
              <a:buSzPts val="1400"/>
              <a:buNone/>
            </a:pPr>
            <a:r>
              <a:rPr lang="en-US"/>
              <a:t>while(y!=0)</a:t>
            </a:r>
            <a:endParaRPr/>
          </a:p>
        </p:txBody>
      </p:sp>
      <p:graphicFrame>
        <p:nvGraphicFramePr>
          <p:cNvPr id="689" name="Google Shape;689;p34"/>
          <p:cNvGraphicFramePr/>
          <p:nvPr/>
        </p:nvGraphicFramePr>
        <p:xfrm>
          <a:off x="516890" y="5172957"/>
          <a:ext cx="3000000" cy="3000000"/>
        </p:xfrm>
        <a:graphic>
          <a:graphicData uri="http://schemas.openxmlformats.org/drawingml/2006/table">
            <a:tbl>
              <a:tblPr bandRow="1" firstRow="1">
                <a:noFill/>
                <a:tableStyleId>{A208092A-0E1D-4A29-AAB8-C88494F253AD}</a:tableStyleId>
              </a:tblPr>
              <a:tblGrid>
                <a:gridCol w="396875"/>
                <a:gridCol w="456575"/>
                <a:gridCol w="364500"/>
                <a:gridCol w="852800"/>
              </a:tblGrid>
              <a:tr h="392100">
                <a:tc>
                  <a:txBody>
                    <a:bodyPr/>
                    <a:lstStyle/>
                    <a:p>
                      <a:pPr indent="0" lvl="0" marL="31750"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82550" rtl="0" algn="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m+x;</a:t>
                      </a:r>
                      <a:endParaRPr sz="2400" u="none" cap="none" strike="noStrike">
                        <a:latin typeface="Courier New"/>
                        <a:ea typeface="Courier New"/>
                        <a:cs typeface="Courier New"/>
                        <a:sym typeface="Courier New"/>
                      </a:endParaRPr>
                    </a:p>
                  </a:txBody>
                  <a:tcPr marT="0" marB="0" marR="0" marL="0"/>
                </a:tc>
              </a:tr>
              <a:tr h="439050">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txBody>
                  <a:tcPr marT="0" marB="0" marR="0" marL="0"/>
                </a:tc>
                <a:tc>
                  <a:txBody>
                    <a:bodyPr/>
                    <a:lstStyle/>
                    <a:p>
                      <a:pPr indent="0" lvl="0" marL="0" marR="83185"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y</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y-1;</a:t>
                      </a:r>
                      <a:endParaRPr sz="2400" u="none" cap="none" strike="noStrike">
                        <a:latin typeface="Courier New"/>
                        <a:ea typeface="Courier New"/>
                        <a:cs typeface="Courier New"/>
                        <a:sym typeface="Courier New"/>
                      </a:endParaRPr>
                    </a:p>
                  </a:txBody>
                  <a:tcPr marT="0" marB="0" marR="0" marL="0"/>
                </a:tc>
              </a:tr>
              <a:tr h="392225">
                <a:tc>
                  <a:txBody>
                    <a:bodyPr/>
                    <a:lstStyle/>
                    <a:p>
                      <a:pPr indent="0" lvl="0" marL="31750" marR="0" rtl="0" algn="l">
                        <a:lnSpc>
                          <a:spcPct val="11875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r>
            </a:tbl>
          </a:graphicData>
        </a:graphic>
      </p:graphicFrame>
      <p:sp>
        <p:nvSpPr>
          <p:cNvPr id="690" name="Google Shape;690;p34"/>
          <p:cNvSpPr txBox="1"/>
          <p:nvPr/>
        </p:nvSpPr>
        <p:spPr>
          <a:xfrm>
            <a:off x="3786885" y="1597659"/>
            <a:ext cx="112141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_exit:</a:t>
            </a:r>
            <a:endParaRPr b="0" i="0" sz="2400" u="none" cap="none" strike="noStrike">
              <a:solidFill>
                <a:srgbClr val="000000"/>
              </a:solidFill>
              <a:latin typeface="Courier New"/>
              <a:ea typeface="Courier New"/>
              <a:cs typeface="Courier New"/>
              <a:sym typeface="Courier New"/>
            </a:endParaRPr>
          </a:p>
        </p:txBody>
      </p:sp>
      <p:graphicFrame>
        <p:nvGraphicFramePr>
          <p:cNvPr id="691" name="Google Shape;691;p34"/>
          <p:cNvGraphicFramePr/>
          <p:nvPr/>
        </p:nvGraphicFramePr>
        <p:xfrm>
          <a:off x="3767835" y="2100320"/>
          <a:ext cx="3000000" cy="3000000"/>
        </p:xfrm>
        <a:graphic>
          <a:graphicData uri="http://schemas.openxmlformats.org/drawingml/2006/table">
            <a:tbl>
              <a:tblPr bandRow="1" firstRow="1">
                <a:noFill/>
                <a:tableStyleId>{A208092A-0E1D-4A29-AAB8-C88494F253AD}</a:tableStyleId>
              </a:tblPr>
              <a:tblGrid>
                <a:gridCol w="1104275"/>
                <a:gridCol w="649600"/>
                <a:gridCol w="477525"/>
              </a:tblGrid>
              <a:tr h="1269950">
                <a:tc>
                  <a:txBody>
                    <a:bodyPr/>
                    <a:lstStyle/>
                    <a:p>
                      <a:pPr indent="0" lvl="0" marL="374650"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MOV</a:t>
                      </a:r>
                      <a:endParaRPr sz="2400" u="none" cap="none" strike="noStrike">
                        <a:latin typeface="Courier New"/>
                        <a:ea typeface="Courier New"/>
                        <a:cs typeface="Courier New"/>
                        <a:sym typeface="Courier New"/>
                      </a:endParaRPr>
                    </a:p>
                    <a:p>
                      <a:pPr indent="0" lvl="0" marL="374650" marR="173355" rtl="0" algn="l">
                        <a:lnSpc>
                          <a:spcPct val="12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MOV  SWI</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R0,</a:t>
                      </a:r>
                      <a:endParaRPr sz="2400" u="none" cap="none" strike="noStrike">
                        <a:latin typeface="Courier New"/>
                        <a:ea typeface="Courier New"/>
                        <a:cs typeface="Courier New"/>
                        <a:sym typeface="Courier New"/>
                      </a:endParaRPr>
                    </a:p>
                    <a:p>
                      <a:pPr indent="0" lvl="0" marL="0" marR="93345" rtl="0" algn="l">
                        <a:lnSpc>
                          <a:spcPct val="12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R7,  0</a:t>
                      </a:r>
                      <a:endParaRPr sz="2400" u="none" cap="none" strike="noStrike">
                        <a:latin typeface="Courier New"/>
                        <a:ea typeface="Courier New"/>
                        <a:cs typeface="Courier New"/>
                        <a:sym typeface="Courier New"/>
                      </a:endParaRPr>
                    </a:p>
                  </a:txBody>
                  <a:tcPr marT="0" marB="0" marR="0" marL="0"/>
                </a:tc>
                <a:tc>
                  <a:txBody>
                    <a:bodyPr/>
                    <a:lstStyle/>
                    <a:p>
                      <a:pPr indent="0" lvl="0" marL="80010" marR="0" rtl="0" algn="l">
                        <a:lnSpc>
                          <a:spcPct val="103333"/>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R3</a:t>
                      </a:r>
                      <a:endParaRPr sz="2400" u="none" cap="none" strike="noStrike">
                        <a:latin typeface="Courier New"/>
                        <a:ea typeface="Courier New"/>
                        <a:cs typeface="Courier New"/>
                        <a:sym typeface="Courier New"/>
                      </a:endParaRPr>
                    </a:p>
                    <a:p>
                      <a:pPr indent="0" lvl="0" marL="79375" marR="0" rtl="0" algn="l">
                        <a:lnSpc>
                          <a:spcPct val="100000"/>
                        </a:lnSpc>
                        <a:spcBef>
                          <a:spcPts val="575"/>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#1</a:t>
                      </a:r>
                      <a:endParaRPr sz="2400" u="none" cap="none" strike="noStrike">
                        <a:latin typeface="Courier New"/>
                        <a:ea typeface="Courier New"/>
                        <a:cs typeface="Courier New"/>
                        <a:sym typeface="Courier New"/>
                      </a:endParaRPr>
                    </a:p>
                  </a:txBody>
                  <a:tcPr marT="0" marB="0" marR="0" marL="0"/>
                </a:tc>
              </a:tr>
              <a:tr h="439175">
                <a:tc>
                  <a:txBody>
                    <a:bodyPr/>
                    <a:lstStyle/>
                    <a:p>
                      <a:pPr indent="0" lvl="0" marL="31750" marR="0" rtl="0" algn="l">
                        <a:lnSpc>
                          <a:spcPct val="11875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txBody>
                  <a:tcPr marT="0" marB="0" marR="0" marL="0"/>
                </a:tc>
              </a:tr>
              <a:tr h="392050">
                <a:tc gridSpan="2">
                  <a:txBody>
                    <a:bodyPr/>
                    <a:lstStyle/>
                    <a:p>
                      <a:pPr indent="0" lvl="0" marL="31750"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 echo $?</a:t>
                      </a:r>
                      <a:endParaRPr sz="2400" u="none" cap="none" strike="noStrike">
                        <a:latin typeface="Courier New"/>
                        <a:ea typeface="Courier New"/>
                        <a:cs typeface="Courier New"/>
                        <a:sym typeface="Courier New"/>
                      </a:endParaRPr>
                    </a:p>
                  </a:txBody>
                  <a:tcPr marT="0" marB="0" marR="0" marL="0"/>
                </a:tc>
                <a:tc hMerge="1"/>
                <a:tc>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r>
            </a:tbl>
          </a:graphicData>
        </a:graphic>
      </p:graphicFrame>
      <p:sp>
        <p:nvSpPr>
          <p:cNvPr id="692" name="Google Shape;692;p34"/>
          <p:cNvSpPr txBox="1"/>
          <p:nvPr/>
        </p:nvSpPr>
        <p:spPr>
          <a:xfrm>
            <a:off x="3786885" y="4231385"/>
            <a:ext cx="39116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12</a:t>
            </a:r>
            <a:endParaRPr b="0" i="0" sz="2400" u="none" cap="none" strike="noStrike">
              <a:solidFill>
                <a:srgbClr val="000000"/>
              </a:solidFill>
              <a:latin typeface="Courier New"/>
              <a:ea typeface="Courier New"/>
              <a:cs typeface="Courier New"/>
              <a:sym typeface="Courier New"/>
            </a:endParaRPr>
          </a:p>
        </p:txBody>
      </p:sp>
      <p:sp>
        <p:nvSpPr>
          <p:cNvPr id="693" name="Google Shape;693;p34"/>
          <p:cNvSpPr/>
          <p:nvPr/>
        </p:nvSpPr>
        <p:spPr>
          <a:xfrm>
            <a:off x="3635883" y="1628775"/>
            <a:ext cx="0" cy="4464685"/>
          </a:xfrm>
          <a:custGeom>
            <a:rect b="b" l="l" r="r" t="t"/>
            <a:pathLst>
              <a:path extrusionOk="0" h="4464685" w="120000">
                <a:moveTo>
                  <a:pt x="0" y="0"/>
                </a:moveTo>
                <a:lnTo>
                  <a:pt x="0" y="4464519"/>
                </a:lnTo>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7" name="Shape 697"/>
        <p:cNvGrpSpPr/>
        <p:nvPr/>
      </p:nvGrpSpPr>
      <p:grpSpPr>
        <a:xfrm>
          <a:off x="0" y="0"/>
          <a:ext cx="0" cy="0"/>
          <a:chOff x="0" y="0"/>
          <a:chExt cx="0" cy="0"/>
        </a:xfrm>
      </p:grpSpPr>
      <p:sp>
        <p:nvSpPr>
          <p:cNvPr id="698" name="Google Shape;698;p35"/>
          <p:cNvSpPr txBox="1"/>
          <p:nvPr>
            <p:ph type="title"/>
          </p:nvPr>
        </p:nvSpPr>
        <p:spPr>
          <a:xfrm>
            <a:off x="1470152" y="462279"/>
            <a:ext cx="620204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Data directives &amp; constants</a:t>
            </a:r>
            <a:endParaRPr/>
          </a:p>
        </p:txBody>
      </p:sp>
      <p:sp>
        <p:nvSpPr>
          <p:cNvPr id="699" name="Google Shape;699;p35"/>
          <p:cNvSpPr txBox="1"/>
          <p:nvPr/>
        </p:nvSpPr>
        <p:spPr>
          <a:xfrm>
            <a:off x="497840" y="1477720"/>
            <a:ext cx="6246495" cy="4138295"/>
          </a:xfrm>
          <a:prstGeom prst="rect">
            <a:avLst/>
          </a:prstGeom>
          <a:noFill/>
          <a:ln>
            <a:noFill/>
          </a:ln>
        </p:spPr>
        <p:txBody>
          <a:bodyPr anchorCtr="0" anchor="t" bIns="0" lIns="0" spcFirstLastPara="1" rIns="0" wrap="square" tIns="126350">
            <a:spAutoFit/>
          </a:bodyPr>
          <a:lstStyle/>
          <a:p>
            <a:pPr indent="0" lvl="0" marL="5080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rlito"/>
                <a:ea typeface="Carlito"/>
                <a:cs typeface="Carlito"/>
                <a:sym typeface="Carlito"/>
              </a:rPr>
              <a:t>.</a:t>
            </a:r>
            <a:r>
              <a:rPr b="0" i="0" lang="en-US" sz="3200" u="none" cap="none" strike="noStrike">
                <a:solidFill>
                  <a:srgbClr val="000000"/>
                </a:solidFill>
                <a:latin typeface="Courier New"/>
                <a:ea typeface="Courier New"/>
                <a:cs typeface="Courier New"/>
                <a:sym typeface="Courier New"/>
              </a:rPr>
              <a:t>data</a:t>
            </a:r>
            <a:endParaRPr b="0" i="0" sz="3200" u="none" cap="none" strike="noStrike">
              <a:solidFill>
                <a:srgbClr val="000000"/>
              </a:solidFill>
              <a:latin typeface="Courier New"/>
              <a:ea typeface="Courier New"/>
              <a:cs typeface="Courier New"/>
              <a:sym typeface="Courier New"/>
            </a:endParaRPr>
          </a:p>
          <a:p>
            <a:pPr indent="-342900" lvl="0" marL="393700" marR="0" rtl="0" algn="l">
              <a:lnSpc>
                <a:spcPct val="100000"/>
              </a:lnSpc>
              <a:spcBef>
                <a:spcPts val="890"/>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start of sequence of data directives</a:t>
            </a:r>
            <a:endParaRPr b="0" i="0" sz="3200" u="none" cap="none" strike="noStrike">
              <a:solidFill>
                <a:srgbClr val="000000"/>
              </a:solidFill>
              <a:latin typeface="Carlito"/>
              <a:ea typeface="Carlito"/>
              <a:cs typeface="Carlito"/>
              <a:sym typeface="Carlito"/>
            </a:endParaRPr>
          </a:p>
          <a:p>
            <a:pPr indent="-342900" lvl="0" marL="393700" marR="0" rtl="0" algn="l">
              <a:lnSpc>
                <a:spcPct val="100000"/>
              </a:lnSpc>
              <a:spcBef>
                <a:spcPts val="770"/>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usually after instuctions program</a:t>
            </a:r>
            <a:endParaRPr b="0" i="0" sz="3200" u="none" cap="none" strike="noStrike">
              <a:solidFill>
                <a:srgbClr val="000000"/>
              </a:solidFill>
              <a:latin typeface="Carlito"/>
              <a:ea typeface="Carlito"/>
              <a:cs typeface="Carlito"/>
              <a:sym typeface="Carlito"/>
            </a:endParaRPr>
          </a:p>
          <a:p>
            <a:pPr indent="0" lvl="0" marL="50800" marR="0" rtl="0" algn="l">
              <a:lnSpc>
                <a:spcPct val="100000"/>
              </a:lnSpc>
              <a:spcBef>
                <a:spcPts val="645"/>
              </a:spcBef>
              <a:spcAft>
                <a:spcPts val="0"/>
              </a:spcAft>
              <a:buClr>
                <a:srgbClr val="000000"/>
              </a:buClr>
              <a:buSzPts val="3200"/>
              <a:buFont typeface="Arial"/>
              <a:buNone/>
            </a:pPr>
            <a:r>
              <a:rPr b="0" i="0" lang="en-US" sz="3200" u="none" cap="none" strike="noStrike">
                <a:solidFill>
                  <a:srgbClr val="000000"/>
                </a:solidFill>
                <a:latin typeface="Courier New"/>
                <a:ea typeface="Courier New"/>
                <a:cs typeface="Courier New"/>
                <a:sym typeface="Courier New"/>
              </a:rPr>
              <a:t>.equ </a:t>
            </a:r>
            <a:r>
              <a:rPr b="0" i="1" lang="en-US" sz="3200" u="none" cap="none" strike="noStrike">
                <a:solidFill>
                  <a:srgbClr val="000000"/>
                </a:solidFill>
                <a:latin typeface="Carlito"/>
                <a:ea typeface="Carlito"/>
                <a:cs typeface="Carlito"/>
                <a:sym typeface="Carlito"/>
              </a:rPr>
              <a:t>label</a:t>
            </a:r>
            <a:r>
              <a:rPr b="0" i="0" lang="en-US" sz="3200" u="none" cap="none" strike="noStrike">
                <a:solidFill>
                  <a:srgbClr val="000000"/>
                </a:solidFill>
                <a:latin typeface="Courier New"/>
                <a:ea typeface="Courier New"/>
                <a:cs typeface="Courier New"/>
                <a:sym typeface="Courier New"/>
              </a:rPr>
              <a:t>, </a:t>
            </a:r>
            <a:r>
              <a:rPr b="0" i="1" lang="en-US" sz="3200" u="none" cap="none" strike="noStrike">
                <a:solidFill>
                  <a:srgbClr val="000000"/>
                </a:solidFill>
                <a:latin typeface="Carlito"/>
                <a:ea typeface="Carlito"/>
                <a:cs typeface="Carlito"/>
                <a:sym typeface="Carlito"/>
              </a:rPr>
              <a:t>value</a:t>
            </a:r>
            <a:endParaRPr b="0" i="0" sz="3200" u="none" cap="none" strike="noStrike">
              <a:solidFill>
                <a:srgbClr val="000000"/>
              </a:solidFill>
              <a:latin typeface="Carlito"/>
              <a:ea typeface="Carlito"/>
              <a:cs typeface="Carlito"/>
              <a:sym typeface="Carlito"/>
            </a:endParaRPr>
          </a:p>
          <a:p>
            <a:pPr indent="-342900" lvl="0" marL="393700" marR="0" rtl="0" algn="l">
              <a:lnSpc>
                <a:spcPct val="100000"/>
              </a:lnSpc>
              <a:spcBef>
                <a:spcPts val="895"/>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define constant</a:t>
            </a:r>
            <a:endParaRPr b="0" i="0" sz="3200" u="none" cap="none" strike="noStrike">
              <a:solidFill>
                <a:srgbClr val="000000"/>
              </a:solidFill>
              <a:latin typeface="Carlito"/>
              <a:ea typeface="Carlito"/>
              <a:cs typeface="Carlito"/>
              <a:sym typeface="Carlito"/>
            </a:endParaRPr>
          </a:p>
          <a:p>
            <a:pPr indent="-342900" lvl="0" marL="393700" marR="0" rtl="0" algn="l">
              <a:lnSpc>
                <a:spcPct val="100000"/>
              </a:lnSpc>
              <a:spcBef>
                <a:spcPts val="765"/>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associate </a:t>
            </a:r>
            <a:r>
              <a:rPr b="0" i="1" lang="en-US" sz="3200" u="none" cap="none" strike="noStrike">
                <a:solidFill>
                  <a:srgbClr val="000000"/>
                </a:solidFill>
                <a:latin typeface="Carlito"/>
                <a:ea typeface="Carlito"/>
                <a:cs typeface="Carlito"/>
                <a:sym typeface="Carlito"/>
              </a:rPr>
              <a:t>label </a:t>
            </a:r>
            <a:r>
              <a:rPr b="0" i="0" lang="en-US" sz="3200" u="none" cap="none" strike="noStrike">
                <a:solidFill>
                  <a:srgbClr val="000000"/>
                </a:solidFill>
                <a:latin typeface="Carlito"/>
                <a:ea typeface="Carlito"/>
                <a:cs typeface="Carlito"/>
                <a:sym typeface="Carlito"/>
              </a:rPr>
              <a:t>with </a:t>
            </a:r>
            <a:r>
              <a:rPr b="0" i="1" lang="en-US" sz="3200" u="none" cap="none" strike="noStrike">
                <a:solidFill>
                  <a:srgbClr val="000000"/>
                </a:solidFill>
                <a:latin typeface="Carlito"/>
                <a:ea typeface="Carlito"/>
                <a:cs typeface="Carlito"/>
                <a:sym typeface="Carlito"/>
              </a:rPr>
              <a:t>value</a:t>
            </a:r>
            <a:endParaRPr b="0" i="0" sz="3200" u="none" cap="none" strike="noStrike">
              <a:solidFill>
                <a:srgbClr val="000000"/>
              </a:solidFill>
              <a:latin typeface="Carlito"/>
              <a:ea typeface="Carlito"/>
              <a:cs typeface="Carlito"/>
              <a:sym typeface="Carlito"/>
            </a:endParaRPr>
          </a:p>
          <a:p>
            <a:pPr indent="-342900" lvl="0" marL="393700" marR="0" rtl="0" algn="l">
              <a:lnSpc>
                <a:spcPct val="100000"/>
              </a:lnSpc>
              <a:spcBef>
                <a:spcPts val="645"/>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use </a:t>
            </a:r>
            <a:r>
              <a:rPr b="0" i="0" lang="en-US" sz="3200" u="none" cap="none" strike="noStrike">
                <a:solidFill>
                  <a:srgbClr val="000000"/>
                </a:solidFill>
                <a:latin typeface="Courier New"/>
                <a:ea typeface="Courier New"/>
                <a:cs typeface="Courier New"/>
                <a:sym typeface="Courier New"/>
              </a:rPr>
              <a:t>#</a:t>
            </a:r>
            <a:r>
              <a:rPr b="0" i="1" lang="en-US" sz="3200" u="none" cap="none" strike="noStrike">
                <a:solidFill>
                  <a:srgbClr val="000000"/>
                </a:solidFill>
                <a:latin typeface="Carlito"/>
                <a:ea typeface="Carlito"/>
                <a:cs typeface="Carlito"/>
                <a:sym typeface="Carlito"/>
              </a:rPr>
              <a:t>label </a:t>
            </a:r>
            <a:r>
              <a:rPr b="0" i="0" lang="en-US" sz="3200" u="none" cap="none" strike="noStrike">
                <a:solidFill>
                  <a:srgbClr val="000000"/>
                </a:solidFill>
                <a:latin typeface="Carlito"/>
                <a:ea typeface="Carlito"/>
                <a:cs typeface="Carlito"/>
                <a:sym typeface="Carlito"/>
              </a:rPr>
              <a:t>as </a:t>
            </a:r>
            <a:r>
              <a:rPr b="0" i="1" lang="en-US" sz="3200" u="none" cap="none" strike="noStrike">
                <a:solidFill>
                  <a:srgbClr val="000000"/>
                </a:solidFill>
                <a:latin typeface="Carlito"/>
                <a:ea typeface="Carlito"/>
                <a:cs typeface="Carlito"/>
                <a:sym typeface="Carlito"/>
              </a:rPr>
              <a:t>operand</a:t>
            </a:r>
            <a:r>
              <a:rPr b="0" baseline="-25000" i="1" lang="en-US" sz="3150" u="none" cap="none" strike="noStrike">
                <a:solidFill>
                  <a:srgbClr val="000000"/>
                </a:solidFill>
                <a:latin typeface="Carlito"/>
                <a:ea typeface="Carlito"/>
                <a:cs typeface="Carlito"/>
                <a:sym typeface="Carlito"/>
              </a:rPr>
              <a:t>2 </a:t>
            </a:r>
            <a:r>
              <a:rPr b="0" i="0" lang="en-US" sz="3200" u="none" cap="none" strike="noStrike">
                <a:solidFill>
                  <a:srgbClr val="000000"/>
                </a:solidFill>
                <a:latin typeface="Carlito"/>
                <a:ea typeface="Carlito"/>
                <a:cs typeface="Carlito"/>
                <a:sym typeface="Carlito"/>
              </a:rPr>
              <a:t>to get </a:t>
            </a:r>
            <a:r>
              <a:rPr b="0" i="1" lang="en-US" sz="3200" u="none" cap="none" strike="noStrike">
                <a:solidFill>
                  <a:srgbClr val="000000"/>
                </a:solidFill>
                <a:latin typeface="Carlito"/>
                <a:ea typeface="Carlito"/>
                <a:cs typeface="Carlito"/>
                <a:sym typeface="Carlito"/>
              </a:rPr>
              <a:t>value</a:t>
            </a:r>
            <a:endParaRPr b="0" i="0" sz="3200" u="none" cap="none" strike="noStrike">
              <a:solidFill>
                <a:srgbClr val="000000"/>
              </a:solidFill>
              <a:latin typeface="Carlito"/>
              <a:ea typeface="Carlito"/>
              <a:cs typeface="Carlito"/>
              <a:sym typeface="Carli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3" name="Shape 703"/>
        <p:cNvGrpSpPr/>
        <p:nvPr/>
      </p:nvGrpSpPr>
      <p:grpSpPr>
        <a:xfrm>
          <a:off x="0" y="0"/>
          <a:ext cx="0" cy="0"/>
          <a:chOff x="0" y="0"/>
          <a:chExt cx="0" cy="0"/>
        </a:xfrm>
      </p:grpSpPr>
      <p:sp>
        <p:nvSpPr>
          <p:cNvPr id="704" name="Google Shape;704;p36"/>
          <p:cNvSpPr txBox="1"/>
          <p:nvPr>
            <p:ph type="title"/>
          </p:nvPr>
        </p:nvSpPr>
        <p:spPr>
          <a:xfrm>
            <a:off x="1364233" y="462279"/>
            <a:ext cx="641667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multiply by adding</a:t>
            </a:r>
            <a:endParaRPr/>
          </a:p>
        </p:txBody>
      </p:sp>
      <p:sp>
        <p:nvSpPr>
          <p:cNvPr id="705" name="Google Shape;705;p36"/>
          <p:cNvSpPr txBox="1"/>
          <p:nvPr/>
        </p:nvSpPr>
        <p:spPr>
          <a:xfrm>
            <a:off x="535953" y="1524500"/>
            <a:ext cx="2692500" cy="4445700"/>
          </a:xfrm>
          <a:prstGeom prst="rect">
            <a:avLst/>
          </a:prstGeom>
          <a:noFill/>
          <a:ln>
            <a:noFill/>
          </a:ln>
        </p:spPr>
        <p:txBody>
          <a:bodyPr anchorCtr="0" anchor="t" bIns="0" lIns="0" spcFirstLastPara="1" rIns="0" wrap="square" tIns="12700">
            <a:spAutoFit/>
          </a:bodyPr>
          <a:lstStyle/>
          <a:p>
            <a:pPr indent="-12700" lvl="0" marL="12700" marR="209550" rtl="0" algn="l">
              <a:lnSpc>
                <a:spcPct val="120000"/>
              </a:lnSpc>
              <a:spcBef>
                <a:spcPts val="0"/>
              </a:spcBef>
              <a:spcAft>
                <a:spcPts val="0"/>
              </a:spcAft>
              <a:buClr>
                <a:srgbClr val="000000"/>
              </a:buClr>
              <a:buSzPts val="2400"/>
              <a:buFont typeface="Arial"/>
              <a:buChar char="•"/>
            </a:pPr>
            <a:r>
              <a:rPr b="0" i="0" lang="en-US" sz="2400" u="none" cap="none" strike="noStrike">
                <a:solidFill>
                  <a:srgbClr val="000000"/>
                </a:solidFill>
                <a:latin typeface="Courier New"/>
                <a:ea typeface="Courier New"/>
                <a:cs typeface="Courier New"/>
                <a:sym typeface="Courier New"/>
              </a:rPr>
              <a:t>m == x*y  int x;  int y;  int m;</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x = 8;</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y = 10;</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8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m = 0;</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while(y!=0)</a:t>
            </a:r>
            <a:endParaRPr b="0" i="0" sz="2400" u="none" cap="none" strike="noStrike">
              <a:solidFill>
                <a:srgbClr val="000000"/>
              </a:solidFill>
              <a:latin typeface="Courier New"/>
              <a:ea typeface="Courier New"/>
              <a:cs typeface="Courier New"/>
              <a:sym typeface="Courier New"/>
            </a:endParaRPr>
          </a:p>
          <a:p>
            <a:pPr indent="-548005" lvl="0" marL="560070" marR="5080" rtl="0" algn="l">
              <a:lnSpc>
                <a:spcPct val="12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		m = m+x;  y = y-1;</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a:t>
            </a:r>
            <a:endParaRPr b="0" i="0" sz="2400" u="none" cap="none" strike="noStrike">
              <a:solidFill>
                <a:srgbClr val="000000"/>
              </a:solidFill>
              <a:latin typeface="Courier New"/>
              <a:ea typeface="Courier New"/>
              <a:cs typeface="Courier New"/>
              <a:sym typeface="Courier New"/>
            </a:endParaRPr>
          </a:p>
        </p:txBody>
      </p:sp>
      <p:sp>
        <p:nvSpPr>
          <p:cNvPr id="706" name="Google Shape;706;p36"/>
          <p:cNvSpPr txBox="1"/>
          <p:nvPr/>
        </p:nvSpPr>
        <p:spPr>
          <a:xfrm>
            <a:off x="3786885" y="1524507"/>
            <a:ext cx="2581275" cy="903605"/>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.global _start</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_start:</a:t>
            </a:r>
            <a:endParaRPr b="0" i="0" sz="2400" u="none" cap="none" strike="noStrike">
              <a:solidFill>
                <a:srgbClr val="000000"/>
              </a:solidFill>
              <a:latin typeface="Courier New"/>
              <a:ea typeface="Courier New"/>
              <a:cs typeface="Courier New"/>
              <a:sym typeface="Courier New"/>
            </a:endParaRPr>
          </a:p>
        </p:txBody>
      </p:sp>
      <p:graphicFrame>
        <p:nvGraphicFramePr>
          <p:cNvPr id="707" name="Google Shape;707;p36"/>
          <p:cNvGraphicFramePr/>
          <p:nvPr/>
        </p:nvGraphicFramePr>
        <p:xfrm>
          <a:off x="3767835" y="2539232"/>
          <a:ext cx="3000000" cy="3000000"/>
        </p:xfrm>
        <a:graphic>
          <a:graphicData uri="http://schemas.openxmlformats.org/drawingml/2006/table">
            <a:tbl>
              <a:tblPr bandRow="1" firstRow="1">
                <a:noFill/>
                <a:tableStyleId>{A208092A-0E1D-4A29-AAB8-C88494F253AD}</a:tableStyleId>
              </a:tblPr>
              <a:tblGrid>
                <a:gridCol w="934725"/>
                <a:gridCol w="169550"/>
                <a:gridCol w="639450"/>
                <a:gridCol w="1036325"/>
              </a:tblGrid>
              <a:tr h="831025">
                <a:tc gridSpan="2">
                  <a:txBody>
                    <a:bodyPr/>
                    <a:lstStyle/>
                    <a:p>
                      <a:pPr indent="0" lvl="0" marL="374650"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MOV</a:t>
                      </a:r>
                      <a:endParaRPr sz="2400" u="none" cap="none" strike="noStrike">
                        <a:latin typeface="Courier New"/>
                        <a:ea typeface="Courier New"/>
                        <a:cs typeface="Courier New"/>
                        <a:sym typeface="Courier New"/>
                      </a:endParaRPr>
                    </a:p>
                    <a:p>
                      <a:pPr indent="0" lvl="0" marL="374650" marR="0" rtl="0" algn="l">
                        <a:lnSpc>
                          <a:spcPct val="100000"/>
                        </a:lnSpc>
                        <a:spcBef>
                          <a:spcPts val="575"/>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MOV</a:t>
                      </a:r>
                      <a:endParaRPr sz="2400" u="none" cap="none" strike="noStrike">
                        <a:latin typeface="Courier New"/>
                        <a:ea typeface="Courier New"/>
                        <a:cs typeface="Courier New"/>
                        <a:sym typeface="Courier New"/>
                      </a:endParaRPr>
                    </a:p>
                  </a:txBody>
                  <a:tcPr marT="0" marB="0" marR="0" marL="0"/>
                </a:tc>
                <a:tc hMerge="1"/>
                <a:tc>
                  <a:txBody>
                    <a:bodyPr/>
                    <a:lstStyle/>
                    <a:p>
                      <a:pPr indent="0" lvl="0" marL="0"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R1,</a:t>
                      </a:r>
                      <a:endParaRPr sz="2400" u="none" cap="none" strike="noStrike">
                        <a:latin typeface="Courier New"/>
                        <a:ea typeface="Courier New"/>
                        <a:cs typeface="Courier New"/>
                        <a:sym typeface="Courier New"/>
                      </a:endParaRPr>
                    </a:p>
                    <a:p>
                      <a:pPr indent="0" lvl="0" marL="0" marR="0" rtl="0" algn="l">
                        <a:lnSpc>
                          <a:spcPct val="100000"/>
                        </a:lnSpc>
                        <a:spcBef>
                          <a:spcPts val="575"/>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R2,</a:t>
                      </a:r>
                      <a:endParaRPr sz="2400" u="none" cap="none" strike="noStrike">
                        <a:latin typeface="Courier New"/>
                        <a:ea typeface="Courier New"/>
                        <a:cs typeface="Courier New"/>
                        <a:sym typeface="Courier New"/>
                      </a:endParaRPr>
                    </a:p>
                  </a:txBody>
                  <a:tcPr marT="0" marB="0" marR="0" marL="0"/>
                </a:tc>
                <a:tc>
                  <a:txBody>
                    <a:bodyPr/>
                    <a:lstStyle/>
                    <a:p>
                      <a:pPr indent="0" lvl="0" marL="90170" marR="0" rtl="0" algn="l">
                        <a:lnSpc>
                          <a:spcPct val="103333"/>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#X</a:t>
                      </a:r>
                      <a:endParaRPr sz="2400" u="none" cap="none" strike="noStrike">
                        <a:latin typeface="Courier New"/>
                        <a:ea typeface="Courier New"/>
                        <a:cs typeface="Courier New"/>
                        <a:sym typeface="Courier New"/>
                      </a:endParaRPr>
                    </a:p>
                    <a:p>
                      <a:pPr indent="0" lvl="0" marL="90170" marR="0" rtl="0" algn="l">
                        <a:lnSpc>
                          <a:spcPct val="100000"/>
                        </a:lnSpc>
                        <a:spcBef>
                          <a:spcPts val="575"/>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#Y</a:t>
                      </a:r>
                      <a:endParaRPr sz="2400" u="none" cap="none" strike="noStrike">
                        <a:latin typeface="Courier New"/>
                        <a:ea typeface="Courier New"/>
                        <a:cs typeface="Courier New"/>
                        <a:sym typeface="Courier New"/>
                      </a:endParaRPr>
                    </a:p>
                  </a:txBody>
                  <a:tcPr marT="0" marB="0" marR="0" marL="0"/>
                </a:tc>
              </a:tr>
              <a:tr h="439175">
                <a:tc gridSpan="2">
                  <a:txBody>
                    <a:bodyPr/>
                    <a:lstStyle/>
                    <a:p>
                      <a:pPr indent="0" lvl="0" marL="374650" marR="0" rtl="0" algn="l">
                        <a:lnSpc>
                          <a:spcPct val="11875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MOV</a:t>
                      </a:r>
                      <a:endParaRPr sz="2400" u="none" cap="none" strike="noStrike">
                        <a:latin typeface="Courier New"/>
                        <a:ea typeface="Courier New"/>
                        <a:cs typeface="Courier New"/>
                        <a:sym typeface="Courier New"/>
                      </a:endParaRPr>
                    </a:p>
                  </a:txBody>
                  <a:tcPr marT="0" marB="0" marR="0" marL="0"/>
                </a:tc>
                <a:tc hMerge="1"/>
                <a:tc>
                  <a:txBody>
                    <a:bodyPr/>
                    <a:lstStyle/>
                    <a:p>
                      <a:pPr indent="0" lvl="0" marL="635" marR="0" rtl="0" algn="l">
                        <a:lnSpc>
                          <a:spcPct val="11875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R3,</a:t>
                      </a:r>
                      <a:endParaRPr sz="2400" u="none" cap="none" strike="noStrike">
                        <a:latin typeface="Courier New"/>
                        <a:ea typeface="Courier New"/>
                        <a:cs typeface="Courier New"/>
                        <a:sym typeface="Courier New"/>
                      </a:endParaRPr>
                    </a:p>
                  </a:txBody>
                  <a:tcPr marT="0" marB="0" marR="0" marL="0"/>
                </a:tc>
                <a:tc>
                  <a:txBody>
                    <a:bodyPr/>
                    <a:lstStyle/>
                    <a:p>
                      <a:pPr indent="0" lvl="0" marL="91440" marR="0" rtl="0" algn="l">
                        <a:lnSpc>
                          <a:spcPct val="11875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#0x00</a:t>
                      </a:r>
                      <a:endParaRPr sz="2400" u="none" cap="none" strike="noStrike">
                        <a:latin typeface="Courier New"/>
                        <a:ea typeface="Courier New"/>
                        <a:cs typeface="Courier New"/>
                        <a:sym typeface="Courier New"/>
                      </a:endParaRPr>
                    </a:p>
                  </a:txBody>
                  <a:tcPr marT="0" marB="0" marR="0" marL="0"/>
                </a:tc>
              </a:tr>
              <a:tr h="392050">
                <a:tc gridSpan="3">
                  <a:txBody>
                    <a:bodyPr/>
                    <a:lstStyle/>
                    <a:p>
                      <a:pPr indent="0" lvl="0" marL="31750"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_loop:</a:t>
                      </a:r>
                      <a:endParaRPr sz="2400" u="none" cap="none" strike="noStrike">
                        <a:latin typeface="Courier New"/>
                        <a:ea typeface="Courier New"/>
                        <a:cs typeface="Courier New"/>
                        <a:sym typeface="Courier New"/>
                      </a:endParaRPr>
                    </a:p>
                  </a:txBody>
                  <a:tcPr marT="0" marB="0" marR="0" marL="0"/>
                </a:tc>
                <a:tc hMerge="1"/>
                <a:tc hMerge="1"/>
                <a:tc>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r>
              <a:tr h="485725">
                <a:tc>
                  <a:txBody>
                    <a:bodyPr/>
                    <a:lstStyle/>
                    <a:p>
                      <a:pPr indent="0" lvl="0" marL="374650"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CMP</a:t>
                      </a:r>
                      <a:endParaRPr sz="2400" u="none" cap="none" strike="noStrike">
                        <a:latin typeface="Courier New"/>
                        <a:ea typeface="Courier New"/>
                        <a:cs typeface="Courier New"/>
                        <a:sym typeface="Courier New"/>
                      </a:endParaRPr>
                    </a:p>
                  </a:txBody>
                  <a:tcPr marT="42550" marB="0" marR="0" marL="0"/>
                </a:tc>
                <a:tc gridSpan="3">
                  <a:txBody>
                    <a:bodyPr/>
                    <a:lstStyle/>
                    <a:p>
                      <a:pPr indent="0" lvl="0" marL="169545" marR="0" rtl="0" algn="l">
                        <a:lnSpc>
                          <a:spcPct val="10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R2,#0x00</a:t>
                      </a:r>
                      <a:endParaRPr sz="2400" u="none" cap="none" strike="noStrike">
                        <a:latin typeface="Courier New"/>
                        <a:ea typeface="Courier New"/>
                        <a:cs typeface="Courier New"/>
                        <a:sym typeface="Courier New"/>
                      </a:endParaRPr>
                    </a:p>
                  </a:txBody>
                  <a:tcPr marT="42550" marB="0" marR="0" marL="0"/>
                </a:tc>
                <a:tc hMerge="1"/>
                <a:tc hMerge="1"/>
              </a:tr>
              <a:tr h="438900">
                <a:tc>
                  <a:txBody>
                    <a:bodyPr/>
                    <a:lstStyle/>
                    <a:p>
                      <a:pPr indent="0" lvl="0" marL="374650"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BEQ</a:t>
                      </a:r>
                      <a:endParaRPr sz="2400" u="none" cap="none" strike="noStrike">
                        <a:latin typeface="Courier New"/>
                        <a:ea typeface="Courier New"/>
                        <a:cs typeface="Courier New"/>
                        <a:sym typeface="Courier New"/>
                      </a:endParaRPr>
                    </a:p>
                  </a:txBody>
                  <a:tcPr marT="0" marB="0" marR="0" marL="0"/>
                </a:tc>
                <a:tc gridSpan="3">
                  <a:txBody>
                    <a:bodyPr/>
                    <a:lstStyle/>
                    <a:p>
                      <a:pPr indent="0" lvl="0" marL="169545"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_exit</a:t>
                      </a:r>
                      <a:endParaRPr sz="2400" u="none" cap="none" strike="noStrike">
                        <a:latin typeface="Courier New"/>
                        <a:ea typeface="Courier New"/>
                        <a:cs typeface="Courier New"/>
                        <a:sym typeface="Courier New"/>
                      </a:endParaRPr>
                    </a:p>
                  </a:txBody>
                  <a:tcPr marT="0" marB="0" marR="0" marL="0"/>
                </a:tc>
                <a:tc hMerge="1"/>
                <a:tc hMerge="1"/>
              </a:tr>
              <a:tr h="438900">
                <a:tc>
                  <a:txBody>
                    <a:bodyPr/>
                    <a:lstStyle/>
                    <a:p>
                      <a:pPr indent="0" lvl="0" marL="374650"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ADD</a:t>
                      </a:r>
                      <a:endParaRPr sz="2400" u="none" cap="none" strike="noStrike">
                        <a:latin typeface="Courier New"/>
                        <a:ea typeface="Courier New"/>
                        <a:cs typeface="Courier New"/>
                        <a:sym typeface="Courier New"/>
                      </a:endParaRPr>
                    </a:p>
                  </a:txBody>
                  <a:tcPr marT="0" marB="0" marR="0" marL="0"/>
                </a:tc>
                <a:tc gridSpan="3">
                  <a:txBody>
                    <a:bodyPr/>
                    <a:lstStyle/>
                    <a:p>
                      <a:pPr indent="0" lvl="0" marL="169545"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R3, R1</a:t>
                      </a:r>
                      <a:endParaRPr sz="2400" u="none" cap="none" strike="noStrike">
                        <a:latin typeface="Courier New"/>
                        <a:ea typeface="Courier New"/>
                        <a:cs typeface="Courier New"/>
                        <a:sym typeface="Courier New"/>
                      </a:endParaRPr>
                    </a:p>
                  </a:txBody>
                  <a:tcPr marT="0" marB="0" marR="0" marL="0"/>
                </a:tc>
                <a:tc hMerge="1"/>
                <a:tc hMerge="1"/>
              </a:tr>
              <a:tr h="439050">
                <a:tc>
                  <a:txBody>
                    <a:bodyPr/>
                    <a:lstStyle/>
                    <a:p>
                      <a:pPr indent="0" lvl="0" marL="374650"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SUB</a:t>
                      </a:r>
                      <a:endParaRPr sz="2400" u="none" cap="none" strike="noStrike">
                        <a:latin typeface="Courier New"/>
                        <a:ea typeface="Courier New"/>
                        <a:cs typeface="Courier New"/>
                        <a:sym typeface="Courier New"/>
                      </a:endParaRPr>
                    </a:p>
                  </a:txBody>
                  <a:tcPr marT="0" marB="0" marR="0" marL="0"/>
                </a:tc>
                <a:tc gridSpan="3">
                  <a:txBody>
                    <a:bodyPr/>
                    <a:lstStyle/>
                    <a:p>
                      <a:pPr indent="0" lvl="0" marL="169545" marR="0"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R2, #0x01</a:t>
                      </a:r>
                      <a:endParaRPr sz="2400" u="none" cap="none" strike="noStrike">
                        <a:latin typeface="Courier New"/>
                        <a:ea typeface="Courier New"/>
                        <a:cs typeface="Courier New"/>
                        <a:sym typeface="Courier New"/>
                      </a:endParaRPr>
                    </a:p>
                  </a:txBody>
                  <a:tcPr marT="0" marB="0" marR="0" marL="0"/>
                </a:tc>
                <a:tc hMerge="1"/>
                <a:tc hMerge="1"/>
              </a:tr>
              <a:tr h="392225">
                <a:tc>
                  <a:txBody>
                    <a:bodyPr/>
                    <a:lstStyle/>
                    <a:p>
                      <a:pPr indent="0" lvl="0" marL="374650" marR="0" rtl="0" algn="l">
                        <a:lnSpc>
                          <a:spcPct val="11875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B</a:t>
                      </a:r>
                      <a:endParaRPr sz="2400" u="none" cap="none" strike="noStrike">
                        <a:latin typeface="Courier New"/>
                        <a:ea typeface="Courier New"/>
                        <a:cs typeface="Courier New"/>
                        <a:sym typeface="Courier New"/>
                      </a:endParaRPr>
                    </a:p>
                  </a:txBody>
                  <a:tcPr marT="0" marB="0" marR="0" marL="0"/>
                </a:tc>
                <a:tc gridSpan="3">
                  <a:txBody>
                    <a:bodyPr/>
                    <a:lstStyle/>
                    <a:p>
                      <a:pPr indent="0" lvl="0" marL="11430" marR="0" rtl="0" algn="l">
                        <a:lnSpc>
                          <a:spcPct val="11875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_loop</a:t>
                      </a:r>
                      <a:endParaRPr sz="2400" u="none" cap="none" strike="noStrike">
                        <a:latin typeface="Courier New"/>
                        <a:ea typeface="Courier New"/>
                        <a:cs typeface="Courier New"/>
                        <a:sym typeface="Courier New"/>
                      </a:endParaRPr>
                    </a:p>
                  </a:txBody>
                  <a:tcPr marT="0" marB="0" marR="0" marL="0"/>
                </a:tc>
                <a:tc hMerge="1"/>
                <a:tc hMerge="1"/>
              </a:tr>
            </a:tbl>
          </a:graphicData>
        </a:graphic>
      </p:graphicFrame>
      <p:sp>
        <p:nvSpPr>
          <p:cNvPr id="708" name="Google Shape;708;p36"/>
          <p:cNvSpPr/>
          <p:nvPr/>
        </p:nvSpPr>
        <p:spPr>
          <a:xfrm>
            <a:off x="3635883" y="1628775"/>
            <a:ext cx="0" cy="4464685"/>
          </a:xfrm>
          <a:custGeom>
            <a:rect b="b" l="l" r="r" t="t"/>
            <a:pathLst>
              <a:path extrusionOk="0" h="4464685" w="120000">
                <a:moveTo>
                  <a:pt x="0" y="0"/>
                </a:moveTo>
                <a:lnTo>
                  <a:pt x="0" y="4464519"/>
                </a:lnTo>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2" name="Shape 712"/>
        <p:cNvGrpSpPr/>
        <p:nvPr/>
      </p:nvGrpSpPr>
      <p:grpSpPr>
        <a:xfrm>
          <a:off x="0" y="0"/>
          <a:ext cx="0" cy="0"/>
          <a:chOff x="0" y="0"/>
          <a:chExt cx="0" cy="0"/>
        </a:xfrm>
      </p:grpSpPr>
      <p:sp>
        <p:nvSpPr>
          <p:cNvPr id="713" name="Google Shape;713;p37"/>
          <p:cNvSpPr txBox="1"/>
          <p:nvPr>
            <p:ph type="title"/>
          </p:nvPr>
        </p:nvSpPr>
        <p:spPr>
          <a:xfrm>
            <a:off x="1364233" y="462279"/>
            <a:ext cx="641667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multiply by adding</a:t>
            </a:r>
            <a:endParaRPr/>
          </a:p>
        </p:txBody>
      </p:sp>
      <p:sp>
        <p:nvSpPr>
          <p:cNvPr id="714" name="Google Shape;714;p37"/>
          <p:cNvSpPr txBox="1"/>
          <p:nvPr>
            <p:ph idx="1" type="body"/>
          </p:nvPr>
        </p:nvSpPr>
        <p:spPr>
          <a:xfrm>
            <a:off x="535940" y="1524507"/>
            <a:ext cx="2034600" cy="3559500"/>
          </a:xfrm>
          <a:prstGeom prst="rect">
            <a:avLst/>
          </a:prstGeom>
          <a:noFill/>
          <a:ln>
            <a:noFill/>
          </a:ln>
        </p:spPr>
        <p:txBody>
          <a:bodyPr anchorCtr="0" anchor="t" bIns="0" lIns="0" spcFirstLastPara="1" rIns="0" wrap="square" tIns="12700">
            <a:spAutoFit/>
          </a:bodyPr>
          <a:lstStyle/>
          <a:p>
            <a:pPr indent="0" lvl="0" marL="0" marR="208915" rtl="0" algn="l">
              <a:lnSpc>
                <a:spcPct val="120000"/>
              </a:lnSpc>
              <a:spcBef>
                <a:spcPts val="0"/>
              </a:spcBef>
              <a:spcAft>
                <a:spcPts val="0"/>
              </a:spcAft>
              <a:buNone/>
            </a:pPr>
            <a:r>
              <a:rPr lang="en-US"/>
              <a:t>m=x*y</a:t>
            </a:r>
            <a:endParaRPr/>
          </a:p>
          <a:p>
            <a:pPr indent="0" lvl="0" marL="0" marR="208915" rtl="0" algn="l">
              <a:lnSpc>
                <a:spcPct val="120000"/>
              </a:lnSpc>
              <a:spcBef>
                <a:spcPts val="0"/>
              </a:spcBef>
              <a:spcAft>
                <a:spcPts val="0"/>
              </a:spcAft>
              <a:buNone/>
            </a:pPr>
            <a:r>
              <a:rPr lang="en-US"/>
              <a:t> int x;  int y;  int m;</a:t>
            </a:r>
            <a:endParaRPr/>
          </a:p>
          <a:p>
            <a:pPr indent="0" lvl="0" marL="12700" rtl="0" algn="l">
              <a:lnSpc>
                <a:spcPct val="100000"/>
              </a:lnSpc>
              <a:spcBef>
                <a:spcPts val="575"/>
              </a:spcBef>
              <a:spcAft>
                <a:spcPts val="0"/>
              </a:spcAft>
              <a:buSzPts val="1400"/>
              <a:buNone/>
            </a:pPr>
            <a:r>
              <a:rPr lang="en-US"/>
              <a:t>x = 8;</a:t>
            </a:r>
            <a:endParaRPr/>
          </a:p>
          <a:p>
            <a:pPr indent="0" lvl="0" marL="12700" rtl="0" algn="l">
              <a:lnSpc>
                <a:spcPct val="100000"/>
              </a:lnSpc>
              <a:spcBef>
                <a:spcPts val="575"/>
              </a:spcBef>
              <a:spcAft>
                <a:spcPts val="0"/>
              </a:spcAft>
              <a:buSzPts val="1400"/>
              <a:buNone/>
            </a:pPr>
            <a:r>
              <a:rPr lang="en-US"/>
              <a:t>y = 10;</a:t>
            </a:r>
            <a:endParaRPr/>
          </a:p>
          <a:p>
            <a:pPr indent="0" lvl="0" marL="12700" rtl="0" algn="l">
              <a:lnSpc>
                <a:spcPct val="100000"/>
              </a:lnSpc>
              <a:spcBef>
                <a:spcPts val="580"/>
              </a:spcBef>
              <a:spcAft>
                <a:spcPts val="0"/>
              </a:spcAft>
              <a:buSzPts val="1400"/>
              <a:buNone/>
            </a:pPr>
            <a:r>
              <a:rPr lang="en-US"/>
              <a:t>m = 0;</a:t>
            </a:r>
            <a:endParaRPr/>
          </a:p>
          <a:p>
            <a:pPr indent="0" lvl="0" marL="12700" rtl="0" algn="l">
              <a:lnSpc>
                <a:spcPct val="100000"/>
              </a:lnSpc>
              <a:spcBef>
                <a:spcPts val="575"/>
              </a:spcBef>
              <a:spcAft>
                <a:spcPts val="0"/>
              </a:spcAft>
              <a:buSzPts val="1400"/>
              <a:buNone/>
            </a:pPr>
            <a:r>
              <a:rPr lang="en-US"/>
              <a:t>while(y!=0)</a:t>
            </a:r>
            <a:endParaRPr/>
          </a:p>
        </p:txBody>
      </p:sp>
      <p:graphicFrame>
        <p:nvGraphicFramePr>
          <p:cNvPr id="715" name="Google Shape;715;p37"/>
          <p:cNvGraphicFramePr/>
          <p:nvPr/>
        </p:nvGraphicFramePr>
        <p:xfrm>
          <a:off x="516890" y="5172957"/>
          <a:ext cx="3000000" cy="3000000"/>
        </p:xfrm>
        <a:graphic>
          <a:graphicData uri="http://schemas.openxmlformats.org/drawingml/2006/table">
            <a:tbl>
              <a:tblPr bandRow="1" firstRow="1">
                <a:noFill/>
                <a:tableStyleId>{A208092A-0E1D-4A29-AAB8-C88494F253AD}</a:tableStyleId>
              </a:tblPr>
              <a:tblGrid>
                <a:gridCol w="396875"/>
                <a:gridCol w="456575"/>
                <a:gridCol w="364500"/>
                <a:gridCol w="852800"/>
              </a:tblGrid>
              <a:tr h="392100">
                <a:tc>
                  <a:txBody>
                    <a:bodyPr/>
                    <a:lstStyle/>
                    <a:p>
                      <a:pPr indent="0" lvl="0" marL="31750"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82550" rtl="0" algn="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m+x;</a:t>
                      </a:r>
                      <a:endParaRPr sz="2400" u="none" cap="none" strike="noStrike">
                        <a:latin typeface="Courier New"/>
                        <a:ea typeface="Courier New"/>
                        <a:cs typeface="Courier New"/>
                        <a:sym typeface="Courier New"/>
                      </a:endParaRPr>
                    </a:p>
                  </a:txBody>
                  <a:tcPr marT="0" marB="0" marR="0" marL="0"/>
                </a:tc>
              </a:tr>
              <a:tr h="439050">
                <a:tc>
                  <a:txBody>
                    <a:bodyPr/>
                    <a:lstStyle/>
                    <a:p>
                      <a:pPr indent="0" lvl="0" marL="0" marR="0" rtl="0" algn="l">
                        <a:lnSpc>
                          <a:spcPct val="100000"/>
                        </a:lnSpc>
                        <a:spcBef>
                          <a:spcPts val="0"/>
                        </a:spcBef>
                        <a:spcAft>
                          <a:spcPts val="0"/>
                        </a:spcAft>
                        <a:buClr>
                          <a:srgbClr val="000000"/>
                        </a:buClr>
                        <a:buSzPts val="2700"/>
                        <a:buFont typeface="Arial"/>
                        <a:buNone/>
                      </a:pPr>
                      <a:r>
                        <a:t/>
                      </a:r>
                      <a:endParaRPr sz="2700" u="none" cap="none" strike="noStrike">
                        <a:latin typeface="Times New Roman"/>
                        <a:ea typeface="Times New Roman"/>
                        <a:cs typeface="Times New Roman"/>
                        <a:sym typeface="Times New Roman"/>
                      </a:endParaRPr>
                    </a:p>
                  </a:txBody>
                  <a:tcPr marT="0" marB="0" marR="0" marL="0"/>
                </a:tc>
                <a:tc>
                  <a:txBody>
                    <a:bodyPr/>
                    <a:lstStyle/>
                    <a:p>
                      <a:pPr indent="0" lvl="0" marL="0" marR="83185"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y</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y-1;</a:t>
                      </a:r>
                      <a:endParaRPr sz="2400" u="none" cap="none" strike="noStrike">
                        <a:latin typeface="Courier New"/>
                        <a:ea typeface="Courier New"/>
                        <a:cs typeface="Courier New"/>
                        <a:sym typeface="Courier New"/>
                      </a:endParaRPr>
                    </a:p>
                  </a:txBody>
                  <a:tcPr marT="0" marB="0" marR="0" marL="0"/>
                </a:tc>
              </a:tr>
              <a:tr h="392225">
                <a:tc>
                  <a:txBody>
                    <a:bodyPr/>
                    <a:lstStyle/>
                    <a:p>
                      <a:pPr indent="0" lvl="0" marL="31750" marR="0" rtl="0" algn="l">
                        <a:lnSpc>
                          <a:spcPct val="11875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r>
            </a:tbl>
          </a:graphicData>
        </a:graphic>
      </p:graphicFrame>
      <p:sp>
        <p:nvSpPr>
          <p:cNvPr id="716" name="Google Shape;716;p37"/>
          <p:cNvSpPr txBox="1"/>
          <p:nvPr/>
        </p:nvSpPr>
        <p:spPr>
          <a:xfrm>
            <a:off x="3786885" y="1597659"/>
            <a:ext cx="112141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_exit:</a:t>
            </a:r>
            <a:endParaRPr b="0" i="0" sz="2400" u="none" cap="none" strike="noStrike">
              <a:solidFill>
                <a:srgbClr val="000000"/>
              </a:solidFill>
              <a:latin typeface="Courier New"/>
              <a:ea typeface="Courier New"/>
              <a:cs typeface="Courier New"/>
              <a:sym typeface="Courier New"/>
            </a:endParaRPr>
          </a:p>
        </p:txBody>
      </p:sp>
      <p:graphicFrame>
        <p:nvGraphicFramePr>
          <p:cNvPr id="717" name="Google Shape;717;p37"/>
          <p:cNvGraphicFramePr/>
          <p:nvPr/>
        </p:nvGraphicFramePr>
        <p:xfrm>
          <a:off x="3767835" y="2100320"/>
          <a:ext cx="3000000" cy="3000000"/>
        </p:xfrm>
        <a:graphic>
          <a:graphicData uri="http://schemas.openxmlformats.org/drawingml/2006/table">
            <a:tbl>
              <a:tblPr bandRow="1" firstRow="1">
                <a:noFill/>
                <a:tableStyleId>{A208092A-0E1D-4A29-AAB8-C88494F253AD}</a:tableStyleId>
              </a:tblPr>
              <a:tblGrid>
                <a:gridCol w="954400"/>
                <a:gridCol w="455300"/>
                <a:gridCol w="304800"/>
                <a:gridCol w="525150"/>
              </a:tblGrid>
              <a:tr h="1269950">
                <a:tc>
                  <a:txBody>
                    <a:bodyPr/>
                    <a:lstStyle/>
                    <a:p>
                      <a:pPr indent="0" lvl="0" marL="374650" marR="3175"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MOV</a:t>
                      </a:r>
                      <a:endParaRPr sz="2400" u="none" cap="none" strike="noStrike">
                        <a:latin typeface="Courier New"/>
                        <a:ea typeface="Courier New"/>
                        <a:cs typeface="Courier New"/>
                        <a:sym typeface="Courier New"/>
                      </a:endParaRPr>
                    </a:p>
                    <a:p>
                      <a:pPr indent="0" lvl="0" marL="374650" marR="23495" rtl="0" algn="l">
                        <a:lnSpc>
                          <a:spcPct val="12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MOV  SWI</a:t>
                      </a:r>
                      <a:endParaRPr sz="2400" u="none" cap="none" strike="noStrike">
                        <a:latin typeface="Courier New"/>
                        <a:ea typeface="Courier New"/>
                        <a:cs typeface="Courier New"/>
                        <a:sym typeface="Courier New"/>
                      </a:endParaRPr>
                    </a:p>
                  </a:txBody>
                  <a:tcPr marT="0" marB="0" marR="0" marL="0"/>
                </a:tc>
                <a:tc gridSpan="2">
                  <a:txBody>
                    <a:bodyPr/>
                    <a:lstStyle/>
                    <a:p>
                      <a:pPr indent="0" lvl="0" marL="159385"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R0,</a:t>
                      </a:r>
                      <a:endParaRPr sz="2400" u="none" cap="none" strike="noStrike">
                        <a:latin typeface="Courier New"/>
                        <a:ea typeface="Courier New"/>
                        <a:cs typeface="Courier New"/>
                        <a:sym typeface="Courier New"/>
                      </a:endParaRPr>
                    </a:p>
                    <a:p>
                      <a:pPr indent="0" lvl="0" marL="159385" marR="45085" rtl="0" algn="l">
                        <a:lnSpc>
                          <a:spcPct val="120000"/>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R7,  0</a:t>
                      </a:r>
                      <a:endParaRPr sz="2400" u="none" cap="none" strike="noStrike">
                        <a:latin typeface="Courier New"/>
                        <a:ea typeface="Courier New"/>
                        <a:cs typeface="Courier New"/>
                        <a:sym typeface="Courier New"/>
                      </a:endParaRPr>
                    </a:p>
                  </a:txBody>
                  <a:tcPr marT="0" marB="0" marR="0" marL="0"/>
                </a:tc>
                <a:tc hMerge="1"/>
                <a:tc>
                  <a:txBody>
                    <a:bodyPr/>
                    <a:lstStyle/>
                    <a:p>
                      <a:pPr indent="0" lvl="0" marL="127635" marR="0" rtl="0" algn="l">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R3</a:t>
                      </a:r>
                      <a:endParaRPr sz="2400" u="none" cap="none" strike="noStrike">
                        <a:latin typeface="Courier New"/>
                        <a:ea typeface="Courier New"/>
                        <a:cs typeface="Courier New"/>
                        <a:sym typeface="Courier New"/>
                      </a:endParaRPr>
                    </a:p>
                    <a:p>
                      <a:pPr indent="0" lvl="0" marL="127635" marR="0" rtl="0" algn="l">
                        <a:lnSpc>
                          <a:spcPct val="100000"/>
                        </a:lnSpc>
                        <a:spcBef>
                          <a:spcPts val="575"/>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#1</a:t>
                      </a:r>
                      <a:endParaRPr sz="2400" u="none" cap="none" strike="noStrike">
                        <a:latin typeface="Courier New"/>
                        <a:ea typeface="Courier New"/>
                        <a:cs typeface="Courier New"/>
                        <a:sym typeface="Courier New"/>
                      </a:endParaRPr>
                    </a:p>
                  </a:txBody>
                  <a:tcPr marT="0" marB="0" marR="0" marL="0"/>
                </a:tc>
              </a:tr>
              <a:tr h="392400">
                <a:tc>
                  <a:txBody>
                    <a:bodyPr/>
                    <a:lstStyle/>
                    <a:p>
                      <a:pPr indent="0" lvl="0" marL="31750" marR="0" rtl="0" algn="l">
                        <a:lnSpc>
                          <a:spcPct val="11875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.data</a:t>
                      </a:r>
                      <a:endParaRPr sz="2400" u="none" cap="none" strike="noStrike">
                        <a:latin typeface="Courier New"/>
                        <a:ea typeface="Courier New"/>
                        <a:cs typeface="Courier New"/>
                        <a:sym typeface="Courier New"/>
                      </a:endParaRPr>
                    </a:p>
                  </a:txBody>
                  <a:tcPr marT="0" marB="0" marR="0" marL="0"/>
                </a:tc>
                <a:tc gridSpan="2">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c hMerge="1"/>
                <a:tc>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r>
              <a:tr h="485650">
                <a:tc>
                  <a:txBody>
                    <a:bodyPr/>
                    <a:lstStyle/>
                    <a:p>
                      <a:pPr indent="0" lvl="0" marL="31750" marR="3175" rtl="0" algn="l">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.equ</a:t>
                      </a:r>
                      <a:endParaRPr sz="2400" u="none" cap="none" strike="noStrike">
                        <a:latin typeface="Courier New"/>
                        <a:ea typeface="Courier New"/>
                        <a:cs typeface="Courier New"/>
                        <a:sym typeface="Courier New"/>
                      </a:endParaRPr>
                    </a:p>
                  </a:txBody>
                  <a:tcPr marT="42550" marB="0" marR="0" marL="0"/>
                </a:tc>
                <a:tc>
                  <a:txBody>
                    <a:bodyPr/>
                    <a:lstStyle/>
                    <a:p>
                      <a:pPr indent="0" lvl="0" marL="0" marR="0" rtl="0" algn="l">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X,</a:t>
                      </a:r>
                      <a:endParaRPr sz="2400" u="none" cap="none" strike="noStrike">
                        <a:latin typeface="Courier New"/>
                        <a:ea typeface="Courier New"/>
                        <a:cs typeface="Courier New"/>
                        <a:sym typeface="Courier New"/>
                      </a:endParaRPr>
                    </a:p>
                  </a:txBody>
                  <a:tcPr marT="42550" marB="0" marR="0" marL="0"/>
                </a:tc>
                <a:tc gridSpan="2">
                  <a:txBody>
                    <a:bodyPr/>
                    <a:lstStyle/>
                    <a:p>
                      <a:pPr indent="0" lvl="0" marL="90170" marR="0" rtl="0" algn="l">
                        <a:lnSpc>
                          <a:spcPct val="100000"/>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3</a:t>
                      </a:r>
                      <a:endParaRPr sz="2400" u="none" cap="none" strike="noStrike">
                        <a:latin typeface="Courier New"/>
                        <a:ea typeface="Courier New"/>
                        <a:cs typeface="Courier New"/>
                        <a:sym typeface="Courier New"/>
                      </a:endParaRPr>
                    </a:p>
                  </a:txBody>
                  <a:tcPr marT="42550" marB="0" marR="0" marL="0"/>
                </a:tc>
                <a:tc hMerge="1"/>
              </a:tr>
              <a:tr h="438900">
                <a:tc>
                  <a:txBody>
                    <a:bodyPr/>
                    <a:lstStyle/>
                    <a:p>
                      <a:pPr indent="0" lvl="0" marL="31750" marR="3175" rtl="0" algn="l">
                        <a:lnSpc>
                          <a:spcPct val="118541"/>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.equ</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18541"/>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Y,</a:t>
                      </a:r>
                      <a:endParaRPr sz="2400" u="none" cap="none" strike="noStrike">
                        <a:latin typeface="Courier New"/>
                        <a:ea typeface="Courier New"/>
                        <a:cs typeface="Courier New"/>
                        <a:sym typeface="Courier New"/>
                      </a:endParaRPr>
                    </a:p>
                  </a:txBody>
                  <a:tcPr marT="0" marB="0" marR="0" marL="0"/>
                </a:tc>
                <a:tc gridSpan="2">
                  <a:txBody>
                    <a:bodyPr/>
                    <a:lstStyle/>
                    <a:p>
                      <a:pPr indent="0" lvl="0" marL="90170" marR="0" rtl="0" algn="l">
                        <a:lnSpc>
                          <a:spcPct val="118541"/>
                        </a:lnSpc>
                        <a:spcBef>
                          <a:spcPts val="0"/>
                        </a:spcBef>
                        <a:spcAft>
                          <a:spcPts val="0"/>
                        </a:spcAft>
                        <a:buClr>
                          <a:srgbClr val="000000"/>
                        </a:buClr>
                        <a:buSzPts val="2400"/>
                        <a:buFont typeface="Arial"/>
                        <a:buNone/>
                      </a:pPr>
                      <a:r>
                        <a:rPr b="1" lang="en-US" sz="2400" u="none" cap="none" strike="noStrike">
                          <a:latin typeface="Courier New"/>
                          <a:ea typeface="Courier New"/>
                          <a:cs typeface="Courier New"/>
                          <a:sym typeface="Courier New"/>
                        </a:rPr>
                        <a:t>4</a:t>
                      </a:r>
                      <a:endParaRPr sz="2400" u="none" cap="none" strike="noStrike">
                        <a:latin typeface="Courier New"/>
                        <a:ea typeface="Courier New"/>
                        <a:cs typeface="Courier New"/>
                        <a:sym typeface="Courier New"/>
                      </a:endParaRPr>
                    </a:p>
                  </a:txBody>
                  <a:tcPr marT="0" marB="0" marR="0" marL="0"/>
                </a:tc>
                <a:tc hMerge="1"/>
              </a:tr>
              <a:tr h="392100">
                <a:tc>
                  <a:txBody>
                    <a:bodyPr/>
                    <a:lstStyle/>
                    <a:p>
                      <a:pPr indent="0" lvl="0" marL="31750" marR="3175" rtl="0" algn="l">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c gridSpan="2">
                  <a:txBody>
                    <a:bodyPr/>
                    <a:lstStyle/>
                    <a:p>
                      <a:pPr indent="0" lvl="0" marL="0" marR="0" rtl="0" algn="l">
                        <a:lnSpc>
                          <a:spcPct val="100000"/>
                        </a:lnSpc>
                        <a:spcBef>
                          <a:spcPts val="0"/>
                        </a:spcBef>
                        <a:spcAft>
                          <a:spcPts val="0"/>
                        </a:spcAft>
                        <a:buClr>
                          <a:srgbClr val="000000"/>
                        </a:buClr>
                        <a:buSzPts val="2500"/>
                        <a:buFont typeface="Arial"/>
                        <a:buNone/>
                      </a:pPr>
                      <a:r>
                        <a:t/>
                      </a:r>
                      <a:endParaRPr sz="2500" u="none" cap="none" strike="noStrike">
                        <a:latin typeface="Times New Roman"/>
                        <a:ea typeface="Times New Roman"/>
                        <a:cs typeface="Times New Roman"/>
                        <a:sym typeface="Times New Roman"/>
                      </a:endParaRPr>
                    </a:p>
                  </a:txBody>
                  <a:tcPr marT="0" marB="0" marR="0" marL="0"/>
                </a:tc>
                <a:tc hMerge="1"/>
              </a:tr>
            </a:tbl>
          </a:graphicData>
        </a:graphic>
      </p:graphicFrame>
      <p:sp>
        <p:nvSpPr>
          <p:cNvPr id="718" name="Google Shape;718;p37"/>
          <p:cNvSpPr txBox="1"/>
          <p:nvPr/>
        </p:nvSpPr>
        <p:spPr>
          <a:xfrm>
            <a:off x="3786885" y="5036058"/>
            <a:ext cx="1668780" cy="903605"/>
          </a:xfrm>
          <a:prstGeom prst="rect">
            <a:avLst/>
          </a:prstGeom>
          <a:noFill/>
          <a:ln>
            <a:noFill/>
          </a:ln>
        </p:spPr>
        <p:txBody>
          <a:bodyPr anchorCtr="0" anchor="t" bIns="0" lIns="0" spcFirstLastPara="1" rIns="0" wrap="square" tIns="12700">
            <a:spAutoFit/>
          </a:bodyPr>
          <a:lstStyle/>
          <a:p>
            <a:pPr indent="0" lvl="0" marL="12700" marR="5080" rtl="0" algn="l">
              <a:lnSpc>
                <a:spcPct val="12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 echo $?  12</a:t>
            </a:r>
            <a:endParaRPr b="0" i="0" sz="2400" u="none" cap="none" strike="noStrike">
              <a:solidFill>
                <a:srgbClr val="000000"/>
              </a:solidFill>
              <a:latin typeface="Courier New"/>
              <a:ea typeface="Courier New"/>
              <a:cs typeface="Courier New"/>
              <a:sym typeface="Courier New"/>
            </a:endParaRPr>
          </a:p>
        </p:txBody>
      </p:sp>
      <p:sp>
        <p:nvSpPr>
          <p:cNvPr id="719" name="Google Shape;719;p37"/>
          <p:cNvSpPr/>
          <p:nvPr/>
        </p:nvSpPr>
        <p:spPr>
          <a:xfrm>
            <a:off x="3635883" y="1628775"/>
            <a:ext cx="0" cy="4464685"/>
          </a:xfrm>
          <a:custGeom>
            <a:rect b="b" l="l" r="r" t="t"/>
            <a:pathLst>
              <a:path extrusionOk="0" h="4464685" w="120000">
                <a:moveTo>
                  <a:pt x="0" y="0"/>
                </a:moveTo>
                <a:lnTo>
                  <a:pt x="0" y="4464519"/>
                </a:lnTo>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3" name="Shape 723"/>
        <p:cNvGrpSpPr/>
        <p:nvPr/>
      </p:nvGrpSpPr>
      <p:grpSpPr>
        <a:xfrm>
          <a:off x="0" y="0"/>
          <a:ext cx="0" cy="0"/>
          <a:chOff x="0" y="0"/>
          <a:chExt cx="0" cy="0"/>
        </a:xfrm>
      </p:grpSpPr>
      <p:sp>
        <p:nvSpPr>
          <p:cNvPr id="724" name="Google Shape;724;p38"/>
          <p:cNvSpPr txBox="1"/>
          <p:nvPr>
            <p:ph type="title"/>
          </p:nvPr>
        </p:nvSpPr>
        <p:spPr>
          <a:xfrm>
            <a:off x="2011172" y="462279"/>
            <a:ext cx="512064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Tracing and debugging</a:t>
            </a:r>
            <a:endParaRPr/>
          </a:p>
        </p:txBody>
      </p:sp>
      <p:graphicFrame>
        <p:nvGraphicFramePr>
          <p:cNvPr id="725" name="Google Shape;725;p38"/>
          <p:cNvGraphicFramePr/>
          <p:nvPr/>
        </p:nvGraphicFramePr>
        <p:xfrm>
          <a:off x="516890" y="3411933"/>
          <a:ext cx="3000000" cy="3000000"/>
        </p:xfrm>
        <a:graphic>
          <a:graphicData uri="http://schemas.openxmlformats.org/drawingml/2006/table">
            <a:tbl>
              <a:tblPr bandRow="1" firstRow="1">
                <a:noFill/>
                <a:tableStyleId>{A208092A-0E1D-4A29-AAB8-C88494F253AD}</a:tableStyleId>
              </a:tblPr>
              <a:tblGrid>
                <a:gridCol w="989975"/>
                <a:gridCol w="638800"/>
                <a:gridCol w="645800"/>
                <a:gridCol w="1078225"/>
                <a:gridCol w="998850"/>
              </a:tblGrid>
              <a:tr h="457850">
                <a:tc>
                  <a:txBody>
                    <a:bodyPr/>
                    <a:lstStyle/>
                    <a:p>
                      <a:pPr indent="0" lvl="0" marL="31750" marR="0" rtl="0" algn="l">
                        <a:lnSpc>
                          <a:spcPct val="103392"/>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 as</a:t>
                      </a:r>
                      <a:endParaRPr sz="28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03392"/>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-g</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92"/>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-o</a:t>
                      </a:r>
                      <a:endParaRPr sz="2800" u="none" cap="none" strike="noStrike">
                        <a:latin typeface="Courier New"/>
                        <a:ea typeface="Courier New"/>
                        <a:cs typeface="Courier New"/>
                        <a:sym typeface="Courier New"/>
                      </a:endParaRPr>
                    </a:p>
                  </a:txBody>
                  <a:tcPr marT="0" marB="0" marR="0" marL="0"/>
                </a:tc>
                <a:tc>
                  <a:txBody>
                    <a:bodyPr/>
                    <a:lstStyle/>
                    <a:p>
                      <a:pPr indent="0" lvl="0" marL="0" marR="5715" rtl="0" algn="ctr">
                        <a:lnSpc>
                          <a:spcPct val="103392"/>
                        </a:lnSpc>
                        <a:spcBef>
                          <a:spcPts val="0"/>
                        </a:spcBef>
                        <a:spcAft>
                          <a:spcPts val="0"/>
                        </a:spcAft>
                        <a:buClr>
                          <a:srgbClr val="000000"/>
                        </a:buClr>
                        <a:buSzPts val="2800"/>
                        <a:buFont typeface="Arial"/>
                        <a:buNone/>
                      </a:pPr>
                      <a:r>
                        <a:rPr i="1" lang="en-US" sz="2800" u="none" cap="none" strike="noStrike">
                          <a:latin typeface="Carlito"/>
                          <a:ea typeface="Carlito"/>
                          <a:cs typeface="Carlito"/>
                          <a:sym typeface="Carlito"/>
                        </a:rPr>
                        <a:t>file</a:t>
                      </a:r>
                      <a:r>
                        <a:rPr lang="en-US" sz="2800" u="none" cap="none" strike="noStrike">
                          <a:latin typeface="Courier New"/>
                          <a:ea typeface="Courier New"/>
                          <a:cs typeface="Courier New"/>
                          <a:sym typeface="Courier New"/>
                        </a:rPr>
                        <a:t>.o</a:t>
                      </a:r>
                      <a:endParaRPr sz="2800" u="none" cap="none" strike="noStrike">
                        <a:latin typeface="Courier New"/>
                        <a:ea typeface="Courier New"/>
                        <a:cs typeface="Courier New"/>
                        <a:sym typeface="Courier New"/>
                      </a:endParaRPr>
                    </a:p>
                  </a:txBody>
                  <a:tcPr marT="0" marB="0" marR="0" marL="0"/>
                </a:tc>
                <a:tc>
                  <a:txBody>
                    <a:bodyPr/>
                    <a:lstStyle/>
                    <a:p>
                      <a:pPr indent="0" lvl="0" marL="97790" marR="0" rtl="0" algn="l">
                        <a:lnSpc>
                          <a:spcPct val="103392"/>
                        </a:lnSpc>
                        <a:spcBef>
                          <a:spcPts val="0"/>
                        </a:spcBef>
                        <a:spcAft>
                          <a:spcPts val="0"/>
                        </a:spcAft>
                        <a:buClr>
                          <a:srgbClr val="000000"/>
                        </a:buClr>
                        <a:buSzPts val="2800"/>
                        <a:buFont typeface="Arial"/>
                        <a:buNone/>
                      </a:pPr>
                      <a:r>
                        <a:rPr i="1" lang="en-US" sz="2800" u="none" cap="none" strike="noStrike">
                          <a:latin typeface="Carlito"/>
                          <a:ea typeface="Carlito"/>
                          <a:cs typeface="Carlito"/>
                          <a:sym typeface="Carlito"/>
                        </a:rPr>
                        <a:t>file</a:t>
                      </a:r>
                      <a:r>
                        <a:rPr lang="en-US" sz="2800" u="none" cap="none" strike="noStrike">
                          <a:latin typeface="Courier New"/>
                          <a:ea typeface="Courier New"/>
                          <a:cs typeface="Courier New"/>
                          <a:sym typeface="Courier New"/>
                        </a:rPr>
                        <a:t>.s</a:t>
                      </a:r>
                      <a:endParaRPr sz="2800" u="none" cap="none" strike="noStrike">
                        <a:latin typeface="Courier New"/>
                        <a:ea typeface="Courier New"/>
                        <a:cs typeface="Courier New"/>
                        <a:sym typeface="Courier New"/>
                      </a:endParaRPr>
                    </a:p>
                  </a:txBody>
                  <a:tcPr marT="0" marB="0" marR="0" marL="0"/>
                </a:tc>
              </a:tr>
              <a:tr h="457550">
                <a:tc>
                  <a:txBody>
                    <a:bodyPr/>
                    <a:lstStyle/>
                    <a:p>
                      <a:pPr indent="0" lvl="0" marL="31750" marR="0" rtl="0" algn="l">
                        <a:lnSpc>
                          <a:spcPct val="118571"/>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 ld</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Clr>
                          <a:srgbClr val="000000"/>
                        </a:buClr>
                        <a:buSzPts val="2800"/>
                        <a:buFont typeface="Arial"/>
                        <a:buNone/>
                      </a:pPr>
                      <a:r>
                        <a:rPr lang="en-US" sz="2800" u="none" cap="none" strike="noStrike">
                          <a:latin typeface="Courier New"/>
                          <a:ea typeface="Courier New"/>
                          <a:cs typeface="Courier New"/>
                          <a:sym typeface="Courier New"/>
                        </a:rPr>
                        <a:t>-o</a:t>
                      </a:r>
                      <a:endParaRPr sz="2800" u="none" cap="none" strike="noStrike">
                        <a:latin typeface="Courier New"/>
                        <a:ea typeface="Courier New"/>
                        <a:cs typeface="Courier New"/>
                        <a:sym typeface="Courier New"/>
                      </a:endParaRPr>
                    </a:p>
                  </a:txBody>
                  <a:tcPr marT="0" marB="0" marR="0" marL="0"/>
                </a:tc>
                <a:tc>
                  <a:txBody>
                    <a:bodyPr/>
                    <a:lstStyle/>
                    <a:p>
                      <a:pPr indent="0" lvl="0" marL="6350" marR="0" rtl="0" algn="ctr">
                        <a:lnSpc>
                          <a:spcPct val="118571"/>
                        </a:lnSpc>
                        <a:spcBef>
                          <a:spcPts val="0"/>
                        </a:spcBef>
                        <a:spcAft>
                          <a:spcPts val="0"/>
                        </a:spcAft>
                        <a:buClr>
                          <a:srgbClr val="000000"/>
                        </a:buClr>
                        <a:buSzPts val="2800"/>
                        <a:buFont typeface="Arial"/>
                        <a:buNone/>
                      </a:pPr>
                      <a:r>
                        <a:rPr i="1" lang="en-US" sz="2800" u="none" cap="none" strike="noStrike">
                          <a:latin typeface="Carlito"/>
                          <a:ea typeface="Carlito"/>
                          <a:cs typeface="Carlito"/>
                          <a:sym typeface="Carlito"/>
                        </a:rPr>
                        <a:t>file</a:t>
                      </a:r>
                      <a:endParaRPr sz="2800" u="none" cap="none" strike="noStrike">
                        <a:latin typeface="Carlito"/>
                        <a:ea typeface="Carlito"/>
                        <a:cs typeface="Carlito"/>
                        <a:sym typeface="Carlito"/>
                      </a:endParaRPr>
                    </a:p>
                  </a:txBody>
                  <a:tcPr marT="0" marB="0" marR="0" marL="0"/>
                </a:tc>
                <a:tc>
                  <a:txBody>
                    <a:bodyPr/>
                    <a:lstStyle/>
                    <a:p>
                      <a:pPr indent="0" lvl="0" marL="14604" marR="0" rtl="0" algn="ctr">
                        <a:lnSpc>
                          <a:spcPct val="118571"/>
                        </a:lnSpc>
                        <a:spcBef>
                          <a:spcPts val="0"/>
                        </a:spcBef>
                        <a:spcAft>
                          <a:spcPts val="0"/>
                        </a:spcAft>
                        <a:buClr>
                          <a:srgbClr val="000000"/>
                        </a:buClr>
                        <a:buSzPts val="2800"/>
                        <a:buFont typeface="Arial"/>
                        <a:buNone/>
                      </a:pPr>
                      <a:r>
                        <a:rPr i="1" lang="en-US" sz="2800" u="none" cap="none" strike="noStrike">
                          <a:latin typeface="Carlito"/>
                          <a:ea typeface="Carlito"/>
                          <a:cs typeface="Carlito"/>
                          <a:sym typeface="Carlito"/>
                        </a:rPr>
                        <a:t>file</a:t>
                      </a:r>
                      <a:r>
                        <a:rPr lang="en-US" sz="2800" u="none" cap="none" strike="noStrike">
                          <a:latin typeface="Courier New"/>
                          <a:ea typeface="Courier New"/>
                          <a:cs typeface="Courier New"/>
                          <a:sym typeface="Courier New"/>
                        </a:rPr>
                        <a:t>.o</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900"/>
                        <a:buFont typeface="Arial"/>
                        <a:buNone/>
                      </a:pPr>
                      <a:r>
                        <a:t/>
                      </a:r>
                      <a:endParaRPr sz="2900" u="none" cap="none" strike="noStrike">
                        <a:latin typeface="Times New Roman"/>
                        <a:ea typeface="Times New Roman"/>
                        <a:cs typeface="Times New Roman"/>
                        <a:sym typeface="Times New Roman"/>
                      </a:endParaRPr>
                    </a:p>
                  </a:txBody>
                  <a:tcPr marT="0" marB="0" marR="0" marL="0"/>
                </a:tc>
              </a:tr>
            </a:tbl>
          </a:graphicData>
        </a:graphic>
      </p:graphicFrame>
      <p:sp>
        <p:nvSpPr>
          <p:cNvPr id="726" name="Google Shape;726;p38"/>
          <p:cNvSpPr txBox="1"/>
          <p:nvPr/>
        </p:nvSpPr>
        <p:spPr>
          <a:xfrm>
            <a:off x="535940" y="1493722"/>
            <a:ext cx="4153500" cy="4875000"/>
          </a:xfrm>
          <a:prstGeom prst="rect">
            <a:avLst/>
          </a:prstGeom>
          <a:noFill/>
          <a:ln>
            <a:noFill/>
          </a:ln>
        </p:spPr>
        <p:txBody>
          <a:bodyPr anchorCtr="0" anchor="t" bIns="0" lIns="0" spcFirstLastPara="1" rIns="0" wrap="square" tIns="109850">
            <a:spAutoFit/>
          </a:bodyPr>
          <a:lstStyle/>
          <a:p>
            <a:pPr indent="-342900" lvl="0" marL="3556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Courier New"/>
                <a:ea typeface="Courier New"/>
                <a:cs typeface="Courier New"/>
                <a:sym typeface="Courier New"/>
              </a:rPr>
              <a:t>gdb </a:t>
            </a:r>
            <a:r>
              <a:rPr b="0" i="0" lang="en-US" sz="3200" u="none" cap="none" strike="noStrike">
                <a:solidFill>
                  <a:srgbClr val="000000"/>
                </a:solidFill>
                <a:latin typeface="Carlito"/>
                <a:ea typeface="Carlito"/>
                <a:cs typeface="Carlito"/>
                <a:sym typeface="Carlito"/>
              </a:rPr>
              <a:t>- GNU debugger</a:t>
            </a:r>
            <a:endParaRPr b="0" i="0" sz="3200" u="none" cap="none" strike="noStrike">
              <a:solidFill>
                <a:srgbClr val="000000"/>
              </a:solidFill>
              <a:latin typeface="Carlito"/>
              <a:ea typeface="Carlito"/>
              <a:cs typeface="Carlito"/>
              <a:sym typeface="Carlito"/>
            </a:endParaRPr>
          </a:p>
          <a:p>
            <a:pPr indent="-342900" lvl="0" marL="355600" marR="0" rtl="0" algn="l">
              <a:lnSpc>
                <a:spcPct val="100000"/>
              </a:lnSpc>
              <a:spcBef>
                <a:spcPts val="770"/>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assemble with </a:t>
            </a:r>
            <a:r>
              <a:rPr b="0" i="0" lang="en-US" sz="3200" u="none" cap="none" strike="noStrike">
                <a:solidFill>
                  <a:srgbClr val="000000"/>
                </a:solidFill>
                <a:latin typeface="Courier New"/>
                <a:ea typeface="Courier New"/>
                <a:cs typeface="Courier New"/>
                <a:sym typeface="Courier New"/>
              </a:rPr>
              <a:t>-g </a:t>
            </a:r>
            <a:r>
              <a:rPr b="0" i="0" lang="en-US" sz="3200" u="none" cap="none" strike="noStrike">
                <a:solidFill>
                  <a:srgbClr val="000000"/>
                </a:solidFill>
                <a:latin typeface="Carlito"/>
                <a:ea typeface="Carlito"/>
                <a:cs typeface="Carlito"/>
                <a:sym typeface="Carlito"/>
              </a:rPr>
              <a:t>flag</a:t>
            </a:r>
            <a:endParaRPr b="0" i="0" sz="3200" u="none" cap="none" strike="noStrike">
              <a:solidFill>
                <a:srgbClr val="000000"/>
              </a:solidFill>
              <a:latin typeface="Carlito"/>
              <a:ea typeface="Carlito"/>
              <a:cs typeface="Carlito"/>
              <a:sym typeface="Carlito"/>
            </a:endParaRPr>
          </a:p>
          <a:p>
            <a:pPr indent="-342900" lvl="0" marL="355600" marR="0" rtl="0" algn="l">
              <a:lnSpc>
                <a:spcPct val="100000"/>
              </a:lnSpc>
              <a:spcBef>
                <a:spcPts val="770"/>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run program from </a:t>
            </a:r>
            <a:r>
              <a:rPr b="0" i="0" lang="en-US" sz="3200" u="none" cap="none" strike="noStrike">
                <a:solidFill>
                  <a:srgbClr val="000000"/>
                </a:solidFill>
                <a:latin typeface="Courier New"/>
                <a:ea typeface="Courier New"/>
                <a:cs typeface="Courier New"/>
                <a:sym typeface="Courier New"/>
              </a:rPr>
              <a:t>gdb</a:t>
            </a:r>
            <a:endParaRPr b="0" i="0" sz="32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3800"/>
              <a:buFont typeface="Arial"/>
              <a:buNone/>
            </a:pPr>
            <a:r>
              <a:t/>
            </a:r>
            <a:endParaRPr b="0" i="0" sz="3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50"/>
              </a:spcBef>
              <a:spcAft>
                <a:spcPts val="0"/>
              </a:spcAft>
              <a:buClr>
                <a:srgbClr val="000000"/>
              </a:buClr>
              <a:buSzPts val="3900"/>
              <a:buFont typeface="Arial"/>
              <a:buNone/>
            </a:pPr>
            <a:r>
              <a:t/>
            </a:r>
            <a:endParaRPr b="0" i="0" sz="39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
              </a:spcBef>
              <a:spcAft>
                <a:spcPts val="0"/>
              </a:spcAft>
              <a:buClr>
                <a:srgbClr val="000000"/>
              </a:buClr>
              <a:buSzPts val="2800"/>
              <a:buFont typeface="Arial"/>
              <a:buNone/>
            </a:pPr>
            <a:r>
              <a:rPr lang="en-US" sz="2800">
                <a:latin typeface="Courier New"/>
                <a:ea typeface="Courier New"/>
                <a:cs typeface="Courier New"/>
                <a:sym typeface="Courier New"/>
              </a:rPr>
              <a:t>$ ./file</a:t>
            </a:r>
            <a:endParaRPr sz="2800">
              <a:latin typeface="Courier New"/>
              <a:ea typeface="Courier New"/>
              <a:cs typeface="Courier New"/>
              <a:sym typeface="Courier New"/>
            </a:endParaRPr>
          </a:p>
          <a:p>
            <a:pPr indent="0" lvl="0" marL="12700" marR="0" rtl="0" algn="l">
              <a:lnSpc>
                <a:spcPct val="100000"/>
              </a:lnSpc>
              <a:spcBef>
                <a:spcPts val="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gdb </a:t>
            </a:r>
            <a:r>
              <a:rPr b="0" i="1" lang="en-US" sz="2800" u="none" cap="none" strike="noStrike">
                <a:solidFill>
                  <a:srgbClr val="000000"/>
                </a:solidFill>
                <a:latin typeface="Carlito"/>
                <a:ea typeface="Carlito"/>
                <a:cs typeface="Carlito"/>
                <a:sym typeface="Carlito"/>
              </a:rPr>
              <a:t>file</a:t>
            </a:r>
            <a:endParaRPr b="0" i="0" sz="2800" u="none" cap="none" strike="noStrike">
              <a:solidFill>
                <a:srgbClr val="000000"/>
              </a:solidFill>
              <a:latin typeface="Carlito"/>
              <a:ea typeface="Carlito"/>
              <a:cs typeface="Carlito"/>
              <a:sym typeface="Carlito"/>
            </a:endParaRPr>
          </a:p>
          <a:p>
            <a:pPr indent="0" lvl="0" marL="12700" marR="0" rtl="0" algn="l">
              <a:lnSpc>
                <a:spcPct val="100000"/>
              </a:lnSpc>
              <a:spcBef>
                <a:spcPts val="63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a:t>
            </a:r>
            <a:endParaRPr b="0" i="0" sz="2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705"/>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(gdb) </a:t>
            </a:r>
            <a:r>
              <a:rPr b="0" i="1" lang="en-US" sz="2800" u="none" cap="none" strike="noStrike">
                <a:solidFill>
                  <a:srgbClr val="000000"/>
                </a:solidFill>
                <a:latin typeface="Carlito"/>
                <a:ea typeface="Carlito"/>
                <a:cs typeface="Carlito"/>
                <a:sym typeface="Carlito"/>
              </a:rPr>
              <a:t>command</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grpSp>
        <p:nvGrpSpPr>
          <p:cNvPr id="731" name="Google Shape;731;g26ae2a73202_0_0"/>
          <p:cNvGrpSpPr/>
          <p:nvPr/>
        </p:nvGrpSpPr>
        <p:grpSpPr>
          <a:xfrm>
            <a:off x="446531" y="930402"/>
            <a:ext cx="6617100" cy="4619100"/>
            <a:chOff x="446531" y="930402"/>
            <a:chExt cx="6617100" cy="4619100"/>
          </a:xfrm>
        </p:grpSpPr>
        <p:sp>
          <p:nvSpPr>
            <p:cNvPr id="732" name="Google Shape;732;g26ae2a73202_0_0"/>
            <p:cNvSpPr/>
            <p:nvPr/>
          </p:nvSpPr>
          <p:spPr>
            <a:xfrm>
              <a:off x="446531" y="930402"/>
              <a:ext cx="6617100" cy="46191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33" name="Google Shape;733;g26ae2a73202_0_0"/>
            <p:cNvSpPr/>
            <p:nvPr/>
          </p:nvSpPr>
          <p:spPr>
            <a:xfrm>
              <a:off x="640842" y="1124712"/>
              <a:ext cx="6030600" cy="40326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734" name="Google Shape;734;g26ae2a73202_0_0"/>
          <p:cNvSpPr txBox="1"/>
          <p:nvPr>
            <p:ph type="title"/>
          </p:nvPr>
        </p:nvSpPr>
        <p:spPr>
          <a:xfrm>
            <a:off x="763016" y="163830"/>
            <a:ext cx="6298500" cy="6894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Translation and Startup</a:t>
            </a:r>
            <a:endParaRPr/>
          </a:p>
        </p:txBody>
      </p:sp>
      <p:sp>
        <p:nvSpPr>
          <p:cNvPr id="735" name="Google Shape;735;g26ae2a73202_0_0"/>
          <p:cNvSpPr txBox="1"/>
          <p:nvPr/>
        </p:nvSpPr>
        <p:spPr>
          <a:xfrm>
            <a:off x="3527805" y="1440688"/>
            <a:ext cx="2515200" cy="5670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latin typeface="Arial"/>
                <a:ea typeface="Arial"/>
                <a:cs typeface="Arial"/>
                <a:sym typeface="Arial"/>
              </a:rPr>
              <a:t>Many compilers produce  object modules directly</a:t>
            </a:r>
            <a:endParaRPr sz="1800">
              <a:latin typeface="Arial"/>
              <a:ea typeface="Arial"/>
              <a:cs typeface="Arial"/>
              <a:sym typeface="Arial"/>
            </a:endParaRPr>
          </a:p>
        </p:txBody>
      </p:sp>
      <p:grpSp>
        <p:nvGrpSpPr>
          <p:cNvPr id="736" name="Google Shape;736;g26ae2a73202_0_0"/>
          <p:cNvGrpSpPr/>
          <p:nvPr/>
        </p:nvGrpSpPr>
        <p:grpSpPr>
          <a:xfrm>
            <a:off x="2586863" y="1266013"/>
            <a:ext cx="4463034" cy="3113201"/>
            <a:chOff x="2586863" y="1266013"/>
            <a:chExt cx="4463034" cy="3113201"/>
          </a:xfrm>
        </p:grpSpPr>
        <p:sp>
          <p:nvSpPr>
            <p:cNvPr id="737" name="Google Shape;737;g26ae2a73202_0_0"/>
            <p:cNvSpPr/>
            <p:nvPr/>
          </p:nvSpPr>
          <p:spPr>
            <a:xfrm>
              <a:off x="2586863" y="1266013"/>
              <a:ext cx="1127760" cy="1241425"/>
            </a:xfrm>
            <a:custGeom>
              <a:rect b="b" l="l" r="r" t="t"/>
              <a:pathLst>
                <a:path extrusionOk="0" h="1241425" w="1127760">
                  <a:moveTo>
                    <a:pt x="0" y="19353"/>
                  </a:moveTo>
                  <a:lnTo>
                    <a:pt x="39131" y="0"/>
                  </a:lnTo>
                  <a:lnTo>
                    <a:pt x="86169" y="922"/>
                  </a:lnTo>
                  <a:lnTo>
                    <a:pt x="135302" y="20871"/>
                  </a:lnTo>
                  <a:lnTo>
                    <a:pt x="180720" y="58596"/>
                  </a:lnTo>
                  <a:lnTo>
                    <a:pt x="530098" y="446581"/>
                  </a:lnTo>
                  <a:lnTo>
                    <a:pt x="575442" y="484306"/>
                  </a:lnTo>
                  <a:lnTo>
                    <a:pt x="624538" y="504255"/>
                  </a:lnTo>
                  <a:lnTo>
                    <a:pt x="671562" y="505178"/>
                  </a:lnTo>
                  <a:lnTo>
                    <a:pt x="710691" y="485824"/>
                  </a:lnTo>
                  <a:lnTo>
                    <a:pt x="687341" y="522698"/>
                  </a:lnTo>
                  <a:lnTo>
                    <a:pt x="683339" y="569549"/>
                  </a:lnTo>
                  <a:lnTo>
                    <a:pt x="698029" y="620448"/>
                  </a:lnTo>
                  <a:lnTo>
                    <a:pt x="730758" y="669466"/>
                  </a:lnTo>
                  <a:lnTo>
                    <a:pt x="1080135" y="1057451"/>
                  </a:lnTo>
                  <a:lnTo>
                    <a:pt x="1112936" y="1106543"/>
                  </a:lnTo>
                  <a:lnTo>
                    <a:pt x="1127664" y="1157479"/>
                  </a:lnTo>
                  <a:lnTo>
                    <a:pt x="1123676" y="1204344"/>
                  </a:lnTo>
                  <a:lnTo>
                    <a:pt x="1100327" y="124122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38" name="Google Shape;738;g26ae2a73202_0_0"/>
            <p:cNvSpPr/>
            <p:nvPr/>
          </p:nvSpPr>
          <p:spPr>
            <a:xfrm>
              <a:off x="6833997" y="2998089"/>
              <a:ext cx="215900" cy="1381125"/>
            </a:xfrm>
            <a:custGeom>
              <a:rect b="b" l="l" r="r" t="t"/>
              <a:pathLst>
                <a:path extrusionOk="0" h="1381125" w="215900">
                  <a:moveTo>
                    <a:pt x="0" y="0"/>
                  </a:moveTo>
                  <a:lnTo>
                    <a:pt x="41975" y="9876"/>
                  </a:lnTo>
                  <a:lnTo>
                    <a:pt x="76247" y="36814"/>
                  </a:lnTo>
                  <a:lnTo>
                    <a:pt x="99351" y="76777"/>
                  </a:lnTo>
                  <a:lnTo>
                    <a:pt x="107823" y="125730"/>
                  </a:lnTo>
                  <a:lnTo>
                    <a:pt x="107823" y="564641"/>
                  </a:lnTo>
                  <a:lnTo>
                    <a:pt x="116294" y="613594"/>
                  </a:lnTo>
                  <a:lnTo>
                    <a:pt x="139398" y="653557"/>
                  </a:lnTo>
                  <a:lnTo>
                    <a:pt x="173670" y="680495"/>
                  </a:lnTo>
                  <a:lnTo>
                    <a:pt x="215646" y="690372"/>
                  </a:lnTo>
                  <a:lnTo>
                    <a:pt x="173670" y="700248"/>
                  </a:lnTo>
                  <a:lnTo>
                    <a:pt x="139398" y="727186"/>
                  </a:lnTo>
                  <a:lnTo>
                    <a:pt x="116294" y="767149"/>
                  </a:lnTo>
                  <a:lnTo>
                    <a:pt x="107823" y="816102"/>
                  </a:lnTo>
                  <a:lnTo>
                    <a:pt x="107823" y="1255014"/>
                  </a:lnTo>
                  <a:lnTo>
                    <a:pt x="99351" y="1303966"/>
                  </a:lnTo>
                  <a:lnTo>
                    <a:pt x="76247" y="1343929"/>
                  </a:lnTo>
                  <a:lnTo>
                    <a:pt x="41975" y="1370867"/>
                  </a:lnTo>
                  <a:lnTo>
                    <a:pt x="0" y="1380744"/>
                  </a:lnTo>
                </a:path>
              </a:pathLst>
            </a:custGeom>
            <a:noFill/>
            <a:ln cap="flat" cmpd="sng" w="9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739" name="Google Shape;739;g26ae2a73202_0_0"/>
          <p:cNvSpPr txBox="1"/>
          <p:nvPr/>
        </p:nvSpPr>
        <p:spPr>
          <a:xfrm>
            <a:off x="7128509" y="3601466"/>
            <a:ext cx="1308600" cy="289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latin typeface="Arial"/>
                <a:ea typeface="Arial"/>
                <a:cs typeface="Arial"/>
                <a:sym typeface="Arial"/>
              </a:rPr>
              <a:t>Static linking</a:t>
            </a:r>
            <a:endParaRPr sz="1800">
              <a:latin typeface="Arial"/>
              <a:ea typeface="Arial"/>
              <a:cs typeface="Arial"/>
              <a:sym typeface="Arial"/>
            </a:endParaRPr>
          </a:p>
        </p:txBody>
      </p:sp>
      <p:sp>
        <p:nvSpPr>
          <p:cNvPr id="740" name="Google Shape;740;g26ae2a73202_0_0"/>
          <p:cNvSpPr/>
          <p:nvPr/>
        </p:nvSpPr>
        <p:spPr>
          <a:xfrm>
            <a:off x="8777478" y="0"/>
            <a:ext cx="367029" cy="4375785"/>
          </a:xfrm>
          <a:custGeom>
            <a:rect b="b" l="l" r="r" t="t"/>
            <a:pathLst>
              <a:path extrusionOk="0" h="4375785" w="367029">
                <a:moveTo>
                  <a:pt x="366522" y="0"/>
                </a:moveTo>
                <a:lnTo>
                  <a:pt x="0" y="0"/>
                </a:lnTo>
                <a:lnTo>
                  <a:pt x="0" y="4375404"/>
                </a:lnTo>
                <a:lnTo>
                  <a:pt x="366522" y="4375404"/>
                </a:lnTo>
                <a:lnTo>
                  <a:pt x="366522" y="0"/>
                </a:lnTo>
                <a:close/>
              </a:path>
            </a:pathLst>
          </a:custGeom>
          <a:solidFill>
            <a:srgbClr val="9FC9D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41" name="Google Shape;741;g26ae2a73202_0_0"/>
          <p:cNvSpPr txBox="1"/>
          <p:nvPr/>
        </p:nvSpPr>
        <p:spPr>
          <a:xfrm rot="5400000">
            <a:off x="6856045" y="2041939"/>
            <a:ext cx="4203600" cy="277200"/>
          </a:xfrm>
          <a:prstGeom prst="rect">
            <a:avLst/>
          </a:prstGeom>
          <a:noFill/>
          <a:ln>
            <a:noFill/>
          </a:ln>
        </p:spPr>
        <p:txBody>
          <a:bodyPr anchorCtr="0" anchor="t" bIns="0" lIns="0" spcFirstLastPara="1" rIns="0" wrap="square" tIns="0">
            <a:spAutoFit/>
          </a:bodyPr>
          <a:lstStyle/>
          <a:p>
            <a:pPr indent="0" lvl="0" marL="12700" marR="0" rtl="0" algn="l">
              <a:lnSpc>
                <a:spcPct val="116111"/>
              </a:lnSpc>
              <a:spcBef>
                <a:spcPts val="0"/>
              </a:spcBef>
              <a:spcAft>
                <a:spcPts val="0"/>
              </a:spcAft>
              <a:buNone/>
            </a:pPr>
            <a:r>
              <a:rPr lang="en-US" sz="1800">
                <a:solidFill>
                  <a:srgbClr val="EBEAAC"/>
                </a:solidFill>
                <a:latin typeface="Arial"/>
                <a:ea typeface="Arial"/>
                <a:cs typeface="Arial"/>
                <a:sym typeface="Arial"/>
              </a:rPr>
              <a:t>§2.12 Translating and Starting a Program</a:t>
            </a:r>
            <a:endParaRPr sz="1800">
              <a:latin typeface="Arial"/>
              <a:ea typeface="Arial"/>
              <a:cs typeface="Arial"/>
              <a:sym typeface="Arial"/>
            </a:endParaRPr>
          </a:p>
        </p:txBody>
      </p:sp>
      <p:sp>
        <p:nvSpPr>
          <p:cNvPr id="742" name="Google Shape;742;g26ae2a73202_0_0"/>
          <p:cNvSpPr txBox="1"/>
          <p:nvPr>
            <p:ph idx="12" type="sldNum"/>
          </p:nvPr>
        </p:nvSpPr>
        <p:spPr>
          <a:xfrm>
            <a:off x="6583680" y="6377940"/>
            <a:ext cx="2103000" cy="2772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sp>
        <p:nvSpPr>
          <p:cNvPr id="743" name="Google Shape;743;g26ae2a73202_0_0"/>
          <p:cNvSpPr txBox="1"/>
          <p:nvPr/>
        </p:nvSpPr>
        <p:spPr>
          <a:xfrm>
            <a:off x="793241" y="5205729"/>
            <a:ext cx="7747500" cy="11211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800">
                <a:latin typeface="Arial"/>
                <a:ea typeface="Arial"/>
                <a:cs typeface="Arial"/>
                <a:sym typeface="Arial"/>
              </a:rPr>
              <a:t>UNIX</a:t>
            </a:r>
            <a:r>
              <a:rPr lang="en-US" sz="1800">
                <a:latin typeface="Arial"/>
                <a:ea typeface="Arial"/>
                <a:cs typeface="Arial"/>
                <a:sym typeface="Arial"/>
              </a:rPr>
              <a:t>: C source files are named x.c, assembly files are x.s, object files are  named x.o, statically linked library routines are x.a, dynamically linked library  routes are x.so, and executable fi les by default are called a.out.</a:t>
            </a:r>
            <a:endParaRPr sz="1800">
              <a:latin typeface="Arial"/>
              <a:ea typeface="Arial"/>
              <a:cs typeface="Arial"/>
              <a:sym typeface="Arial"/>
            </a:endParaRPr>
          </a:p>
          <a:p>
            <a:pPr indent="0" lvl="0" marL="12700" marR="0" rtl="0" algn="l">
              <a:lnSpc>
                <a:spcPct val="100000"/>
              </a:lnSpc>
              <a:spcBef>
                <a:spcPts val="0"/>
              </a:spcBef>
              <a:spcAft>
                <a:spcPts val="0"/>
              </a:spcAft>
              <a:buNone/>
            </a:pPr>
            <a:r>
              <a:rPr b="1" lang="en-US" sz="1800">
                <a:latin typeface="Arial"/>
                <a:ea typeface="Arial"/>
                <a:cs typeface="Arial"/>
                <a:sym typeface="Arial"/>
              </a:rPr>
              <a:t>MS-DOS </a:t>
            </a:r>
            <a:r>
              <a:rPr lang="en-US" sz="1800">
                <a:latin typeface="Arial"/>
                <a:ea typeface="Arial"/>
                <a:cs typeface="Arial"/>
                <a:sym typeface="Arial"/>
              </a:rPr>
              <a:t>uses the .C, .ASM, .OBJ, .LIB, .DLL, and .EXE to the same effect.</a:t>
            </a:r>
            <a:endParaRPr sz="1800">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7" name="Shape 747"/>
        <p:cNvGrpSpPr/>
        <p:nvPr/>
      </p:nvGrpSpPr>
      <p:grpSpPr>
        <a:xfrm>
          <a:off x="0" y="0"/>
          <a:ext cx="0" cy="0"/>
          <a:chOff x="0" y="0"/>
          <a:chExt cx="0" cy="0"/>
        </a:xfrm>
      </p:grpSpPr>
      <p:sp>
        <p:nvSpPr>
          <p:cNvPr id="748" name="Google Shape;748;p39"/>
          <p:cNvSpPr txBox="1"/>
          <p:nvPr>
            <p:ph type="title"/>
          </p:nvPr>
        </p:nvSpPr>
        <p:spPr>
          <a:xfrm>
            <a:off x="1877060" y="462279"/>
            <a:ext cx="538988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Tracing and debuggging</a:t>
            </a:r>
            <a:endParaRPr/>
          </a:p>
        </p:txBody>
      </p:sp>
      <p:sp>
        <p:nvSpPr>
          <p:cNvPr id="749" name="Google Shape;749;p39"/>
          <p:cNvSpPr txBox="1"/>
          <p:nvPr/>
        </p:nvSpPr>
        <p:spPr>
          <a:xfrm>
            <a:off x="535940" y="1505153"/>
            <a:ext cx="7703820" cy="4813935"/>
          </a:xfrm>
          <a:prstGeom prst="rect">
            <a:avLst/>
          </a:prstGeom>
          <a:noFill/>
          <a:ln>
            <a:noFill/>
          </a:ln>
        </p:spPr>
        <p:txBody>
          <a:bodyPr anchorCtr="0" anchor="t" bIns="0" lIns="0" spcFirstLastPara="1" rIns="0" wrap="square" tIns="109850">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ourier New"/>
                <a:ea typeface="Courier New"/>
                <a:cs typeface="Courier New"/>
                <a:sym typeface="Courier New"/>
              </a:rPr>
              <a:t>q(uit) </a:t>
            </a:r>
            <a:r>
              <a:rPr b="0" i="0" lang="en-US" sz="2800" u="none" cap="none" strike="noStrike">
                <a:solidFill>
                  <a:srgbClr val="000000"/>
                </a:solidFill>
                <a:latin typeface="Carlito"/>
                <a:ea typeface="Carlito"/>
                <a:cs typeface="Carlito"/>
                <a:sym typeface="Carlito"/>
              </a:rPr>
              <a:t>- </a:t>
            </a:r>
            <a:r>
              <a:rPr b="0" i="0" lang="en-US" sz="3200" u="none" cap="none" strike="noStrike">
                <a:solidFill>
                  <a:srgbClr val="000000"/>
                </a:solidFill>
                <a:latin typeface="Carlito"/>
                <a:ea typeface="Carlito"/>
                <a:cs typeface="Carlito"/>
                <a:sym typeface="Carlito"/>
              </a:rPr>
              <a:t>return to shell</a:t>
            </a:r>
            <a:endParaRPr b="0" i="0" sz="3200" u="none" cap="none" strike="noStrike">
              <a:solidFill>
                <a:srgbClr val="000000"/>
              </a:solidFill>
              <a:latin typeface="Carlito"/>
              <a:ea typeface="Carlito"/>
              <a:cs typeface="Carlito"/>
              <a:sym typeface="Carlito"/>
            </a:endParaRPr>
          </a:p>
          <a:p>
            <a:pPr indent="-342900" lvl="0" marL="355600" marR="5080" rtl="0" algn="l">
              <a:lnSpc>
                <a:spcPct val="100899"/>
              </a:lnSpc>
              <a:spcBef>
                <a:spcPts val="735"/>
              </a:spcBef>
              <a:spcAft>
                <a:spcPts val="0"/>
              </a:spcAft>
              <a:buClr>
                <a:srgbClr val="000000"/>
              </a:buClr>
              <a:buSzPts val="2800"/>
              <a:buFont typeface="Arial"/>
              <a:buChar char="•"/>
            </a:pPr>
            <a:r>
              <a:rPr b="0" i="0" lang="en-US" sz="2800" u="none" cap="none" strike="noStrike">
                <a:solidFill>
                  <a:srgbClr val="000000"/>
                </a:solidFill>
                <a:latin typeface="Courier New"/>
                <a:ea typeface="Courier New"/>
                <a:cs typeface="Courier New"/>
                <a:sym typeface="Courier New"/>
              </a:rPr>
              <a:t>l(ist) </a:t>
            </a:r>
            <a:r>
              <a:rPr b="0" i="0" lang="en-US" sz="2800" u="none" cap="none" strike="noStrike">
                <a:solidFill>
                  <a:srgbClr val="000000"/>
                </a:solidFill>
                <a:latin typeface="Carlito"/>
                <a:ea typeface="Carlito"/>
                <a:cs typeface="Carlito"/>
                <a:sym typeface="Carlito"/>
              </a:rPr>
              <a:t>- </a:t>
            </a:r>
            <a:r>
              <a:rPr b="0" i="0" lang="en-US" sz="3200" u="none" cap="none" strike="noStrike">
                <a:solidFill>
                  <a:srgbClr val="000000"/>
                </a:solidFill>
                <a:latin typeface="Carlito"/>
                <a:ea typeface="Carlito"/>
                <a:cs typeface="Carlito"/>
                <a:sym typeface="Carlito"/>
              </a:rPr>
              <a:t>show program - may need to press  return</a:t>
            </a:r>
            <a:endParaRPr b="0" i="0" sz="3200" u="none" cap="none" strike="noStrike">
              <a:solidFill>
                <a:srgbClr val="000000"/>
              </a:solidFill>
              <a:latin typeface="Carlito"/>
              <a:ea typeface="Carlito"/>
              <a:cs typeface="Carlito"/>
              <a:sym typeface="Carlito"/>
            </a:endParaRPr>
          </a:p>
          <a:p>
            <a:pPr indent="-342900" lvl="0" marL="355600" marR="0" rtl="0" algn="l">
              <a:lnSpc>
                <a:spcPct val="100000"/>
              </a:lnSpc>
              <a:spcBef>
                <a:spcPts val="590"/>
              </a:spcBef>
              <a:spcAft>
                <a:spcPts val="0"/>
              </a:spcAft>
              <a:buClr>
                <a:srgbClr val="000000"/>
              </a:buClr>
              <a:buSzPts val="2800"/>
              <a:buFont typeface="Arial"/>
              <a:buChar char="•"/>
            </a:pPr>
            <a:r>
              <a:rPr b="0" i="0" lang="en-US" sz="2800" u="none" cap="none" strike="noStrike">
                <a:solidFill>
                  <a:srgbClr val="000000"/>
                </a:solidFill>
                <a:latin typeface="Courier New"/>
                <a:ea typeface="Courier New"/>
                <a:cs typeface="Courier New"/>
                <a:sym typeface="Courier New"/>
              </a:rPr>
              <a:t>r(un) </a:t>
            </a:r>
            <a:r>
              <a:rPr b="0" i="0" lang="en-US" sz="2800" u="none" cap="none" strike="noStrike">
                <a:solidFill>
                  <a:srgbClr val="000000"/>
                </a:solidFill>
                <a:latin typeface="Carlito"/>
                <a:ea typeface="Carlito"/>
                <a:cs typeface="Carlito"/>
                <a:sym typeface="Carlito"/>
              </a:rPr>
              <a:t>- run program</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815"/>
              </a:spcBef>
              <a:spcAft>
                <a:spcPts val="0"/>
              </a:spcAft>
              <a:buClr>
                <a:srgbClr val="000000"/>
              </a:buClr>
              <a:buSzPts val="2800"/>
              <a:buFont typeface="Arial"/>
              <a:buChar char="•"/>
            </a:pPr>
            <a:r>
              <a:rPr b="0" i="0" lang="en-US" sz="2800" u="none" cap="none" strike="noStrike">
                <a:solidFill>
                  <a:srgbClr val="000000"/>
                </a:solidFill>
                <a:latin typeface="Courier New"/>
                <a:ea typeface="Courier New"/>
                <a:cs typeface="Courier New"/>
                <a:sym typeface="Courier New"/>
              </a:rPr>
              <a:t>b(reak) </a:t>
            </a:r>
            <a:r>
              <a:rPr b="0" i="1" lang="en-US" sz="2800" u="none" cap="none" strike="noStrike">
                <a:solidFill>
                  <a:srgbClr val="000000"/>
                </a:solidFill>
                <a:latin typeface="Carlito"/>
                <a:ea typeface="Carlito"/>
                <a:cs typeface="Carlito"/>
                <a:sym typeface="Carlito"/>
              </a:rPr>
              <a:t>number	</a:t>
            </a:r>
            <a:r>
              <a:rPr b="0" i="0" lang="en-US" sz="2800" u="none" cap="none" strike="noStrike">
                <a:solidFill>
                  <a:srgbClr val="000000"/>
                </a:solidFill>
                <a:latin typeface="Courier New"/>
                <a:ea typeface="Courier New"/>
                <a:cs typeface="Courier New"/>
                <a:sym typeface="Courier New"/>
              </a:rPr>
              <a:t>- </a:t>
            </a:r>
            <a:r>
              <a:rPr b="0" i="0" lang="en-US" sz="3200" u="none" cap="none" strike="noStrike">
                <a:solidFill>
                  <a:srgbClr val="000000"/>
                </a:solidFill>
                <a:latin typeface="Carlito"/>
                <a:ea typeface="Carlito"/>
                <a:cs typeface="Carlito"/>
                <a:sym typeface="Carlito"/>
              </a:rPr>
              <a:t>set breakpoint at line</a:t>
            </a:r>
            <a:endParaRPr b="0" i="0" sz="3200" u="none" cap="none" strike="noStrike">
              <a:solidFill>
                <a:srgbClr val="000000"/>
              </a:solidFill>
              <a:latin typeface="Carlito"/>
              <a:ea typeface="Carlito"/>
              <a:cs typeface="Carlito"/>
              <a:sym typeface="Carlito"/>
            </a:endParaRPr>
          </a:p>
          <a:p>
            <a:pPr indent="0" lvl="0" marL="355600" marR="0" rtl="0" algn="l">
              <a:lnSpc>
                <a:spcPct val="100000"/>
              </a:lnSpc>
              <a:spcBef>
                <a:spcPts val="35"/>
              </a:spcBef>
              <a:spcAft>
                <a:spcPts val="0"/>
              </a:spcAft>
              <a:buClr>
                <a:srgbClr val="000000"/>
              </a:buClr>
              <a:buSzPts val="3200"/>
              <a:buFont typeface="Arial"/>
              <a:buNone/>
            </a:pPr>
            <a:r>
              <a:rPr b="0" i="1" lang="en-US" sz="3200" u="none" cap="none" strike="noStrike">
                <a:solidFill>
                  <a:srgbClr val="000000"/>
                </a:solidFill>
                <a:latin typeface="Carlito"/>
                <a:ea typeface="Carlito"/>
                <a:cs typeface="Carlito"/>
                <a:sym typeface="Carlito"/>
              </a:rPr>
              <a:t>number</a:t>
            </a:r>
            <a:endParaRPr b="0" i="0" sz="3200" u="none" cap="none" strike="noStrike">
              <a:solidFill>
                <a:srgbClr val="000000"/>
              </a:solidFill>
              <a:latin typeface="Carlito"/>
              <a:ea typeface="Carlito"/>
              <a:cs typeface="Carlito"/>
              <a:sym typeface="Carlito"/>
            </a:endParaRPr>
          </a:p>
          <a:p>
            <a:pPr indent="-285750" lvl="1" marL="755650" marR="0" rtl="0" algn="l">
              <a:lnSpc>
                <a:spcPct val="100000"/>
              </a:lnSpc>
              <a:spcBef>
                <a:spcPts val="70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program pauses at breakpoint</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can set multiple breakpoints</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can also set break points at labels	&amp; addresses</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3" name="Shape 753"/>
        <p:cNvGrpSpPr/>
        <p:nvPr/>
      </p:nvGrpSpPr>
      <p:grpSpPr>
        <a:xfrm>
          <a:off x="0" y="0"/>
          <a:ext cx="0" cy="0"/>
          <a:chOff x="0" y="0"/>
          <a:chExt cx="0" cy="0"/>
        </a:xfrm>
      </p:grpSpPr>
      <p:sp>
        <p:nvSpPr>
          <p:cNvPr id="754" name="Google Shape;754;p40"/>
          <p:cNvSpPr txBox="1"/>
          <p:nvPr>
            <p:ph type="title"/>
          </p:nvPr>
        </p:nvSpPr>
        <p:spPr>
          <a:xfrm>
            <a:off x="1877060" y="462279"/>
            <a:ext cx="538988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Tracing and debuggging</a:t>
            </a:r>
            <a:endParaRPr/>
          </a:p>
        </p:txBody>
      </p:sp>
      <p:sp>
        <p:nvSpPr>
          <p:cNvPr id="755" name="Google Shape;755;p40"/>
          <p:cNvSpPr txBox="1"/>
          <p:nvPr/>
        </p:nvSpPr>
        <p:spPr>
          <a:xfrm>
            <a:off x="535940" y="1505153"/>
            <a:ext cx="7402195" cy="3785870"/>
          </a:xfrm>
          <a:prstGeom prst="rect">
            <a:avLst/>
          </a:prstGeom>
          <a:noFill/>
          <a:ln>
            <a:noFill/>
          </a:ln>
        </p:spPr>
        <p:txBody>
          <a:bodyPr anchorCtr="0" anchor="t" bIns="0" lIns="0" spcFirstLastPara="1" rIns="0" wrap="square" tIns="109850">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ourier New"/>
                <a:ea typeface="Courier New"/>
                <a:cs typeface="Courier New"/>
                <a:sym typeface="Courier New"/>
              </a:rPr>
              <a:t>i(nfo) r - </a:t>
            </a:r>
            <a:r>
              <a:rPr b="0" i="0" lang="en-US" sz="3200" u="none" cap="none" strike="noStrike">
                <a:solidFill>
                  <a:srgbClr val="000000"/>
                </a:solidFill>
                <a:latin typeface="Carlito"/>
                <a:ea typeface="Carlito"/>
                <a:cs typeface="Carlito"/>
                <a:sym typeface="Carlito"/>
              </a:rPr>
              <a:t>show registers</a:t>
            </a:r>
            <a:endParaRPr b="0" i="0" sz="3200" u="none" cap="none" strike="noStrike">
              <a:solidFill>
                <a:srgbClr val="000000"/>
              </a:solidFill>
              <a:latin typeface="Carlito"/>
              <a:ea typeface="Carlito"/>
              <a:cs typeface="Carlito"/>
              <a:sym typeface="Carlito"/>
            </a:endParaRPr>
          </a:p>
          <a:p>
            <a:pPr indent="-342900" lvl="0" marL="355600" marR="387985" rtl="0" algn="l">
              <a:lnSpc>
                <a:spcPct val="100899"/>
              </a:lnSpc>
              <a:spcBef>
                <a:spcPts val="735"/>
              </a:spcBef>
              <a:spcAft>
                <a:spcPts val="0"/>
              </a:spcAft>
              <a:buClr>
                <a:srgbClr val="000000"/>
              </a:buClr>
              <a:buSzPts val="2800"/>
              <a:buFont typeface="Arial"/>
              <a:buChar char="•"/>
            </a:pPr>
            <a:r>
              <a:rPr b="0" i="0" lang="en-US" sz="2800" u="none" cap="none" strike="noStrike">
                <a:solidFill>
                  <a:srgbClr val="000000"/>
                </a:solidFill>
                <a:latin typeface="Courier New"/>
                <a:ea typeface="Courier New"/>
                <a:cs typeface="Courier New"/>
                <a:sym typeface="Courier New"/>
              </a:rPr>
              <a:t>c(continue) </a:t>
            </a:r>
            <a:r>
              <a:rPr b="0" i="0" lang="en-US" sz="2800" u="none" cap="none" strike="noStrike">
                <a:solidFill>
                  <a:srgbClr val="000000"/>
                </a:solidFill>
                <a:latin typeface="Carlito"/>
                <a:ea typeface="Carlito"/>
                <a:cs typeface="Carlito"/>
                <a:sym typeface="Carlito"/>
              </a:rPr>
              <a:t>- </a:t>
            </a:r>
            <a:r>
              <a:rPr b="0" i="0" lang="en-US" sz="3200" u="none" cap="none" strike="noStrike">
                <a:solidFill>
                  <a:srgbClr val="000000"/>
                </a:solidFill>
                <a:latin typeface="Carlito"/>
                <a:ea typeface="Carlito"/>
                <a:cs typeface="Carlito"/>
                <a:sym typeface="Carlito"/>
              </a:rPr>
              <a:t>continue execution after  breakpoint</a:t>
            </a:r>
            <a:endParaRPr b="0" i="0" sz="3200" u="none" cap="none" strike="noStrike">
              <a:solidFill>
                <a:srgbClr val="000000"/>
              </a:solidFill>
              <a:latin typeface="Carlito"/>
              <a:ea typeface="Carlito"/>
              <a:cs typeface="Carlito"/>
              <a:sym typeface="Carlito"/>
            </a:endParaRPr>
          </a:p>
          <a:p>
            <a:pPr indent="-342900" lvl="0" marL="355600" marR="0" rtl="0" algn="l">
              <a:lnSpc>
                <a:spcPct val="100000"/>
              </a:lnSpc>
              <a:spcBef>
                <a:spcPts val="590"/>
              </a:spcBef>
              <a:spcAft>
                <a:spcPts val="0"/>
              </a:spcAft>
              <a:buClr>
                <a:srgbClr val="000000"/>
              </a:buClr>
              <a:buSzPts val="2800"/>
              <a:buFont typeface="Arial"/>
              <a:buChar char="•"/>
            </a:pPr>
            <a:r>
              <a:rPr b="0" i="0" lang="en-US" sz="2800" u="none" cap="none" strike="noStrike">
                <a:solidFill>
                  <a:srgbClr val="000000"/>
                </a:solidFill>
                <a:latin typeface="Courier New"/>
                <a:ea typeface="Courier New"/>
                <a:cs typeface="Courier New"/>
                <a:sym typeface="Courier New"/>
              </a:rPr>
              <a:t>s(tep) </a:t>
            </a:r>
            <a:r>
              <a:rPr b="0" i="0" lang="en-US" sz="2800" u="none" cap="none" strike="noStrike">
                <a:solidFill>
                  <a:srgbClr val="000000"/>
                </a:solidFill>
                <a:latin typeface="Carlito"/>
                <a:ea typeface="Carlito"/>
                <a:cs typeface="Carlito"/>
                <a:sym typeface="Carlito"/>
              </a:rPr>
              <a:t>- execute next instruction</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ourier New"/>
                <a:ea typeface="Courier New"/>
                <a:cs typeface="Courier New"/>
                <a:sym typeface="Courier New"/>
              </a:rPr>
              <a:t>i(info) b </a:t>
            </a:r>
            <a:r>
              <a:rPr b="0" i="0" lang="en-US" sz="2800" u="none" cap="none" strike="noStrike">
                <a:solidFill>
                  <a:srgbClr val="000000"/>
                </a:solidFill>
                <a:latin typeface="Carlito"/>
                <a:ea typeface="Carlito"/>
                <a:cs typeface="Carlito"/>
                <a:sym typeface="Carlito"/>
              </a:rPr>
              <a:t>- show breakpoints</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820"/>
              </a:spcBef>
              <a:spcAft>
                <a:spcPts val="0"/>
              </a:spcAft>
              <a:buClr>
                <a:srgbClr val="000000"/>
              </a:buClr>
              <a:buSzPts val="2800"/>
              <a:buFont typeface="Arial"/>
              <a:buChar char="•"/>
            </a:pPr>
            <a:r>
              <a:rPr b="0" i="0" lang="en-US" sz="2800" u="none" cap="none" strike="noStrike">
                <a:solidFill>
                  <a:srgbClr val="000000"/>
                </a:solidFill>
                <a:latin typeface="Courier New"/>
                <a:ea typeface="Courier New"/>
                <a:cs typeface="Courier New"/>
                <a:sym typeface="Courier New"/>
              </a:rPr>
              <a:t>d(delete) </a:t>
            </a:r>
            <a:r>
              <a:rPr b="0" i="1" lang="en-US" sz="2800" u="none" cap="none" strike="noStrike">
                <a:solidFill>
                  <a:srgbClr val="000000"/>
                </a:solidFill>
                <a:latin typeface="Carlito"/>
                <a:ea typeface="Carlito"/>
                <a:cs typeface="Carlito"/>
                <a:sym typeface="Carlito"/>
              </a:rPr>
              <a:t>number	</a:t>
            </a:r>
            <a:r>
              <a:rPr b="0" i="0" lang="en-US" sz="2800" u="none" cap="none" strike="noStrike">
                <a:solidFill>
                  <a:srgbClr val="000000"/>
                </a:solidFill>
                <a:latin typeface="Courier New"/>
                <a:ea typeface="Courier New"/>
                <a:cs typeface="Courier New"/>
                <a:sym typeface="Courier New"/>
              </a:rPr>
              <a:t>- </a:t>
            </a:r>
            <a:r>
              <a:rPr b="0" i="0" lang="en-US" sz="3200" u="none" cap="none" strike="noStrike">
                <a:solidFill>
                  <a:srgbClr val="000000"/>
                </a:solidFill>
                <a:latin typeface="Carlito"/>
                <a:ea typeface="Carlito"/>
                <a:cs typeface="Carlito"/>
                <a:sym typeface="Carlito"/>
              </a:rPr>
              <a:t>remove breakpoint</a:t>
            </a:r>
            <a:endParaRPr b="0" i="0" sz="3200" u="none" cap="none" strike="noStrike">
              <a:solidFill>
                <a:srgbClr val="000000"/>
              </a:solidFill>
              <a:latin typeface="Carlito"/>
              <a:ea typeface="Carlito"/>
              <a:cs typeface="Carlito"/>
              <a:sym typeface="Carlito"/>
            </a:endParaRPr>
          </a:p>
          <a:p>
            <a:pPr indent="0" lvl="0" marL="355600" marR="0" rtl="0" algn="l">
              <a:lnSpc>
                <a:spcPct val="100000"/>
              </a:lnSpc>
              <a:spcBef>
                <a:spcPts val="35"/>
              </a:spcBef>
              <a:spcAft>
                <a:spcPts val="0"/>
              </a:spcAft>
              <a:buClr>
                <a:srgbClr val="000000"/>
              </a:buClr>
              <a:buSzPts val="3200"/>
              <a:buFont typeface="Arial"/>
              <a:buNone/>
            </a:pPr>
            <a:r>
              <a:rPr b="0" i="1" lang="en-US" sz="3200" u="none" cap="none" strike="noStrike">
                <a:solidFill>
                  <a:srgbClr val="000000"/>
                </a:solidFill>
                <a:latin typeface="Carlito"/>
                <a:ea typeface="Carlito"/>
                <a:cs typeface="Carlito"/>
                <a:sym typeface="Carlito"/>
              </a:rPr>
              <a:t>number</a:t>
            </a:r>
            <a:endParaRPr b="0" i="0" sz="3200" u="none" cap="none" strike="noStrike">
              <a:solidFill>
                <a:srgbClr val="000000"/>
              </a:solidFill>
              <a:latin typeface="Carlito"/>
              <a:ea typeface="Carlito"/>
              <a:cs typeface="Carlito"/>
              <a:sym typeface="Carli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9" name="Shape 759"/>
        <p:cNvGrpSpPr/>
        <p:nvPr/>
      </p:nvGrpSpPr>
      <p:grpSpPr>
        <a:xfrm>
          <a:off x="0" y="0"/>
          <a:ext cx="0" cy="0"/>
          <a:chOff x="0" y="0"/>
          <a:chExt cx="0" cy="0"/>
        </a:xfrm>
      </p:grpSpPr>
      <p:sp>
        <p:nvSpPr>
          <p:cNvPr id="760" name="Google Shape;760;p41"/>
          <p:cNvSpPr txBox="1"/>
          <p:nvPr>
            <p:ph type="title"/>
          </p:nvPr>
        </p:nvSpPr>
        <p:spPr>
          <a:xfrm>
            <a:off x="2011172" y="462279"/>
            <a:ext cx="512064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Tracing and debugging</a:t>
            </a:r>
            <a:endParaRPr/>
          </a:p>
        </p:txBody>
      </p:sp>
      <p:sp>
        <p:nvSpPr>
          <p:cNvPr id="761" name="Google Shape;761;p41"/>
          <p:cNvSpPr txBox="1"/>
          <p:nvPr/>
        </p:nvSpPr>
        <p:spPr>
          <a:xfrm>
            <a:off x="535940" y="1506333"/>
            <a:ext cx="7033259" cy="3763645"/>
          </a:xfrm>
          <a:prstGeom prst="rect">
            <a:avLst/>
          </a:prstGeom>
          <a:noFill/>
          <a:ln>
            <a:noFill/>
          </a:ln>
        </p:spPr>
        <p:txBody>
          <a:bodyPr anchorCtr="0" anchor="t" bIns="0" lIns="0" spcFirstLastPara="1" rIns="0" wrap="square" tIns="113650">
            <a:spAutoFit/>
          </a:bodyPr>
          <a:lstStyle/>
          <a:p>
            <a:pPr indent="-342900" lvl="0" marL="3556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to trace</a:t>
            </a:r>
            <a:endParaRPr b="0" i="0" sz="3200" u="none" cap="none" strike="noStrike">
              <a:solidFill>
                <a:srgbClr val="000000"/>
              </a:solidFill>
              <a:latin typeface="Carlito"/>
              <a:ea typeface="Carlito"/>
              <a:cs typeface="Carlito"/>
              <a:sym typeface="Carlito"/>
            </a:endParaRPr>
          </a:p>
          <a:p>
            <a:pPr indent="-285750" lvl="1" marL="755650" marR="0" rtl="0" algn="l">
              <a:lnSpc>
                <a:spcPct val="100000"/>
              </a:lnSpc>
              <a:spcBef>
                <a:spcPts val="70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set breakpoint at start of program</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step	&amp; show registers</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745"/>
              </a:spcBef>
              <a:spcAft>
                <a:spcPts val="0"/>
              </a:spcAft>
              <a:buClr>
                <a:srgbClr val="000000"/>
              </a:buClr>
              <a:buSzPts val="3200"/>
              <a:buFont typeface="Arial"/>
              <a:buChar char="•"/>
            </a:pPr>
            <a:r>
              <a:rPr b="0" i="0" lang="en-US" sz="3200" u="none" cap="none" strike="noStrike">
                <a:solidFill>
                  <a:srgbClr val="000000"/>
                </a:solidFill>
                <a:latin typeface="Carlito"/>
                <a:ea typeface="Carlito"/>
                <a:cs typeface="Carlito"/>
                <a:sym typeface="Carlito"/>
              </a:rPr>
              <a:t>to debug</a:t>
            </a:r>
            <a:endParaRPr b="0" i="0" sz="3200" u="none" cap="none" strike="noStrike">
              <a:solidFill>
                <a:srgbClr val="000000"/>
              </a:solidFill>
              <a:latin typeface="Carlito"/>
              <a:ea typeface="Carlito"/>
              <a:cs typeface="Carlito"/>
              <a:sym typeface="Carlito"/>
            </a:endParaRPr>
          </a:p>
          <a:p>
            <a:pPr indent="-285750" lvl="1" marL="755650" marR="0" rtl="0" algn="l">
              <a:lnSpc>
                <a:spcPct val="100000"/>
              </a:lnSpc>
              <a:spcBef>
                <a:spcPts val="70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set breakpoints at salient points in program</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e.g. at start or ends of loops</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continue/step &amp; show registers</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65" name="Shape 765"/>
        <p:cNvGrpSpPr/>
        <p:nvPr/>
      </p:nvGrpSpPr>
      <p:grpSpPr>
        <a:xfrm>
          <a:off x="0" y="0"/>
          <a:ext cx="0" cy="0"/>
          <a:chOff x="0" y="0"/>
          <a:chExt cx="0" cy="0"/>
        </a:xfrm>
      </p:grpSpPr>
      <p:sp>
        <p:nvSpPr>
          <p:cNvPr id="766" name="Google Shape;766;p42"/>
          <p:cNvSpPr txBox="1"/>
          <p:nvPr>
            <p:ph type="title"/>
          </p:nvPr>
        </p:nvSpPr>
        <p:spPr>
          <a:xfrm>
            <a:off x="2011172" y="462279"/>
            <a:ext cx="512064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Tracing and debugging</a:t>
            </a:r>
            <a:endParaRPr/>
          </a:p>
        </p:txBody>
      </p:sp>
      <p:sp>
        <p:nvSpPr>
          <p:cNvPr id="767" name="Google Shape;767;p42"/>
          <p:cNvSpPr txBox="1"/>
          <p:nvPr/>
        </p:nvSpPr>
        <p:spPr>
          <a:xfrm>
            <a:off x="535940" y="1610613"/>
            <a:ext cx="3610610" cy="1863089"/>
          </a:xfrm>
          <a:prstGeom prst="rect">
            <a:avLst/>
          </a:prstGeom>
          <a:noFill/>
          <a:ln>
            <a:noFill/>
          </a:ln>
        </p:spPr>
        <p:txBody>
          <a:bodyPr anchorCtr="0" anchor="t" bIns="0" lIns="0" spcFirstLastPara="1" rIns="0" wrap="square" tIns="38100">
            <a:spAutoFit/>
          </a:bodyPr>
          <a:lstStyle/>
          <a:p>
            <a:pPr indent="-342900" lvl="0" marL="355600" marR="5080" rtl="0" algn="l">
              <a:lnSpc>
                <a:spcPct val="116071"/>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e.g. suppose mult  program is in </a:t>
            </a:r>
            <a:r>
              <a:rPr b="0" i="0" lang="en-US" sz="2800" u="none" cap="none" strike="noStrike">
                <a:solidFill>
                  <a:srgbClr val="000000"/>
                </a:solidFill>
                <a:latin typeface="Courier New"/>
                <a:ea typeface="Courier New"/>
                <a:cs typeface="Courier New"/>
                <a:sym typeface="Courier New"/>
              </a:rPr>
              <a:t>mult.s</a:t>
            </a:r>
            <a:endParaRPr b="0" i="0" sz="2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2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 as -g -o mult.o mult.s</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 ld -o mult mult.s</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4"/>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 gdb mult</a:t>
            </a:r>
            <a:endParaRPr b="0" i="0" sz="1800" u="none" cap="none" strike="noStrike">
              <a:solidFill>
                <a:srgbClr val="000000"/>
              </a:solidFill>
              <a:latin typeface="Courier New"/>
              <a:ea typeface="Courier New"/>
              <a:cs typeface="Courier New"/>
              <a:sym typeface="Courier New"/>
            </a:endParaRPr>
          </a:p>
        </p:txBody>
      </p:sp>
      <p:graphicFrame>
        <p:nvGraphicFramePr>
          <p:cNvPr id="768" name="Google Shape;768;p42"/>
          <p:cNvGraphicFramePr/>
          <p:nvPr/>
        </p:nvGraphicFramePr>
        <p:xfrm>
          <a:off x="516890" y="3553688"/>
          <a:ext cx="3000000" cy="3000000"/>
        </p:xfrm>
        <a:graphic>
          <a:graphicData uri="http://schemas.openxmlformats.org/drawingml/2006/table">
            <a:tbl>
              <a:tblPr bandRow="1" firstRow="1">
                <a:noFill/>
                <a:tableStyleId>{A208092A-0E1D-4A29-AAB8-C88494F253AD}</a:tableStyleId>
              </a:tblPr>
              <a:tblGrid>
                <a:gridCol w="782950"/>
                <a:gridCol w="525775"/>
                <a:gridCol w="603250"/>
                <a:gridCol w="477525"/>
                <a:gridCol w="782950"/>
              </a:tblGrid>
              <a:tr h="294325">
                <a:tc>
                  <a:txBody>
                    <a:bodyPr/>
                    <a:lstStyle/>
                    <a:p>
                      <a:pPr indent="0" lvl="0" marL="3175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gridSpan="2">
                  <a:txBody>
                    <a:bodyPr/>
                    <a:lstStyle/>
                    <a:p>
                      <a:pPr indent="0" lvl="0" marL="0" marR="3175"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c hMerge="1"/>
                <a:tc gridSpan="2" rowSpan="2">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c rowSpan="2" hMerge="1"/>
              </a:tr>
              <a:tr h="32915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(gdb)</a:t>
                      </a:r>
                      <a:endParaRPr sz="1800" u="none" cap="none" strike="noStrike">
                        <a:latin typeface="Courier New"/>
                        <a:ea typeface="Courier New"/>
                        <a:cs typeface="Courier New"/>
                        <a:sym typeface="Courier New"/>
                      </a:endParaRPr>
                    </a:p>
                  </a:txBody>
                  <a:tcPr marT="0" marB="0" marR="0" marL="0"/>
                </a:tc>
                <a:tc gridSpan="2">
                  <a:txBody>
                    <a:bodyPr/>
                    <a:lstStyle/>
                    <a:p>
                      <a:pPr indent="0" lvl="0" marL="67310" marR="3175"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l</a:t>
                      </a:r>
                      <a:endParaRPr sz="1800" u="none" cap="none" strike="noStrike">
                        <a:latin typeface="Courier New"/>
                        <a:ea typeface="Courier New"/>
                        <a:cs typeface="Courier New"/>
                        <a:sym typeface="Courier New"/>
                      </a:endParaRPr>
                    </a:p>
                  </a:txBody>
                  <a:tcPr marT="0" marB="0" marR="0" marL="0"/>
                </a:tc>
                <a:tc hMerge="1"/>
                <a:tc gridSpan="2" vMerge="1"/>
                <a:tc hMerge="1" vMerge="1"/>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0" marB="0" marR="0" marL="0"/>
                </a:tc>
                <a:tc gridSpan="2">
                  <a:txBody>
                    <a:bodyPr/>
                    <a:lstStyle/>
                    <a:p>
                      <a:pPr indent="0" lvl="0" marL="16319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.global</a:t>
                      </a:r>
                      <a:endParaRPr sz="1800" u="none" cap="none" strike="noStrike">
                        <a:latin typeface="Courier New"/>
                        <a:ea typeface="Courier New"/>
                        <a:cs typeface="Courier New"/>
                        <a:sym typeface="Courier New"/>
                      </a:endParaRPr>
                    </a:p>
                  </a:txBody>
                  <a:tcPr marT="0" marB="0" marR="0" marL="0"/>
                </a:tc>
                <a:tc hMerge="1"/>
                <a:tc gridSpan="2">
                  <a:txBody>
                    <a:bodyPr/>
                    <a:lstStyle/>
                    <a:p>
                      <a:pPr indent="0" lvl="0" marL="13589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_start</a:t>
                      </a:r>
                      <a:endParaRPr sz="1800" u="none" cap="none" strike="noStrike">
                        <a:latin typeface="Courier New"/>
                        <a:ea typeface="Courier New"/>
                        <a:cs typeface="Courier New"/>
                        <a:sym typeface="Courier New"/>
                      </a:endParaRPr>
                    </a:p>
                  </a:txBody>
                  <a:tcPr marT="0" marB="0" marR="0" marL="0"/>
                </a:tc>
                <a:tc hMerge="1"/>
              </a:tr>
              <a:tr h="2940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2</a:t>
                      </a:r>
                      <a:endParaRPr sz="1800" u="none" cap="none" strike="noStrike">
                        <a:latin typeface="Courier New"/>
                        <a:ea typeface="Courier New"/>
                        <a:cs typeface="Courier New"/>
                        <a:sym typeface="Courier New"/>
                      </a:endParaRPr>
                    </a:p>
                  </a:txBody>
                  <a:tcPr marT="0" marB="0" marR="0" marL="0"/>
                </a:tc>
                <a:tc gridSpan="2">
                  <a:txBody>
                    <a:bodyPr/>
                    <a:lstStyle/>
                    <a:p>
                      <a:pPr indent="0" lvl="0" marL="0" marR="3175"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c hMerge="1"/>
                <a:tc gridSpan="2">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c hMerge="1"/>
              </a:tr>
              <a:tr h="364300">
                <a:tc gridSpan="2">
                  <a:txBody>
                    <a:bodyPr/>
                    <a:lstStyle/>
                    <a:p>
                      <a:pPr indent="0" lvl="0" marL="3175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 _start:</a:t>
                      </a:r>
                      <a:endParaRPr sz="1800" u="none" cap="none" strike="noStrike">
                        <a:latin typeface="Courier New"/>
                        <a:ea typeface="Courier New"/>
                        <a:cs typeface="Courier New"/>
                        <a:sym typeface="Courier New"/>
                      </a:endParaRPr>
                    </a:p>
                  </a:txBody>
                  <a:tcPr marT="31750" marB="0" marR="0" marL="0"/>
                </a:tc>
                <a:tc hMerge="1"/>
                <a:tc>
                  <a:txBody>
                    <a:bodyPr/>
                    <a:lstStyle/>
                    <a:p>
                      <a:pPr indent="0" lvl="0" marL="0" marR="3175"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r>
              <a:tr h="329175">
                <a:tc gridSpan="2">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4</a:t>
                      </a:r>
                      <a:endParaRPr sz="1800" u="none" cap="none" strike="noStrike">
                        <a:latin typeface="Courier New"/>
                        <a:ea typeface="Courier New"/>
                        <a:cs typeface="Courier New"/>
                        <a:sym typeface="Courier New"/>
                      </a:endParaRPr>
                    </a:p>
                  </a:txBody>
                  <a:tcPr marT="0" marB="0" marR="0" marL="0"/>
                </a:tc>
                <a:tc hMerge="1"/>
                <a:tc>
                  <a:txBody>
                    <a:bodyPr/>
                    <a:lstStyle/>
                    <a:p>
                      <a:pPr indent="0" lvl="0" marL="46990" marR="3175"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MOV</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#X</a:t>
                      </a:r>
                      <a:endParaRPr sz="1800" u="none" cap="none" strike="noStrike">
                        <a:latin typeface="Courier New"/>
                        <a:ea typeface="Courier New"/>
                        <a:cs typeface="Courier New"/>
                        <a:sym typeface="Courier New"/>
                      </a:endParaRPr>
                    </a:p>
                  </a:txBody>
                  <a:tcPr marT="0" marB="0" marR="0" marL="0"/>
                </a:tc>
              </a:tr>
              <a:tr h="329200">
                <a:tc gridSpan="2">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5</a:t>
                      </a:r>
                      <a:endParaRPr sz="1800" u="none" cap="none" strike="noStrike">
                        <a:latin typeface="Courier New"/>
                        <a:ea typeface="Courier New"/>
                        <a:cs typeface="Courier New"/>
                        <a:sym typeface="Courier New"/>
                      </a:endParaRPr>
                    </a:p>
                  </a:txBody>
                  <a:tcPr marT="0" marB="0" marR="0" marL="0"/>
                </a:tc>
                <a:tc hMerge="1"/>
                <a:tc>
                  <a:txBody>
                    <a:bodyPr/>
                    <a:lstStyle/>
                    <a:p>
                      <a:pPr indent="0" lvl="0" marL="46990" marR="3175"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MOV</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#Y</a:t>
                      </a:r>
                      <a:endParaRPr sz="1800" u="none" cap="none" strike="noStrike">
                        <a:latin typeface="Courier New"/>
                        <a:ea typeface="Courier New"/>
                        <a:cs typeface="Courier New"/>
                        <a:sym typeface="Courier New"/>
                      </a:endParaRPr>
                    </a:p>
                  </a:txBody>
                  <a:tcPr marT="0" marB="0" marR="0" marL="0"/>
                </a:tc>
              </a:tr>
              <a:tr h="329450">
                <a:tc gridSpan="2">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6</a:t>
                      </a:r>
                      <a:endParaRPr sz="1800" u="none" cap="none" strike="noStrike">
                        <a:latin typeface="Courier New"/>
                        <a:ea typeface="Courier New"/>
                        <a:cs typeface="Courier New"/>
                        <a:sym typeface="Courier New"/>
                      </a:endParaRPr>
                    </a:p>
                  </a:txBody>
                  <a:tcPr marT="0" marB="0" marR="0" marL="0"/>
                </a:tc>
                <a:tc hMerge="1"/>
                <a:tc>
                  <a:txBody>
                    <a:bodyPr/>
                    <a:lstStyle/>
                    <a:p>
                      <a:pPr indent="0" lvl="0" marL="46990" marR="3175"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MOV</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R3,</a:t>
                      </a:r>
                      <a:endParaRPr sz="1800" u="none" cap="none" strike="noStrike">
                        <a:latin typeface="Courier New"/>
                        <a:ea typeface="Courier New"/>
                        <a:cs typeface="Courier New"/>
                        <a:sym typeface="Courier New"/>
                      </a:endParaRPr>
                    </a:p>
                  </a:txBody>
                  <a:tcPr marT="0" marB="0" marR="0" marL="0"/>
                </a:tc>
                <a:tc>
                  <a:txBody>
                    <a:bodyPr/>
                    <a:lstStyle/>
                    <a:p>
                      <a:pPr indent="0" lvl="0" marL="6731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#0x00</a:t>
                      </a:r>
                      <a:endParaRPr sz="1800" u="none" cap="none" strike="noStrike">
                        <a:latin typeface="Courier New"/>
                        <a:ea typeface="Courier New"/>
                        <a:cs typeface="Courier New"/>
                        <a:sym typeface="Courier New"/>
                      </a:endParaRPr>
                    </a:p>
                  </a:txBody>
                  <a:tcPr marT="0" marB="0" marR="0" marL="0"/>
                </a:tc>
              </a:tr>
              <a:tr h="294025">
                <a:tc gridSpan="2">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7 _loop:</a:t>
                      </a:r>
                      <a:endParaRPr sz="1800" u="none" cap="none" strike="noStrike">
                        <a:latin typeface="Courier New"/>
                        <a:ea typeface="Courier New"/>
                        <a:cs typeface="Courier New"/>
                        <a:sym typeface="Courier New"/>
                      </a:endParaRPr>
                    </a:p>
                  </a:txBody>
                  <a:tcPr marT="0" marB="0" marR="0" marL="0"/>
                </a:tc>
                <a:tc hMerge="1"/>
                <a:tc>
                  <a:txBody>
                    <a:bodyPr/>
                    <a:lstStyle/>
                    <a:p>
                      <a:pPr indent="0" lvl="0" marL="0" marR="3175"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r>
            </a:tbl>
          </a:graphicData>
        </a:graphic>
      </p:graphicFrame>
      <p:graphicFrame>
        <p:nvGraphicFramePr>
          <p:cNvPr id="769" name="Google Shape;769;p42"/>
          <p:cNvGraphicFramePr/>
          <p:nvPr/>
        </p:nvGraphicFramePr>
        <p:xfrm>
          <a:off x="4708144" y="1657790"/>
          <a:ext cx="3000000" cy="3000000"/>
        </p:xfrm>
        <a:graphic>
          <a:graphicData uri="http://schemas.openxmlformats.org/drawingml/2006/table">
            <a:tbl>
              <a:tblPr bandRow="1" firstRow="1">
                <a:noFill/>
                <a:tableStyleId>{A208092A-0E1D-4A29-AAB8-C88494F253AD}</a:tableStyleId>
              </a:tblPr>
              <a:tblGrid>
                <a:gridCol w="1035675"/>
                <a:gridCol w="777250"/>
                <a:gridCol w="1352550"/>
              </a:tblGrid>
              <a:tr h="294075">
                <a:tc>
                  <a:txBody>
                    <a:bodyPr/>
                    <a:lstStyle/>
                    <a:p>
                      <a:pPr indent="0" lvl="0" marL="3175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8</a:t>
                      </a:r>
                      <a:endParaRPr sz="1800" u="none" cap="none" strike="noStrike">
                        <a:latin typeface="Courier New"/>
                        <a:ea typeface="Courier New"/>
                        <a:cs typeface="Courier New"/>
                        <a:sym typeface="Courier New"/>
                      </a:endParaRPr>
                    </a:p>
                  </a:txBody>
                  <a:tcPr marT="0" marB="0" marR="0" marL="0"/>
                </a:tc>
                <a:tc>
                  <a:txBody>
                    <a:bodyPr/>
                    <a:lstStyle/>
                    <a:p>
                      <a:pPr indent="0" lvl="0" marL="32004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CMP</a:t>
                      </a:r>
                      <a:endParaRPr sz="1800" u="none" cap="none" strike="noStrike">
                        <a:latin typeface="Courier New"/>
                        <a:ea typeface="Courier New"/>
                        <a:cs typeface="Courier New"/>
                        <a:sym typeface="Courier New"/>
                      </a:endParaRPr>
                    </a:p>
                  </a:txBody>
                  <a:tcPr marT="0" marB="0" marR="0" marL="0"/>
                </a:tc>
                <a:tc>
                  <a:txBody>
                    <a:bodyPr/>
                    <a:lstStyle/>
                    <a:p>
                      <a:pPr indent="0" lvl="0" marL="8890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R2,#0x00</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9</a:t>
                      </a:r>
                      <a:endParaRPr sz="1800" u="none" cap="none" strike="noStrike">
                        <a:latin typeface="Courier New"/>
                        <a:ea typeface="Courier New"/>
                        <a:cs typeface="Courier New"/>
                        <a:sym typeface="Courier New"/>
                      </a:endParaRPr>
                    </a:p>
                  </a:txBody>
                  <a:tcPr marT="0" marB="0" marR="0" marL="0"/>
                </a:tc>
                <a:tc>
                  <a:txBody>
                    <a:bodyPr/>
                    <a:lstStyle/>
                    <a:p>
                      <a:pPr indent="0" lvl="0" marL="32004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BEQ</a:t>
                      </a:r>
                      <a:endParaRPr sz="1800" u="none" cap="none" strike="noStrike">
                        <a:latin typeface="Courier New"/>
                        <a:ea typeface="Courier New"/>
                        <a:cs typeface="Courier New"/>
                        <a:sym typeface="Courier New"/>
                      </a:endParaRPr>
                    </a:p>
                  </a:txBody>
                  <a:tcPr marT="0" marB="0" marR="0" marL="0"/>
                </a:tc>
                <a:tc>
                  <a:txBody>
                    <a:bodyPr/>
                    <a:lstStyle/>
                    <a:p>
                      <a:pPr indent="0" lvl="0" marL="8890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_exit</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0" marB="0" marR="0" marL="0"/>
                </a:tc>
                <a:tc>
                  <a:txBody>
                    <a:bodyPr/>
                    <a:lstStyle/>
                    <a:p>
                      <a:pPr indent="0" lvl="0" marL="32004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ADD</a:t>
                      </a:r>
                      <a:endParaRPr sz="1800" u="none" cap="none" strike="noStrike">
                        <a:latin typeface="Courier New"/>
                        <a:ea typeface="Courier New"/>
                        <a:cs typeface="Courier New"/>
                        <a:sym typeface="Courier New"/>
                      </a:endParaRPr>
                    </a:p>
                  </a:txBody>
                  <a:tcPr marT="0" marB="0" marR="0" marL="0"/>
                </a:tc>
                <a:tc>
                  <a:txBody>
                    <a:bodyPr/>
                    <a:lstStyle/>
                    <a:p>
                      <a:pPr indent="0" lvl="0" marL="8890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R3, R1</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(gdb)</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r>
              <a:tr h="32920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11</a:t>
                      </a:r>
                      <a:endParaRPr sz="1800" u="none" cap="none" strike="noStrike">
                        <a:latin typeface="Courier New"/>
                        <a:ea typeface="Courier New"/>
                        <a:cs typeface="Courier New"/>
                        <a:sym typeface="Courier New"/>
                      </a:endParaRPr>
                    </a:p>
                  </a:txBody>
                  <a:tcPr marT="0" marB="0" marR="0" marL="0"/>
                </a:tc>
                <a:tc>
                  <a:txBody>
                    <a:bodyPr/>
                    <a:lstStyle/>
                    <a:p>
                      <a:pPr indent="0" lvl="0" marL="32004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SUB</a:t>
                      </a:r>
                      <a:endParaRPr sz="1800" u="none" cap="none" strike="noStrike">
                        <a:latin typeface="Courier New"/>
                        <a:ea typeface="Courier New"/>
                        <a:cs typeface="Courier New"/>
                        <a:sym typeface="Courier New"/>
                      </a:endParaRPr>
                    </a:p>
                  </a:txBody>
                  <a:tcPr marT="0" marB="0" marR="0" marL="0"/>
                </a:tc>
                <a:tc>
                  <a:txBody>
                    <a:bodyPr/>
                    <a:lstStyle/>
                    <a:p>
                      <a:pPr indent="0" lvl="0" marL="8890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R2, #0x01</a:t>
                      </a:r>
                      <a:endParaRPr sz="1800" u="none" cap="none" strike="noStrike">
                        <a:latin typeface="Courier New"/>
                        <a:ea typeface="Courier New"/>
                        <a:cs typeface="Courier New"/>
                        <a:sym typeface="Courier New"/>
                      </a:endParaRPr>
                    </a:p>
                  </a:txBody>
                  <a:tcPr marT="0" marB="0" marR="0" marL="0"/>
                </a:tc>
              </a:tr>
              <a:tr h="2943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12</a:t>
                      </a:r>
                      <a:endParaRPr sz="1800" u="none" cap="none" strike="noStrike">
                        <a:latin typeface="Courier New"/>
                        <a:ea typeface="Courier New"/>
                        <a:cs typeface="Courier New"/>
                        <a:sym typeface="Courier New"/>
                      </a:endParaRPr>
                    </a:p>
                  </a:txBody>
                  <a:tcPr marT="0" marB="0" marR="0" marL="0"/>
                </a:tc>
                <a:tc>
                  <a:txBody>
                    <a:bodyPr/>
                    <a:lstStyle/>
                    <a:p>
                      <a:pPr indent="0" lvl="0" marL="32004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0" marB="0" marR="0" marL="0"/>
                </a:tc>
                <a:tc>
                  <a:txBody>
                    <a:bodyPr/>
                    <a:lstStyle/>
                    <a:p>
                      <a:pPr indent="0" lvl="0" marL="4699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_loop</a:t>
                      </a:r>
                      <a:endParaRPr sz="1800" u="none" cap="none" strike="noStrike">
                        <a:latin typeface="Courier New"/>
                        <a:ea typeface="Courier New"/>
                        <a:cs typeface="Courier New"/>
                        <a:sym typeface="Courier New"/>
                      </a:endParaRPr>
                    </a:p>
                  </a:txBody>
                  <a:tcPr marT="0" marB="0" marR="0" marL="0"/>
                </a:tc>
              </a:tr>
            </a:tbl>
          </a:graphicData>
        </a:graphic>
      </p:graphicFrame>
      <p:sp>
        <p:nvSpPr>
          <p:cNvPr id="770" name="Google Shape;770;p42"/>
          <p:cNvSpPr txBox="1"/>
          <p:nvPr/>
        </p:nvSpPr>
        <p:spPr>
          <a:xfrm>
            <a:off x="4727194" y="3527297"/>
            <a:ext cx="1256030" cy="2000885"/>
          </a:xfrm>
          <a:prstGeom prst="rect">
            <a:avLst/>
          </a:prstGeom>
          <a:noFill/>
          <a:ln>
            <a:noFill/>
          </a:ln>
        </p:spPr>
        <p:txBody>
          <a:bodyPr anchorCtr="0" anchor="t" bIns="0" lIns="0" spcFirstLastPara="1" rIns="0" wrap="square" tIns="12700">
            <a:spAutoFit/>
          </a:bodyPr>
          <a:lstStyle/>
          <a:p>
            <a:pPr indent="0" lvl="0" marL="12700" marR="5080" rtl="0" algn="l">
              <a:lnSpc>
                <a:spcPct val="12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13 _exit:  14</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15</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4"/>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16</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17</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18 .data</a:t>
            </a:r>
            <a:endParaRPr b="0" i="0" sz="1800" u="none" cap="none" strike="noStrike">
              <a:solidFill>
                <a:srgbClr val="000000"/>
              </a:solidFill>
              <a:latin typeface="Courier New"/>
              <a:ea typeface="Courier New"/>
              <a:cs typeface="Courier New"/>
              <a:sym typeface="Courier New"/>
            </a:endParaRPr>
          </a:p>
        </p:txBody>
      </p:sp>
      <p:sp>
        <p:nvSpPr>
          <p:cNvPr id="771" name="Google Shape;771;p42"/>
          <p:cNvSpPr txBox="1"/>
          <p:nvPr/>
        </p:nvSpPr>
        <p:spPr>
          <a:xfrm>
            <a:off x="6051803" y="3856482"/>
            <a:ext cx="1393190" cy="1013460"/>
          </a:xfrm>
          <a:prstGeom prst="rect">
            <a:avLst/>
          </a:prstGeom>
          <a:noFill/>
          <a:ln>
            <a:noFill/>
          </a:ln>
        </p:spPr>
        <p:txBody>
          <a:bodyPr anchorCtr="0" anchor="t" bIns="0" lIns="0" spcFirstLastPara="1" rIns="0" wrap="square" tIns="12700">
            <a:spAutoFit/>
          </a:bodyPr>
          <a:lstStyle/>
          <a:p>
            <a:pPr indent="0" lvl="0" marL="12700" marR="5080" rtl="0" algn="l">
              <a:lnSpc>
                <a:spcPct val="12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MOV R0, R3  MOV R7, #1</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SWI 0</a:t>
            </a:r>
            <a:endParaRPr b="0" i="0" sz="1800" u="none" cap="none" strike="noStrike">
              <a:solidFill>
                <a:srgbClr val="000000"/>
              </a:solidFill>
              <a:latin typeface="Courier New"/>
              <a:ea typeface="Courier New"/>
              <a:cs typeface="Courier New"/>
              <a:sym typeface="Courier New"/>
            </a:endParaRPr>
          </a:p>
        </p:txBody>
      </p:sp>
      <p:sp>
        <p:nvSpPr>
          <p:cNvPr id="772" name="Google Shape;772;p42"/>
          <p:cNvSpPr txBox="1"/>
          <p:nvPr/>
        </p:nvSpPr>
        <p:spPr>
          <a:xfrm>
            <a:off x="4727194" y="5502462"/>
            <a:ext cx="1665605" cy="1013460"/>
          </a:xfrm>
          <a:prstGeom prst="rect">
            <a:avLst/>
          </a:prstGeom>
          <a:noFill/>
          <a:ln>
            <a:noFill/>
          </a:ln>
        </p:spPr>
        <p:txBody>
          <a:bodyPr anchorCtr="0" anchor="t" bIns="0" lIns="0" spcFirstLastPara="1" rIns="0" wrap="square" tIns="67300">
            <a:spAutoFit/>
          </a:bodyPr>
          <a:lstStyle/>
          <a:p>
            <a:pPr indent="-410845" lvl="0" marL="422909" marR="0" rtl="0" algn="l">
              <a:lnSpc>
                <a:spcPct val="100000"/>
              </a:lnSpc>
              <a:spcBef>
                <a:spcPts val="0"/>
              </a:spcBef>
              <a:spcAft>
                <a:spcPts val="0"/>
              </a:spcAft>
              <a:buClr>
                <a:srgbClr val="000000"/>
              </a:buClr>
              <a:buSzPts val="1800"/>
              <a:buFont typeface="Courier New"/>
              <a:buAutoNum type="arabicPlain" startAt="19"/>
            </a:pPr>
            <a:r>
              <a:rPr b="0" i="0" lang="en-US" sz="1800" u="none" cap="none" strike="noStrike">
                <a:solidFill>
                  <a:srgbClr val="000000"/>
                </a:solidFill>
                <a:latin typeface="Courier New"/>
                <a:ea typeface="Courier New"/>
                <a:cs typeface="Courier New"/>
                <a:sym typeface="Courier New"/>
              </a:rPr>
              <a:t>.equ X, 3</a:t>
            </a:r>
            <a:endParaRPr b="0" i="0" sz="1800" u="none" cap="none" strike="noStrike">
              <a:solidFill>
                <a:srgbClr val="000000"/>
              </a:solidFill>
              <a:latin typeface="Courier New"/>
              <a:ea typeface="Courier New"/>
              <a:cs typeface="Courier New"/>
              <a:sym typeface="Courier New"/>
            </a:endParaRPr>
          </a:p>
          <a:p>
            <a:pPr indent="-410845" lvl="0" marL="422909" marR="0" rtl="0" algn="l">
              <a:lnSpc>
                <a:spcPct val="100000"/>
              </a:lnSpc>
              <a:spcBef>
                <a:spcPts val="434"/>
              </a:spcBef>
              <a:spcAft>
                <a:spcPts val="0"/>
              </a:spcAft>
              <a:buClr>
                <a:srgbClr val="000000"/>
              </a:buClr>
              <a:buSzPts val="1800"/>
              <a:buFont typeface="Courier New"/>
              <a:buAutoNum type="arabicPlain" startAt="19"/>
            </a:pPr>
            <a:r>
              <a:rPr b="0" i="0" lang="en-US" sz="1800" u="none" cap="none" strike="noStrike">
                <a:solidFill>
                  <a:srgbClr val="000000"/>
                </a:solidFill>
                <a:latin typeface="Courier New"/>
                <a:ea typeface="Courier New"/>
                <a:cs typeface="Courier New"/>
                <a:sym typeface="Courier New"/>
              </a:rPr>
              <a:t>.equ Y, 4</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(gdb)</a:t>
            </a:r>
            <a:endParaRPr b="0" i="0" sz="1800" u="none" cap="none" strike="noStrike">
              <a:solidFill>
                <a:srgbClr val="000000"/>
              </a:solidFill>
              <a:latin typeface="Courier New"/>
              <a:ea typeface="Courier New"/>
              <a:cs typeface="Courier New"/>
              <a:sym typeface="Courier New"/>
            </a:endParaRPr>
          </a:p>
        </p:txBody>
      </p:sp>
      <p:sp>
        <p:nvSpPr>
          <p:cNvPr id="773" name="Google Shape;773;p42"/>
          <p:cNvSpPr/>
          <p:nvPr/>
        </p:nvSpPr>
        <p:spPr>
          <a:xfrm>
            <a:off x="4427982" y="1700783"/>
            <a:ext cx="0" cy="4608830"/>
          </a:xfrm>
          <a:custGeom>
            <a:rect b="b" l="l" r="r" t="t"/>
            <a:pathLst>
              <a:path extrusionOk="0" h="4608830" w="120000">
                <a:moveTo>
                  <a:pt x="0" y="0"/>
                </a:moveTo>
                <a:lnTo>
                  <a:pt x="0" y="4608537"/>
                </a:lnTo>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77" name="Shape 777"/>
        <p:cNvGrpSpPr/>
        <p:nvPr/>
      </p:nvGrpSpPr>
      <p:grpSpPr>
        <a:xfrm>
          <a:off x="0" y="0"/>
          <a:ext cx="0" cy="0"/>
          <a:chOff x="0" y="0"/>
          <a:chExt cx="0" cy="0"/>
        </a:xfrm>
      </p:grpSpPr>
      <p:sp>
        <p:nvSpPr>
          <p:cNvPr id="778" name="Google Shape;778;p43"/>
          <p:cNvSpPr txBox="1"/>
          <p:nvPr>
            <p:ph type="title"/>
          </p:nvPr>
        </p:nvSpPr>
        <p:spPr>
          <a:xfrm>
            <a:off x="2248154" y="462279"/>
            <a:ext cx="464629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Tracing &amp; debugging</a:t>
            </a:r>
            <a:endParaRPr/>
          </a:p>
        </p:txBody>
      </p:sp>
      <p:sp>
        <p:nvSpPr>
          <p:cNvPr id="779" name="Google Shape;779;p43"/>
          <p:cNvSpPr txBox="1"/>
          <p:nvPr/>
        </p:nvSpPr>
        <p:spPr>
          <a:xfrm>
            <a:off x="535940" y="1551939"/>
            <a:ext cx="3168650" cy="2330450"/>
          </a:xfrm>
          <a:prstGeom prst="rect">
            <a:avLst/>
          </a:prstGeom>
          <a:noFill/>
          <a:ln>
            <a:noFill/>
          </a:ln>
        </p:spPr>
        <p:txBody>
          <a:bodyPr anchorCtr="0" anchor="t" bIns="0" lIns="0" spcFirstLastPara="1" rIns="0" wrap="square" tIns="12700">
            <a:spAutoFit/>
          </a:bodyPr>
          <a:lstStyle/>
          <a:p>
            <a:pPr indent="0" lvl="0" marL="12700" marR="5080" rtl="0" algn="l">
              <a:lnSpc>
                <a:spcPct val="12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(gdb) b _start  Breakpoint 1 at 0x805b:  file mult.s, line 5  (gdb) r</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4"/>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5	MOV R2, #Y</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(gdb) i r</a:t>
            </a:r>
            <a:endParaRPr b="0" i="0" sz="1800" u="none" cap="none" strike="noStrike">
              <a:solidFill>
                <a:srgbClr val="000000"/>
              </a:solidFill>
              <a:latin typeface="Courier New"/>
              <a:ea typeface="Courier New"/>
              <a:cs typeface="Courier New"/>
              <a:sym typeface="Courier New"/>
            </a:endParaRPr>
          </a:p>
        </p:txBody>
      </p:sp>
      <p:graphicFrame>
        <p:nvGraphicFramePr>
          <p:cNvPr id="780" name="Google Shape;780;p43"/>
          <p:cNvGraphicFramePr/>
          <p:nvPr/>
        </p:nvGraphicFramePr>
        <p:xfrm>
          <a:off x="516890" y="3962332"/>
          <a:ext cx="3000000" cy="3000000"/>
        </p:xfrm>
        <a:graphic>
          <a:graphicData uri="http://schemas.openxmlformats.org/drawingml/2006/table">
            <a:tbl>
              <a:tblPr bandRow="1" firstRow="1">
                <a:noFill/>
                <a:tableStyleId>{A208092A-0E1D-4A29-AAB8-C88494F253AD}</a:tableStyleId>
              </a:tblPr>
              <a:tblGrid>
                <a:gridCol w="625475"/>
                <a:gridCol w="983625"/>
                <a:gridCol w="421000"/>
              </a:tblGrid>
              <a:tr h="294075">
                <a:tc>
                  <a:txBody>
                    <a:bodyPr/>
                    <a:lstStyle/>
                    <a:p>
                      <a:pPr indent="0" lvl="0" marL="3175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r0</a:t>
                      </a:r>
                      <a:endParaRPr sz="1800" u="none" cap="none" strike="noStrike">
                        <a:latin typeface="Courier New"/>
                        <a:ea typeface="Courier New"/>
                        <a:cs typeface="Courier New"/>
                        <a:sym typeface="Courier New"/>
                      </a:endParaRPr>
                    </a:p>
                  </a:txBody>
                  <a:tcPr marT="0" marB="0" marR="0" marL="0"/>
                </a:tc>
                <a:tc>
                  <a:txBody>
                    <a:bodyPr/>
                    <a:lstStyle/>
                    <a:p>
                      <a:pPr indent="0" lvl="0" marL="0" marR="243840" rtl="0" algn="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a:txBody>
                    <a:bodyPr/>
                    <a:lstStyle/>
                    <a:p>
                      <a:pPr indent="0" lvl="0" marL="0" marR="24384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0x3</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0" marR="24384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r>
              <a:tr h="2940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r3</a:t>
                      </a:r>
                      <a:endParaRPr sz="1800" u="none" cap="none" strike="noStrike">
                        <a:latin typeface="Courier New"/>
                        <a:ea typeface="Courier New"/>
                        <a:cs typeface="Courier New"/>
                        <a:sym typeface="Courier New"/>
                      </a:endParaRPr>
                    </a:p>
                  </a:txBody>
                  <a:tcPr marT="0" marB="0" marR="0" marL="0"/>
                </a:tc>
                <a:tc>
                  <a:txBody>
                    <a:bodyPr/>
                    <a:lstStyle/>
                    <a:p>
                      <a:pPr indent="0" lvl="0" marL="0" marR="24384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r>
            </a:tbl>
          </a:graphicData>
        </a:graphic>
      </p:graphicFrame>
      <p:sp>
        <p:nvSpPr>
          <p:cNvPr id="781" name="Google Shape;781;p43"/>
          <p:cNvSpPr txBox="1"/>
          <p:nvPr/>
        </p:nvSpPr>
        <p:spPr>
          <a:xfrm>
            <a:off x="535940" y="5173217"/>
            <a:ext cx="981710" cy="683895"/>
          </a:xfrm>
          <a:prstGeom prst="rect">
            <a:avLst/>
          </a:prstGeom>
          <a:noFill/>
          <a:ln>
            <a:noFill/>
          </a:ln>
        </p:spPr>
        <p:txBody>
          <a:bodyPr anchorCtr="0" anchor="t" bIns="0" lIns="0" spcFirstLastPara="1" rIns="0" wrap="square" tIns="12700">
            <a:spAutoFit/>
          </a:bodyPr>
          <a:lstStyle/>
          <a:p>
            <a:pPr indent="0" lvl="0" marL="12700" marR="5080" rtl="0" algn="l">
              <a:lnSpc>
                <a:spcPct val="12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(gdb) s  6</a:t>
            </a:r>
            <a:endParaRPr b="0" i="0" sz="1800" u="none" cap="none" strike="noStrike">
              <a:solidFill>
                <a:srgbClr val="000000"/>
              </a:solidFill>
              <a:latin typeface="Courier New"/>
              <a:ea typeface="Courier New"/>
              <a:cs typeface="Courier New"/>
              <a:sym typeface="Courier New"/>
            </a:endParaRPr>
          </a:p>
        </p:txBody>
      </p:sp>
      <p:sp>
        <p:nvSpPr>
          <p:cNvPr id="782" name="Google Shape;782;p43"/>
          <p:cNvSpPr txBox="1"/>
          <p:nvPr/>
        </p:nvSpPr>
        <p:spPr>
          <a:xfrm>
            <a:off x="1724151" y="5557266"/>
            <a:ext cx="12553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MOV R, #0</a:t>
            </a:r>
            <a:endParaRPr b="0" i="0" sz="1800" u="none" cap="none" strike="noStrike">
              <a:solidFill>
                <a:srgbClr val="000000"/>
              </a:solidFill>
              <a:latin typeface="Courier New"/>
              <a:ea typeface="Courier New"/>
              <a:cs typeface="Courier New"/>
              <a:sym typeface="Courier New"/>
            </a:endParaRPr>
          </a:p>
        </p:txBody>
      </p:sp>
      <p:sp>
        <p:nvSpPr>
          <p:cNvPr id="783" name="Google Shape;783;p43"/>
          <p:cNvSpPr txBox="1"/>
          <p:nvPr/>
        </p:nvSpPr>
        <p:spPr>
          <a:xfrm>
            <a:off x="4727194" y="1606803"/>
            <a:ext cx="125730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(gdb) i r</a:t>
            </a:r>
            <a:endParaRPr b="0" i="0" sz="1800" u="none" cap="none" strike="noStrike">
              <a:solidFill>
                <a:srgbClr val="000000"/>
              </a:solidFill>
              <a:latin typeface="Courier New"/>
              <a:ea typeface="Courier New"/>
              <a:cs typeface="Courier New"/>
              <a:sym typeface="Courier New"/>
            </a:endParaRPr>
          </a:p>
        </p:txBody>
      </p:sp>
      <p:graphicFrame>
        <p:nvGraphicFramePr>
          <p:cNvPr id="784" name="Google Shape;784;p43"/>
          <p:cNvGraphicFramePr/>
          <p:nvPr/>
        </p:nvGraphicFramePr>
        <p:xfrm>
          <a:off x="4708144" y="1986974"/>
          <a:ext cx="3000000" cy="3000000"/>
        </p:xfrm>
        <a:graphic>
          <a:graphicData uri="http://schemas.openxmlformats.org/drawingml/2006/table">
            <a:tbl>
              <a:tblPr bandRow="1" firstRow="1">
                <a:noFill/>
                <a:tableStyleId>{A208092A-0E1D-4A29-AAB8-C88494F253AD}</a:tableStyleId>
              </a:tblPr>
              <a:tblGrid>
                <a:gridCol w="784850"/>
                <a:gridCol w="845825"/>
                <a:gridCol w="398775"/>
              </a:tblGrid>
              <a:tr h="294075">
                <a:tc>
                  <a:txBody>
                    <a:bodyPr/>
                    <a:lstStyle/>
                    <a:p>
                      <a:pPr indent="0" lvl="0" marL="3175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r0</a:t>
                      </a:r>
                      <a:endParaRPr sz="1800" u="none" cap="none" strike="noStrike">
                        <a:latin typeface="Courier New"/>
                        <a:ea typeface="Courier New"/>
                        <a:cs typeface="Courier New"/>
                        <a:sym typeface="Courier New"/>
                      </a:endParaRPr>
                    </a:p>
                  </a:txBody>
                  <a:tcPr marT="0" marB="0" marR="0" marL="0"/>
                </a:tc>
                <a:tc>
                  <a:txBody>
                    <a:bodyPr/>
                    <a:lstStyle/>
                    <a:p>
                      <a:pPr indent="0" lvl="0" marL="0" marR="103504" rtl="0" algn="ct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a:txBody>
                    <a:bodyPr/>
                    <a:lstStyle/>
                    <a:p>
                      <a:pPr indent="0" lvl="0" marL="0" marR="103504"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0x3</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0" marR="103504"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4</a:t>
                      </a:r>
                      <a:endParaRPr sz="1800" u="none" cap="none" strike="noStrike">
                        <a:latin typeface="Courier New"/>
                        <a:ea typeface="Courier New"/>
                        <a:cs typeface="Courier New"/>
                        <a:sym typeface="Courier New"/>
                      </a:endParaRPr>
                    </a:p>
                  </a:txBody>
                  <a:tcPr marT="0" marB="0" marR="0" marL="0"/>
                </a:tc>
              </a:tr>
              <a:tr h="32920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r3</a:t>
                      </a:r>
                      <a:endParaRPr sz="1800" u="none" cap="none" strike="noStrike">
                        <a:latin typeface="Courier New"/>
                        <a:ea typeface="Courier New"/>
                        <a:cs typeface="Courier New"/>
                        <a:sym typeface="Courier New"/>
                      </a:endParaRPr>
                    </a:p>
                  </a:txBody>
                  <a:tcPr marT="0" marB="0" marR="0" marL="0"/>
                </a:tc>
                <a:tc>
                  <a:txBody>
                    <a:bodyPr/>
                    <a:lstStyle/>
                    <a:p>
                      <a:pPr indent="0" lvl="0" marL="0" marR="103504"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r>
              <a:tr h="32945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latin typeface="Times New Roman"/>
                        <a:ea typeface="Times New Roman"/>
                        <a:cs typeface="Times New Roman"/>
                        <a:sym typeface="Times New Roman"/>
                      </a:endParaRPr>
                    </a:p>
                  </a:txBody>
                  <a:tcPr marT="0" marB="0" marR="0" marL="0"/>
                </a:tc>
              </a:tr>
              <a:tr h="29402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(gdb)</a:t>
                      </a:r>
                      <a:endParaRPr sz="1800" u="none" cap="none" strike="noStrike">
                        <a:latin typeface="Courier New"/>
                        <a:ea typeface="Courier New"/>
                        <a:cs typeface="Courier New"/>
                        <a:sym typeface="Courier New"/>
                      </a:endParaRPr>
                    </a:p>
                  </a:txBody>
                  <a:tcPr marT="0" marB="0" marR="0" marL="0"/>
                </a:tc>
                <a:tc>
                  <a:txBody>
                    <a:bodyPr/>
                    <a:lstStyle/>
                    <a:p>
                      <a:pPr indent="0" lvl="0" marL="0" marR="153670"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 12</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r>
            </a:tbl>
          </a:graphicData>
        </a:graphic>
      </p:graphicFrame>
      <p:sp>
        <p:nvSpPr>
          <p:cNvPr id="785" name="Google Shape;785;p43"/>
          <p:cNvSpPr txBox="1"/>
          <p:nvPr/>
        </p:nvSpPr>
        <p:spPr>
          <a:xfrm>
            <a:off x="4727194" y="3856482"/>
            <a:ext cx="3173730" cy="1671320"/>
          </a:xfrm>
          <a:prstGeom prst="rect">
            <a:avLst/>
          </a:prstGeom>
          <a:noFill/>
          <a:ln>
            <a:noFill/>
          </a:ln>
        </p:spPr>
        <p:txBody>
          <a:bodyPr anchorCtr="0" anchor="t" bIns="0" lIns="0" spcFirstLastPara="1" rIns="0" wrap="square" tIns="12700">
            <a:spAutoFit/>
          </a:bodyPr>
          <a:lstStyle/>
          <a:p>
            <a:pPr indent="0" lvl="0" marL="12700" marR="5080" rtl="0" algn="l">
              <a:lnSpc>
                <a:spcPct val="12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Breakpoint 2 at 0x8070:  file mult.s, line 12  (gdb) c</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12	B _loop</a:t>
            </a:r>
            <a:endParaRPr b="0" i="0" sz="1800" u="none" cap="none" strike="noStrike">
              <a:solidFill>
                <a:srgbClr val="000000"/>
              </a:solidFill>
              <a:latin typeface="Courier New"/>
              <a:ea typeface="Courier New"/>
              <a:cs typeface="Courier New"/>
              <a:sym typeface="Courier New"/>
            </a:endParaRPr>
          </a:p>
        </p:txBody>
      </p:sp>
      <p:sp>
        <p:nvSpPr>
          <p:cNvPr id="786" name="Google Shape;786;p43"/>
          <p:cNvSpPr/>
          <p:nvPr/>
        </p:nvSpPr>
        <p:spPr>
          <a:xfrm>
            <a:off x="4427982" y="1700783"/>
            <a:ext cx="0" cy="4608830"/>
          </a:xfrm>
          <a:custGeom>
            <a:rect b="b" l="l" r="r" t="t"/>
            <a:pathLst>
              <a:path extrusionOk="0" h="4608830" w="120000">
                <a:moveTo>
                  <a:pt x="0" y="0"/>
                </a:moveTo>
                <a:lnTo>
                  <a:pt x="0" y="4608537"/>
                </a:lnTo>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0" name="Shape 790"/>
        <p:cNvGrpSpPr/>
        <p:nvPr/>
      </p:nvGrpSpPr>
      <p:grpSpPr>
        <a:xfrm>
          <a:off x="0" y="0"/>
          <a:ext cx="0" cy="0"/>
          <a:chOff x="0" y="0"/>
          <a:chExt cx="0" cy="0"/>
        </a:xfrm>
      </p:grpSpPr>
      <p:sp>
        <p:nvSpPr>
          <p:cNvPr id="791" name="Google Shape;791;p44"/>
          <p:cNvSpPr txBox="1"/>
          <p:nvPr>
            <p:ph type="title"/>
          </p:nvPr>
        </p:nvSpPr>
        <p:spPr>
          <a:xfrm>
            <a:off x="2248154" y="462279"/>
            <a:ext cx="464629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Tracing &amp; debugging</a:t>
            </a:r>
            <a:endParaRPr/>
          </a:p>
        </p:txBody>
      </p:sp>
      <p:sp>
        <p:nvSpPr>
          <p:cNvPr id="792" name="Google Shape;792;p44"/>
          <p:cNvSpPr txBox="1"/>
          <p:nvPr/>
        </p:nvSpPr>
        <p:spPr>
          <a:xfrm>
            <a:off x="535940" y="1606803"/>
            <a:ext cx="125603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(gdb) i r</a:t>
            </a:r>
            <a:endParaRPr b="0" i="0" sz="1800" u="none" cap="none" strike="noStrike">
              <a:solidFill>
                <a:srgbClr val="000000"/>
              </a:solidFill>
              <a:latin typeface="Courier New"/>
              <a:ea typeface="Courier New"/>
              <a:cs typeface="Courier New"/>
              <a:sym typeface="Courier New"/>
            </a:endParaRPr>
          </a:p>
        </p:txBody>
      </p:sp>
      <p:graphicFrame>
        <p:nvGraphicFramePr>
          <p:cNvPr id="793" name="Google Shape;793;p44"/>
          <p:cNvGraphicFramePr/>
          <p:nvPr/>
        </p:nvGraphicFramePr>
        <p:xfrm>
          <a:off x="516890" y="1986974"/>
          <a:ext cx="3000000" cy="3000000"/>
        </p:xfrm>
        <a:graphic>
          <a:graphicData uri="http://schemas.openxmlformats.org/drawingml/2006/table">
            <a:tbl>
              <a:tblPr bandRow="1" firstRow="1">
                <a:noFill/>
                <a:tableStyleId>{A208092A-0E1D-4A29-AAB8-C88494F253AD}</a:tableStyleId>
              </a:tblPr>
              <a:tblGrid>
                <a:gridCol w="782950"/>
                <a:gridCol w="641975"/>
                <a:gridCol w="783600"/>
              </a:tblGrid>
              <a:tr h="294075">
                <a:tc>
                  <a:txBody>
                    <a:bodyPr/>
                    <a:lstStyle/>
                    <a:p>
                      <a:pPr indent="0" lvl="0" marL="3175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r0</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435609"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0x3</a:t>
                      </a:r>
                      <a:endParaRPr sz="1800" u="none" cap="none" strike="noStrike">
                        <a:latin typeface="Courier New"/>
                        <a:ea typeface="Courier New"/>
                        <a:cs typeface="Courier New"/>
                        <a:sym typeface="Courier New"/>
                      </a:endParaRPr>
                    </a:p>
                  </a:txBody>
                  <a:tcPr marT="0" marB="0" marR="0" marL="0"/>
                </a:tc>
                <a:tc>
                  <a:txBody>
                    <a:bodyPr/>
                    <a:lstStyle/>
                    <a:p>
                      <a:pPr indent="0" lvl="0" marL="435609"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435609"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0" marB="0" marR="0" marL="0"/>
                </a:tc>
              </a:tr>
              <a:tr h="32920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r3</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435609"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0" marB="0" marR="0" marL="0"/>
                </a:tc>
              </a:tr>
              <a:tr h="32945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r>
              <a:tr h="32915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(gdb)</a:t>
                      </a:r>
                      <a:endParaRPr sz="1800" u="none" cap="none" strike="noStrike">
                        <a:latin typeface="Courier New"/>
                        <a:ea typeface="Courier New"/>
                        <a:cs typeface="Courier New"/>
                        <a:sym typeface="Courier New"/>
                      </a:endParaRPr>
                    </a:p>
                  </a:txBody>
                  <a:tcPr marT="0" marB="0" marR="0" marL="0"/>
                </a:tc>
                <a:tc>
                  <a:txBody>
                    <a:bodyPr/>
                    <a:lstStyle/>
                    <a:p>
                      <a:pPr indent="0" lvl="0" marL="6731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r>
              <a:tr h="2940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12</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0" marB="0" marR="0" marL="0"/>
                </a:tc>
                <a:tc>
                  <a:txBody>
                    <a:bodyPr/>
                    <a:lstStyle/>
                    <a:p>
                      <a:pPr indent="0" lvl="0" marL="6731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_loop</a:t>
                      </a:r>
                      <a:endParaRPr sz="1800" u="none" cap="none" strike="noStrike">
                        <a:latin typeface="Courier New"/>
                        <a:ea typeface="Courier New"/>
                        <a:cs typeface="Courier New"/>
                        <a:sym typeface="Courier New"/>
                      </a:endParaRPr>
                    </a:p>
                  </a:txBody>
                  <a:tcPr marT="0" marB="0" marR="0" marL="0"/>
                </a:tc>
              </a:tr>
            </a:tbl>
          </a:graphicData>
        </a:graphic>
      </p:graphicFrame>
      <p:sp>
        <p:nvSpPr>
          <p:cNvPr id="794" name="Google Shape;794;p44"/>
          <p:cNvSpPr txBox="1"/>
          <p:nvPr/>
        </p:nvSpPr>
        <p:spPr>
          <a:xfrm>
            <a:off x="535940" y="4569714"/>
            <a:ext cx="125603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(gdb) i r</a:t>
            </a:r>
            <a:endParaRPr b="0" i="0" sz="1800" u="none" cap="none" strike="noStrike">
              <a:solidFill>
                <a:srgbClr val="000000"/>
              </a:solidFill>
              <a:latin typeface="Courier New"/>
              <a:ea typeface="Courier New"/>
              <a:cs typeface="Courier New"/>
              <a:sym typeface="Courier New"/>
            </a:endParaRPr>
          </a:p>
        </p:txBody>
      </p:sp>
      <p:sp>
        <p:nvSpPr>
          <p:cNvPr id="795" name="Google Shape;795;p44"/>
          <p:cNvSpPr txBox="1"/>
          <p:nvPr/>
        </p:nvSpPr>
        <p:spPr>
          <a:xfrm>
            <a:off x="1450594" y="4844034"/>
            <a:ext cx="436880" cy="1343025"/>
          </a:xfrm>
          <a:prstGeom prst="rect">
            <a:avLst/>
          </a:prstGeom>
          <a:noFill/>
          <a:ln>
            <a:noFill/>
          </a:ln>
        </p:spPr>
        <p:txBody>
          <a:bodyPr anchorCtr="0" anchor="t" bIns="0" lIns="0" spcFirstLastPara="1" rIns="0" wrap="square" tIns="12700">
            <a:spAutoFit/>
          </a:bodyPr>
          <a:lstStyle/>
          <a:p>
            <a:pPr indent="0" lvl="0" marL="12700" marR="5080" rtl="0" algn="just">
              <a:lnSpc>
                <a:spcPct val="12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0x0  0x3  0x0  0x0</a:t>
            </a:r>
            <a:endParaRPr b="0" i="0" sz="1800" u="none" cap="none" strike="noStrike">
              <a:solidFill>
                <a:srgbClr val="000000"/>
              </a:solidFill>
              <a:latin typeface="Courier New"/>
              <a:ea typeface="Courier New"/>
              <a:cs typeface="Courier New"/>
              <a:sym typeface="Courier New"/>
            </a:endParaRPr>
          </a:p>
        </p:txBody>
      </p:sp>
      <p:sp>
        <p:nvSpPr>
          <p:cNvPr id="796" name="Google Shape;796;p44"/>
          <p:cNvSpPr txBox="1"/>
          <p:nvPr/>
        </p:nvSpPr>
        <p:spPr>
          <a:xfrm>
            <a:off x="535940" y="4844034"/>
            <a:ext cx="436245" cy="1671955"/>
          </a:xfrm>
          <a:prstGeom prst="rect">
            <a:avLst/>
          </a:prstGeom>
          <a:noFill/>
          <a:ln>
            <a:noFill/>
          </a:ln>
        </p:spPr>
        <p:txBody>
          <a:bodyPr anchorCtr="0" anchor="t" bIns="0" lIns="0" spcFirstLastPara="1" rIns="0" wrap="square" tIns="12700">
            <a:spAutoFit/>
          </a:bodyPr>
          <a:lstStyle/>
          <a:p>
            <a:pPr indent="0" lvl="0" marL="12700" marR="142875" rtl="0" algn="just">
              <a:lnSpc>
                <a:spcPct val="12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r0  r1  r2  r3</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797" name="Google Shape;797;p44"/>
          <p:cNvSpPr txBox="1"/>
          <p:nvPr/>
        </p:nvSpPr>
        <p:spPr>
          <a:xfrm>
            <a:off x="2364994" y="4844034"/>
            <a:ext cx="163195" cy="1343025"/>
          </a:xfrm>
          <a:prstGeom prst="rect">
            <a:avLst/>
          </a:prstGeom>
          <a:noFill/>
          <a:ln>
            <a:noFill/>
          </a:ln>
        </p:spPr>
        <p:txBody>
          <a:bodyPr anchorCtr="0" anchor="t" bIns="0" lIns="0" spcFirstLastPara="1" rIns="0" wrap="square" tIns="673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0</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3</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4"/>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2</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4"/>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6</a:t>
            </a:r>
            <a:endParaRPr b="0" i="0" sz="1800" u="none" cap="none" strike="noStrike">
              <a:solidFill>
                <a:srgbClr val="000000"/>
              </a:solidFill>
              <a:latin typeface="Courier New"/>
              <a:ea typeface="Courier New"/>
              <a:cs typeface="Courier New"/>
              <a:sym typeface="Courier New"/>
            </a:endParaRPr>
          </a:p>
        </p:txBody>
      </p:sp>
      <p:sp>
        <p:nvSpPr>
          <p:cNvPr id="798" name="Google Shape;798;p44"/>
          <p:cNvSpPr txBox="1"/>
          <p:nvPr/>
        </p:nvSpPr>
        <p:spPr>
          <a:xfrm>
            <a:off x="4727194" y="1606803"/>
            <a:ext cx="98425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(gdb) c</a:t>
            </a:r>
            <a:endParaRPr b="0" i="0" sz="1800" u="none" cap="none" strike="noStrike">
              <a:solidFill>
                <a:srgbClr val="000000"/>
              </a:solidFill>
              <a:latin typeface="Courier New"/>
              <a:ea typeface="Courier New"/>
              <a:cs typeface="Courier New"/>
              <a:sym typeface="Courier New"/>
            </a:endParaRPr>
          </a:p>
        </p:txBody>
      </p:sp>
      <p:graphicFrame>
        <p:nvGraphicFramePr>
          <p:cNvPr id="799" name="Google Shape;799;p44"/>
          <p:cNvGraphicFramePr/>
          <p:nvPr/>
        </p:nvGraphicFramePr>
        <p:xfrm>
          <a:off x="4708144" y="1986974"/>
          <a:ext cx="3000000" cy="3000000"/>
        </p:xfrm>
        <a:graphic>
          <a:graphicData uri="http://schemas.openxmlformats.org/drawingml/2006/table">
            <a:tbl>
              <a:tblPr bandRow="1" firstRow="1">
                <a:noFill/>
                <a:tableStyleId>{A208092A-0E1D-4A29-AAB8-C88494F253AD}</a:tableStyleId>
              </a:tblPr>
              <a:tblGrid>
                <a:gridCol w="784850"/>
                <a:gridCol w="640075"/>
                <a:gridCol w="784850"/>
              </a:tblGrid>
              <a:tr h="294075">
                <a:tc>
                  <a:txBody>
                    <a:bodyPr/>
                    <a:lstStyle/>
                    <a:p>
                      <a:pPr indent="0" lvl="0" marL="3175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gridSpan="2">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c hMerge="1"/>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12</a:t>
                      </a:r>
                      <a:endParaRPr sz="1800" u="none" cap="none" strike="noStrike">
                        <a:latin typeface="Courier New"/>
                        <a:ea typeface="Courier New"/>
                        <a:cs typeface="Courier New"/>
                        <a:sym typeface="Courier New"/>
                      </a:endParaRPr>
                    </a:p>
                  </a:txBody>
                  <a:tcPr marT="0" marB="0" marR="0" marL="0"/>
                </a:tc>
                <a:tc>
                  <a:txBody>
                    <a:bodyPr/>
                    <a:lstStyle/>
                    <a:p>
                      <a:pPr indent="0" lvl="0" marL="0" marR="60325"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_loop</a:t>
                      </a:r>
                      <a:endParaRPr sz="1800" u="none" cap="none" strike="noStrike">
                        <a:latin typeface="Courier New"/>
                        <a:ea typeface="Courier New"/>
                        <a:cs typeface="Courier New"/>
                        <a:sym typeface="Courier New"/>
                      </a:endParaRPr>
                    </a:p>
                  </a:txBody>
                  <a:tcPr marT="0" marB="0" marR="0" marL="0"/>
                </a:tc>
              </a:tr>
              <a:tr h="2940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(gdb)</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i r</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r>
            </a:tbl>
          </a:graphicData>
        </a:graphic>
      </p:graphicFrame>
      <p:graphicFrame>
        <p:nvGraphicFramePr>
          <p:cNvPr id="800" name="Google Shape;800;p44"/>
          <p:cNvGraphicFramePr/>
          <p:nvPr/>
        </p:nvGraphicFramePr>
        <p:xfrm>
          <a:off x="4708144" y="2974525"/>
          <a:ext cx="3000000" cy="3000000"/>
        </p:xfrm>
        <a:graphic>
          <a:graphicData uri="http://schemas.openxmlformats.org/drawingml/2006/table">
            <a:tbl>
              <a:tblPr bandRow="1" firstRow="1">
                <a:noFill/>
                <a:tableStyleId>{A208092A-0E1D-4A29-AAB8-C88494F253AD}</a:tableStyleId>
              </a:tblPr>
              <a:tblGrid>
                <a:gridCol w="694700"/>
                <a:gridCol w="914400"/>
                <a:gridCol w="419725"/>
              </a:tblGrid>
              <a:tr h="294100">
                <a:tc>
                  <a:txBody>
                    <a:bodyPr/>
                    <a:lstStyle/>
                    <a:p>
                      <a:pPr indent="0" lvl="0" marL="3175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r0</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r>
              <a:tr h="32945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0x3</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0" marB="0" marR="0" marL="0"/>
                </a:tc>
              </a:tr>
              <a:tr h="32915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r3</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9</a:t>
                      </a:r>
                      <a:endParaRPr sz="1800" u="none" cap="none" strike="noStrike">
                        <a:latin typeface="Courier New"/>
                        <a:ea typeface="Courier New"/>
                        <a:cs typeface="Courier New"/>
                        <a:sym typeface="Courier New"/>
                      </a:endParaRPr>
                    </a:p>
                  </a:txBody>
                  <a:tcPr marT="0" marB="0" marR="0" marL="0"/>
                </a:tc>
              </a:tr>
              <a:tr h="2940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r>
            </a:tbl>
          </a:graphicData>
        </a:graphic>
      </p:graphicFrame>
      <p:sp>
        <p:nvSpPr>
          <p:cNvPr id="801" name="Google Shape;801;p44"/>
          <p:cNvSpPr txBox="1"/>
          <p:nvPr/>
        </p:nvSpPr>
        <p:spPr>
          <a:xfrm>
            <a:off x="4727194" y="4514850"/>
            <a:ext cx="984250" cy="1013460"/>
          </a:xfrm>
          <a:prstGeom prst="rect">
            <a:avLst/>
          </a:prstGeom>
          <a:noFill/>
          <a:ln>
            <a:noFill/>
          </a:ln>
        </p:spPr>
        <p:txBody>
          <a:bodyPr anchorCtr="0" anchor="t" bIns="0" lIns="0" spcFirstLastPara="1" rIns="0" wrap="square" tIns="673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(gdb) c</a:t>
            </a:r>
            <a:endParaRPr b="0" i="0" sz="1800" u="none" cap="none" strike="noStrike">
              <a:solidFill>
                <a:srgbClr val="000000"/>
              </a:solidFill>
              <a:latin typeface="Courier New"/>
              <a:ea typeface="Courier New"/>
              <a:cs typeface="Courier New"/>
              <a:sym typeface="Courier New"/>
            </a:endParaRPr>
          </a:p>
          <a:p>
            <a:pPr indent="0" lvl="0" marL="12700" marR="551815" rtl="0" algn="l">
              <a:lnSpc>
                <a:spcPct val="12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  12</a:t>
            </a:r>
            <a:endParaRPr b="0" i="0" sz="1800" u="none" cap="none" strike="noStrike">
              <a:solidFill>
                <a:srgbClr val="000000"/>
              </a:solidFill>
              <a:latin typeface="Courier New"/>
              <a:ea typeface="Courier New"/>
              <a:cs typeface="Courier New"/>
              <a:sym typeface="Courier New"/>
            </a:endParaRPr>
          </a:p>
        </p:txBody>
      </p:sp>
      <p:sp>
        <p:nvSpPr>
          <p:cNvPr id="802" name="Google Shape;802;p44"/>
          <p:cNvSpPr txBox="1"/>
          <p:nvPr/>
        </p:nvSpPr>
        <p:spPr>
          <a:xfrm>
            <a:off x="5915405" y="5228082"/>
            <a:ext cx="112014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B _ loop</a:t>
            </a:r>
            <a:endParaRPr b="0" i="0" sz="1800" u="none" cap="none" strike="noStrike">
              <a:solidFill>
                <a:srgbClr val="000000"/>
              </a:solidFill>
              <a:latin typeface="Courier New"/>
              <a:ea typeface="Courier New"/>
              <a:cs typeface="Courier New"/>
              <a:sym typeface="Courier New"/>
            </a:endParaRPr>
          </a:p>
        </p:txBody>
      </p:sp>
      <p:sp>
        <p:nvSpPr>
          <p:cNvPr id="803" name="Google Shape;803;p44"/>
          <p:cNvSpPr/>
          <p:nvPr/>
        </p:nvSpPr>
        <p:spPr>
          <a:xfrm>
            <a:off x="4427982" y="1700783"/>
            <a:ext cx="0" cy="4608830"/>
          </a:xfrm>
          <a:custGeom>
            <a:rect b="b" l="l" r="r" t="t"/>
            <a:pathLst>
              <a:path extrusionOk="0" h="4608830" w="120000">
                <a:moveTo>
                  <a:pt x="0" y="0"/>
                </a:moveTo>
                <a:lnTo>
                  <a:pt x="0" y="4608537"/>
                </a:lnTo>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07" name="Shape 807"/>
        <p:cNvGrpSpPr/>
        <p:nvPr/>
      </p:nvGrpSpPr>
      <p:grpSpPr>
        <a:xfrm>
          <a:off x="0" y="0"/>
          <a:ext cx="0" cy="0"/>
          <a:chOff x="0" y="0"/>
          <a:chExt cx="0" cy="0"/>
        </a:xfrm>
      </p:grpSpPr>
      <p:sp>
        <p:nvSpPr>
          <p:cNvPr id="808" name="Google Shape;808;p45"/>
          <p:cNvSpPr txBox="1"/>
          <p:nvPr>
            <p:ph type="title"/>
          </p:nvPr>
        </p:nvSpPr>
        <p:spPr>
          <a:xfrm>
            <a:off x="2248154" y="462279"/>
            <a:ext cx="464629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Tracing &amp; debugging</a:t>
            </a:r>
            <a:endParaRPr/>
          </a:p>
        </p:txBody>
      </p:sp>
      <p:graphicFrame>
        <p:nvGraphicFramePr>
          <p:cNvPr id="809" name="Google Shape;809;p45"/>
          <p:cNvGraphicFramePr/>
          <p:nvPr/>
        </p:nvGraphicFramePr>
        <p:xfrm>
          <a:off x="516890" y="1657790"/>
          <a:ext cx="3000000" cy="3000000"/>
        </p:xfrm>
        <a:graphic>
          <a:graphicData uri="http://schemas.openxmlformats.org/drawingml/2006/table">
            <a:tbl>
              <a:tblPr bandRow="1" firstRow="1">
                <a:noFill/>
                <a:tableStyleId>{A208092A-0E1D-4A29-AAB8-C88494F253AD}</a:tableStyleId>
              </a:tblPr>
              <a:tblGrid>
                <a:gridCol w="783600"/>
                <a:gridCol w="825500"/>
                <a:gridCol w="556250"/>
              </a:tblGrid>
              <a:tr h="294075">
                <a:tc>
                  <a:txBody>
                    <a:bodyPr/>
                    <a:lstStyle/>
                    <a:p>
                      <a:pPr indent="0" lvl="0" marL="3175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(gdb)</a:t>
                      </a:r>
                      <a:endParaRPr sz="1800" u="none" cap="none" strike="noStrike">
                        <a:latin typeface="Courier New"/>
                        <a:ea typeface="Courier New"/>
                        <a:cs typeface="Courier New"/>
                        <a:sym typeface="Courier New"/>
                      </a:endParaRPr>
                    </a:p>
                  </a:txBody>
                  <a:tcPr marT="0" marB="0" marR="0" marL="0"/>
                </a:tc>
                <a:tc>
                  <a:txBody>
                    <a:bodyPr/>
                    <a:lstStyle/>
                    <a:p>
                      <a:pPr indent="0" lvl="0" marL="6731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i r</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r0</a:t>
                      </a:r>
                      <a:endParaRPr sz="1800" u="none" cap="none" strike="noStrike">
                        <a:latin typeface="Courier New"/>
                        <a:ea typeface="Courier New"/>
                        <a:cs typeface="Courier New"/>
                        <a:sym typeface="Courier New"/>
                      </a:endParaRPr>
                    </a:p>
                  </a:txBody>
                  <a:tcPr marT="0" marB="0" marR="0" marL="0"/>
                </a:tc>
                <a:tc>
                  <a:txBody>
                    <a:bodyPr/>
                    <a:lstStyle/>
                    <a:p>
                      <a:pPr indent="0" lvl="0" marL="0" marR="24384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251459"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a:txBody>
                    <a:bodyPr/>
                    <a:lstStyle/>
                    <a:p>
                      <a:pPr indent="0" lvl="0" marL="0" marR="24384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0x3</a:t>
                      </a:r>
                      <a:endParaRPr sz="1800" u="none" cap="none" strike="noStrike">
                        <a:latin typeface="Courier New"/>
                        <a:ea typeface="Courier New"/>
                        <a:cs typeface="Courier New"/>
                        <a:sym typeface="Courier New"/>
                      </a:endParaRPr>
                    </a:p>
                  </a:txBody>
                  <a:tcPr marT="0" marB="0" marR="0" marL="0"/>
                </a:tc>
                <a:tc>
                  <a:txBody>
                    <a:bodyPr/>
                    <a:lstStyle/>
                    <a:p>
                      <a:pPr indent="0" lvl="0" marL="251459"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0" marR="24384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251459"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r>
              <a:tr h="32920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r3</a:t>
                      </a:r>
                      <a:endParaRPr sz="1800" u="none" cap="none" strike="noStrike">
                        <a:latin typeface="Courier New"/>
                        <a:ea typeface="Courier New"/>
                        <a:cs typeface="Courier New"/>
                        <a:sym typeface="Courier New"/>
                      </a:endParaRPr>
                    </a:p>
                  </a:txBody>
                  <a:tcPr marT="0" marB="0" marR="0" marL="0"/>
                </a:tc>
                <a:tc>
                  <a:txBody>
                    <a:bodyPr/>
                    <a:lstStyle/>
                    <a:p>
                      <a:pPr indent="0" lvl="0" marL="0" marR="24384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0x0</a:t>
                      </a:r>
                      <a:endParaRPr sz="1800" u="none" cap="none" strike="noStrike">
                        <a:latin typeface="Courier New"/>
                        <a:ea typeface="Courier New"/>
                        <a:cs typeface="Courier New"/>
                        <a:sym typeface="Courier New"/>
                      </a:endParaRPr>
                    </a:p>
                  </a:txBody>
                  <a:tcPr marT="0" marB="0" marR="0" marL="0"/>
                </a:tc>
                <a:tc>
                  <a:txBody>
                    <a:bodyPr/>
                    <a:lstStyle/>
                    <a:p>
                      <a:pPr indent="0" lvl="0" marL="251459"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12</a:t>
                      </a:r>
                      <a:endParaRPr sz="1800" u="none" cap="none" strike="noStrike">
                        <a:latin typeface="Courier New"/>
                        <a:ea typeface="Courier New"/>
                        <a:cs typeface="Courier New"/>
                        <a:sym typeface="Courier New"/>
                      </a:endParaRPr>
                    </a:p>
                  </a:txBody>
                  <a:tcPr marT="0" marB="0" marR="0" marL="0"/>
                </a:tc>
              </a:tr>
              <a:tr h="32945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r>
              <a:tr h="329150">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(gdb)</a:t>
                      </a:r>
                      <a:endParaRPr sz="1800" u="none" cap="none" strike="noStrike">
                        <a:latin typeface="Courier New"/>
                        <a:ea typeface="Courier New"/>
                        <a:cs typeface="Courier New"/>
                        <a:sym typeface="Courier New"/>
                      </a:endParaRPr>
                    </a:p>
                  </a:txBody>
                  <a:tcPr marT="0" marB="0" marR="0" marL="0"/>
                </a:tc>
                <a:tc>
                  <a:txBody>
                    <a:bodyPr/>
                    <a:lstStyle/>
                    <a:p>
                      <a:pPr indent="0" lvl="0" marL="6731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r>
              <a:tr h="2940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r>
            </a:tbl>
          </a:graphicData>
        </a:graphic>
      </p:graphicFrame>
      <p:sp>
        <p:nvSpPr>
          <p:cNvPr id="810" name="Google Shape;810;p45"/>
          <p:cNvSpPr txBox="1"/>
          <p:nvPr/>
        </p:nvSpPr>
        <p:spPr>
          <a:xfrm>
            <a:off x="535940" y="4185665"/>
            <a:ext cx="3578225" cy="1342390"/>
          </a:xfrm>
          <a:prstGeom prst="rect">
            <a:avLst/>
          </a:prstGeom>
          <a:noFill/>
          <a:ln>
            <a:noFill/>
          </a:ln>
        </p:spPr>
        <p:txBody>
          <a:bodyPr anchorCtr="0" anchor="t" bIns="0" lIns="0" spcFirstLastPara="1" rIns="0" wrap="square" tIns="12700">
            <a:spAutoFit/>
          </a:bodyPr>
          <a:lstStyle/>
          <a:p>
            <a:pPr indent="0" lvl="0" marL="12700" marR="5080" rtl="0" algn="l">
              <a:lnSpc>
                <a:spcPct val="12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[Inferior 1 (process 2614)  exited with code 014]  (gdb) q</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14" name="Shape 814"/>
        <p:cNvGrpSpPr/>
        <p:nvPr/>
      </p:nvGrpSpPr>
      <p:grpSpPr>
        <a:xfrm>
          <a:off x="0" y="0"/>
          <a:ext cx="0" cy="0"/>
          <a:chOff x="0" y="0"/>
          <a:chExt cx="0" cy="0"/>
        </a:xfrm>
      </p:grpSpPr>
      <p:sp>
        <p:nvSpPr>
          <p:cNvPr id="815" name="Google Shape;815;p46"/>
          <p:cNvSpPr txBox="1"/>
          <p:nvPr>
            <p:ph type="title"/>
          </p:nvPr>
        </p:nvSpPr>
        <p:spPr>
          <a:xfrm>
            <a:off x="2445511" y="462279"/>
            <a:ext cx="425259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NOP: no operation</a:t>
            </a:r>
            <a:endParaRPr/>
          </a:p>
        </p:txBody>
      </p:sp>
      <p:sp>
        <p:nvSpPr>
          <p:cNvPr id="816" name="Google Shape;816;p46"/>
          <p:cNvSpPr txBox="1"/>
          <p:nvPr/>
        </p:nvSpPr>
        <p:spPr>
          <a:xfrm>
            <a:off x="535940" y="1487474"/>
            <a:ext cx="3654425" cy="2112010"/>
          </a:xfrm>
          <a:prstGeom prst="rect">
            <a:avLst/>
          </a:prstGeom>
          <a:noFill/>
          <a:ln>
            <a:noFill/>
          </a:ln>
        </p:spPr>
        <p:txBody>
          <a:bodyPr anchorCtr="0" anchor="t" bIns="0" lIns="0" spcFirstLastPara="1" rIns="0" wrap="square" tIns="116825">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ourier New"/>
                <a:ea typeface="Courier New"/>
                <a:cs typeface="Courier New"/>
                <a:sym typeface="Courier New"/>
              </a:rPr>
              <a:t>NOP</a:t>
            </a:r>
            <a:endParaRPr b="0" i="0" sz="2800" u="none" cap="none" strike="noStrike">
              <a:solidFill>
                <a:srgbClr val="000000"/>
              </a:solidFill>
              <a:latin typeface="Courier New"/>
              <a:ea typeface="Courier New"/>
              <a:cs typeface="Courier New"/>
              <a:sym typeface="Courier New"/>
            </a:endParaRPr>
          </a:p>
          <a:p>
            <a:pPr indent="-342900" lvl="0" marL="355600" marR="0" rtl="0" algn="l">
              <a:lnSpc>
                <a:spcPct val="100000"/>
              </a:lnSpc>
              <a:spcBef>
                <a:spcPts val="819"/>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do nothing</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use for padding/layout</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no cost</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0" name="Shape 820"/>
        <p:cNvGrpSpPr/>
        <p:nvPr/>
      </p:nvGrpSpPr>
      <p:grpSpPr>
        <a:xfrm>
          <a:off x="0" y="0"/>
          <a:ext cx="0" cy="0"/>
          <a:chOff x="0" y="0"/>
          <a:chExt cx="0" cy="0"/>
        </a:xfrm>
      </p:grpSpPr>
      <p:sp>
        <p:nvSpPr>
          <p:cNvPr id="821" name="Google Shape;821;g23d6451c848_0_227"/>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22" name="Google Shape;822;g23d6451c848_0_227"/>
          <p:cNvSpPr txBox="1"/>
          <p:nvPr>
            <p:ph type="title"/>
          </p:nvPr>
        </p:nvSpPr>
        <p:spPr>
          <a:xfrm>
            <a:off x="1727961" y="93929"/>
            <a:ext cx="5688000" cy="567000"/>
          </a:xfrm>
          <a:prstGeom prst="rect">
            <a:avLst/>
          </a:prstGeom>
          <a:noFill/>
          <a:ln>
            <a:noFill/>
          </a:ln>
        </p:spPr>
        <p:txBody>
          <a:bodyPr anchorCtr="0" anchor="t" bIns="0" lIns="0" spcFirstLastPara="1" rIns="0" wrap="square" tIns="12700">
            <a:spAutoFit/>
          </a:bodyPr>
          <a:lstStyle/>
          <a:p>
            <a:pPr indent="0" lvl="0" marL="87630" rtl="0" algn="l">
              <a:lnSpc>
                <a:spcPct val="100000"/>
              </a:lnSpc>
              <a:spcBef>
                <a:spcPts val="0"/>
              </a:spcBef>
              <a:spcAft>
                <a:spcPts val="0"/>
              </a:spcAft>
              <a:buNone/>
            </a:pPr>
            <a:r>
              <a:rPr lang="en-US"/>
              <a:t>Compiling C </a:t>
            </a:r>
            <a:r>
              <a:rPr lang="en-US">
                <a:latin typeface="Courier New"/>
                <a:ea typeface="Courier New"/>
                <a:cs typeface="Courier New"/>
                <a:sym typeface="Courier New"/>
              </a:rPr>
              <a:t>if </a:t>
            </a:r>
            <a:r>
              <a:rPr lang="en-US"/>
              <a:t>into ARM</a:t>
            </a:r>
            <a:endParaRPr/>
          </a:p>
        </p:txBody>
      </p:sp>
      <p:sp>
        <p:nvSpPr>
          <p:cNvPr id="823" name="Google Shape;823;g23d6451c848_0_227"/>
          <p:cNvSpPr txBox="1"/>
          <p:nvPr/>
        </p:nvSpPr>
        <p:spPr>
          <a:xfrm>
            <a:off x="459740" y="1498572"/>
            <a:ext cx="4341000" cy="2578200"/>
          </a:xfrm>
          <a:prstGeom prst="rect">
            <a:avLst/>
          </a:prstGeom>
          <a:noFill/>
          <a:ln>
            <a:noFill/>
          </a:ln>
        </p:spPr>
        <p:txBody>
          <a:bodyPr anchorCtr="0" anchor="t" bIns="0" lIns="0" spcFirstLastPara="1" rIns="0" wrap="square" tIns="108575">
            <a:spAutoFit/>
          </a:bodyPr>
          <a:lstStyle/>
          <a:p>
            <a:pPr indent="-273050" lvl="0" marL="285115" marR="0" rtl="0" algn="l">
              <a:lnSpc>
                <a:spcPct val="100000"/>
              </a:lnSpc>
              <a:spcBef>
                <a:spcPts val="0"/>
              </a:spcBef>
              <a:spcAft>
                <a:spcPts val="0"/>
              </a:spcAft>
              <a:buClr>
                <a:srgbClr val="00007E"/>
              </a:buClr>
              <a:buSzPts val="2300"/>
              <a:buFont typeface="Noto Sans Symbols"/>
              <a:buChar char="❖"/>
            </a:pPr>
            <a:r>
              <a:rPr lang="en-US" sz="3200">
                <a:latin typeface="Times New Roman"/>
                <a:ea typeface="Times New Roman"/>
                <a:cs typeface="Times New Roman"/>
                <a:sym typeface="Times New Roman"/>
              </a:rPr>
              <a:t>Compile by hand</a:t>
            </a:r>
            <a:endParaRPr sz="3200">
              <a:latin typeface="Times New Roman"/>
              <a:ea typeface="Times New Roman"/>
              <a:cs typeface="Times New Roman"/>
              <a:sym typeface="Times New Roman"/>
            </a:endParaRPr>
          </a:p>
          <a:p>
            <a:pPr indent="0" lvl="0" marL="497205" marR="5080" rtl="0" algn="l">
              <a:lnSpc>
                <a:spcPct val="100000"/>
              </a:lnSpc>
              <a:spcBef>
                <a:spcPts val="655"/>
              </a:spcBef>
              <a:spcAft>
                <a:spcPts val="0"/>
              </a:spcAft>
              <a:buNone/>
            </a:pPr>
            <a:r>
              <a:rPr lang="en-US" sz="2800">
                <a:latin typeface="Courier New"/>
                <a:ea typeface="Courier New"/>
                <a:cs typeface="Courier New"/>
                <a:sym typeface="Courier New"/>
              </a:rPr>
              <a:t>if (i == j) f=g+h;  </a:t>
            </a:r>
            <a:endParaRPr sz="2800">
              <a:latin typeface="Courier New"/>
              <a:ea typeface="Courier New"/>
              <a:cs typeface="Courier New"/>
              <a:sym typeface="Courier New"/>
            </a:endParaRPr>
          </a:p>
          <a:p>
            <a:pPr indent="0" lvl="0" marL="497205" marR="5080" rtl="0" algn="l">
              <a:lnSpc>
                <a:spcPct val="100000"/>
              </a:lnSpc>
              <a:spcBef>
                <a:spcPts val="655"/>
              </a:spcBef>
              <a:spcAft>
                <a:spcPts val="0"/>
              </a:spcAft>
              <a:buNone/>
            </a:pPr>
            <a:r>
              <a:rPr lang="en-US" sz="2800">
                <a:latin typeface="Courier New"/>
                <a:ea typeface="Courier New"/>
                <a:cs typeface="Courier New"/>
                <a:sym typeface="Courier New"/>
              </a:rPr>
              <a:t>else </a:t>
            </a:r>
            <a:endParaRPr sz="2800">
              <a:latin typeface="Courier New"/>
              <a:ea typeface="Courier New"/>
              <a:cs typeface="Courier New"/>
              <a:sym typeface="Courier New"/>
            </a:endParaRPr>
          </a:p>
          <a:p>
            <a:pPr indent="0" lvl="0" marL="497205" marR="5080" rtl="0" algn="l">
              <a:lnSpc>
                <a:spcPct val="100000"/>
              </a:lnSpc>
              <a:spcBef>
                <a:spcPts val="655"/>
              </a:spcBef>
              <a:spcAft>
                <a:spcPts val="0"/>
              </a:spcAft>
              <a:buNone/>
            </a:pPr>
            <a:r>
              <a:rPr lang="en-US" sz="2800">
                <a:latin typeface="Courier New"/>
                <a:ea typeface="Courier New"/>
                <a:cs typeface="Courier New"/>
                <a:sym typeface="Courier New"/>
              </a:rPr>
              <a:t>f=g-h;</a:t>
            </a:r>
            <a:endParaRPr sz="2800">
              <a:latin typeface="Courier New"/>
              <a:ea typeface="Courier New"/>
              <a:cs typeface="Courier New"/>
              <a:sym typeface="Courier New"/>
            </a:endParaRPr>
          </a:p>
        </p:txBody>
      </p:sp>
      <p:sp>
        <p:nvSpPr>
          <p:cNvPr id="824" name="Google Shape;824;g23d6451c848_0_227"/>
          <p:cNvSpPr txBox="1"/>
          <p:nvPr/>
        </p:nvSpPr>
        <p:spPr>
          <a:xfrm>
            <a:off x="379890" y="4306392"/>
            <a:ext cx="5791800" cy="1125600"/>
          </a:xfrm>
          <a:prstGeom prst="rect">
            <a:avLst/>
          </a:prstGeom>
          <a:noFill/>
          <a:ln>
            <a:noFill/>
          </a:ln>
        </p:spPr>
        <p:txBody>
          <a:bodyPr anchorCtr="0" anchor="t" bIns="0" lIns="0" spcFirstLastPara="1" rIns="0" wrap="square" tIns="85075">
            <a:spAutoFit/>
          </a:bodyPr>
          <a:lstStyle/>
          <a:p>
            <a:pPr indent="-272415" lvl="0" marL="284480" marR="0" rtl="0" algn="l">
              <a:lnSpc>
                <a:spcPct val="100000"/>
              </a:lnSpc>
              <a:spcBef>
                <a:spcPts val="0"/>
              </a:spcBef>
              <a:spcAft>
                <a:spcPts val="0"/>
              </a:spcAft>
              <a:buClr>
                <a:srgbClr val="00007E"/>
              </a:buClr>
              <a:buSzPts val="2300"/>
              <a:buFont typeface="Noto Sans Symbols"/>
              <a:buChar char="❖"/>
            </a:pPr>
            <a:r>
              <a:rPr lang="en-US" sz="3200">
                <a:latin typeface="Times New Roman"/>
                <a:ea typeface="Times New Roman"/>
                <a:cs typeface="Times New Roman"/>
                <a:sym typeface="Times New Roman"/>
              </a:rPr>
              <a:t>Use this mapping:</a:t>
            </a:r>
            <a:endParaRPr sz="3200">
              <a:latin typeface="Times New Roman"/>
              <a:ea typeface="Times New Roman"/>
              <a:cs typeface="Times New Roman"/>
              <a:sym typeface="Times New Roman"/>
            </a:endParaRPr>
          </a:p>
          <a:p>
            <a:pPr indent="0" lvl="0" marL="402590" marR="0" rtl="0" algn="l">
              <a:lnSpc>
                <a:spcPct val="100000"/>
              </a:lnSpc>
              <a:spcBef>
                <a:spcPts val="545"/>
              </a:spcBef>
              <a:spcAft>
                <a:spcPts val="0"/>
              </a:spcAft>
              <a:buNone/>
            </a:pPr>
            <a:r>
              <a:rPr lang="en-US" sz="3100">
                <a:latin typeface="Courier New"/>
                <a:ea typeface="Courier New"/>
                <a:cs typeface="Courier New"/>
                <a:sym typeface="Courier New"/>
              </a:rPr>
              <a:t>f</a:t>
            </a:r>
            <a:r>
              <a:rPr lang="en-US" sz="3100">
                <a:latin typeface="Times New Roman"/>
                <a:ea typeface="Times New Roman"/>
                <a:cs typeface="Times New Roman"/>
                <a:sym typeface="Times New Roman"/>
              </a:rPr>
              <a:t>: </a:t>
            </a:r>
            <a:r>
              <a:rPr lang="en-US" sz="3100">
                <a:latin typeface="Courier New"/>
                <a:ea typeface="Courier New"/>
                <a:cs typeface="Courier New"/>
                <a:sym typeface="Courier New"/>
              </a:rPr>
              <a:t>r0</a:t>
            </a:r>
            <a:r>
              <a:rPr lang="en-US" sz="3100">
                <a:latin typeface="Times New Roman"/>
                <a:ea typeface="Times New Roman"/>
                <a:cs typeface="Times New Roman"/>
                <a:sym typeface="Times New Roman"/>
              </a:rPr>
              <a:t>, </a:t>
            </a:r>
            <a:r>
              <a:rPr lang="en-US" sz="3100">
                <a:latin typeface="Courier New"/>
                <a:ea typeface="Courier New"/>
                <a:cs typeface="Courier New"/>
                <a:sym typeface="Courier New"/>
              </a:rPr>
              <a:t>g</a:t>
            </a:r>
            <a:r>
              <a:rPr lang="en-US" sz="3100">
                <a:latin typeface="Times New Roman"/>
                <a:ea typeface="Times New Roman"/>
                <a:cs typeface="Times New Roman"/>
                <a:sym typeface="Times New Roman"/>
              </a:rPr>
              <a:t>: </a:t>
            </a:r>
            <a:r>
              <a:rPr lang="en-US" sz="3100">
                <a:latin typeface="Courier New"/>
                <a:ea typeface="Courier New"/>
                <a:cs typeface="Courier New"/>
                <a:sym typeface="Courier New"/>
              </a:rPr>
              <a:t>r1</a:t>
            </a:r>
            <a:r>
              <a:rPr lang="en-US" sz="3100">
                <a:latin typeface="Times New Roman"/>
                <a:ea typeface="Times New Roman"/>
                <a:cs typeface="Times New Roman"/>
                <a:sym typeface="Times New Roman"/>
              </a:rPr>
              <a:t>, </a:t>
            </a:r>
            <a:r>
              <a:rPr lang="en-US" sz="3100">
                <a:latin typeface="Courier New"/>
                <a:ea typeface="Courier New"/>
                <a:cs typeface="Courier New"/>
                <a:sym typeface="Courier New"/>
              </a:rPr>
              <a:t>h</a:t>
            </a:r>
            <a:r>
              <a:rPr lang="en-US" sz="3100">
                <a:latin typeface="Times New Roman"/>
                <a:ea typeface="Times New Roman"/>
                <a:cs typeface="Times New Roman"/>
                <a:sym typeface="Times New Roman"/>
              </a:rPr>
              <a:t>: </a:t>
            </a:r>
            <a:r>
              <a:rPr lang="en-US" sz="3100">
                <a:latin typeface="Courier New"/>
                <a:ea typeface="Courier New"/>
                <a:cs typeface="Courier New"/>
                <a:sym typeface="Courier New"/>
              </a:rPr>
              <a:t>r2</a:t>
            </a:r>
            <a:r>
              <a:rPr lang="en-US" sz="3100">
                <a:latin typeface="Times New Roman"/>
                <a:ea typeface="Times New Roman"/>
                <a:cs typeface="Times New Roman"/>
                <a:sym typeface="Times New Roman"/>
              </a:rPr>
              <a:t>, </a:t>
            </a:r>
            <a:r>
              <a:rPr lang="en-US" sz="3100">
                <a:latin typeface="Courier New"/>
                <a:ea typeface="Courier New"/>
                <a:cs typeface="Courier New"/>
                <a:sym typeface="Courier New"/>
              </a:rPr>
              <a:t>i</a:t>
            </a:r>
            <a:r>
              <a:rPr lang="en-US" sz="3100">
                <a:latin typeface="Times New Roman"/>
                <a:ea typeface="Times New Roman"/>
                <a:cs typeface="Times New Roman"/>
                <a:sym typeface="Times New Roman"/>
              </a:rPr>
              <a:t>: </a:t>
            </a:r>
            <a:r>
              <a:rPr lang="en-US" sz="3100">
                <a:latin typeface="Courier New"/>
                <a:ea typeface="Courier New"/>
                <a:cs typeface="Courier New"/>
                <a:sym typeface="Courier New"/>
              </a:rPr>
              <a:t>r3</a:t>
            </a:r>
            <a:r>
              <a:rPr lang="en-US" sz="3100">
                <a:latin typeface="Times New Roman"/>
                <a:ea typeface="Times New Roman"/>
                <a:cs typeface="Times New Roman"/>
                <a:sym typeface="Times New Roman"/>
              </a:rPr>
              <a:t>, </a:t>
            </a:r>
            <a:r>
              <a:rPr lang="en-US" sz="3100">
                <a:latin typeface="Courier New"/>
                <a:ea typeface="Courier New"/>
                <a:cs typeface="Courier New"/>
                <a:sym typeface="Courier New"/>
              </a:rPr>
              <a:t>j</a:t>
            </a:r>
            <a:r>
              <a:rPr lang="en-US" sz="3100">
                <a:latin typeface="Times New Roman"/>
                <a:ea typeface="Times New Roman"/>
                <a:cs typeface="Times New Roman"/>
                <a:sym typeface="Times New Roman"/>
              </a:rPr>
              <a:t>: </a:t>
            </a:r>
            <a:r>
              <a:rPr lang="en-US" sz="3100">
                <a:latin typeface="Courier New"/>
                <a:ea typeface="Courier New"/>
                <a:cs typeface="Courier New"/>
                <a:sym typeface="Courier New"/>
              </a:rPr>
              <a:t>r4</a:t>
            </a:r>
            <a:endParaRPr sz="3100">
              <a:latin typeface="Courier New"/>
              <a:ea typeface="Courier New"/>
              <a:cs typeface="Courier New"/>
              <a:sym typeface="Courier New"/>
            </a:endParaRPr>
          </a:p>
        </p:txBody>
      </p:sp>
      <p:sp>
        <p:nvSpPr>
          <p:cNvPr id="825" name="Google Shape;825;g23d6451c848_0_227"/>
          <p:cNvSpPr txBox="1"/>
          <p:nvPr/>
        </p:nvSpPr>
        <p:spPr>
          <a:xfrm>
            <a:off x="6705092" y="3802507"/>
            <a:ext cx="562500" cy="3669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300">
                <a:solidFill>
                  <a:srgbClr val="3333CC"/>
                </a:solidFill>
                <a:latin typeface="Arial"/>
                <a:ea typeface="Arial"/>
                <a:cs typeface="Arial"/>
                <a:sym typeface="Arial"/>
              </a:rPr>
              <a:t>Exit</a:t>
            </a:r>
            <a:endParaRPr sz="2300">
              <a:latin typeface="Arial"/>
              <a:ea typeface="Arial"/>
              <a:cs typeface="Arial"/>
              <a:sym typeface="Arial"/>
            </a:endParaRPr>
          </a:p>
        </p:txBody>
      </p:sp>
      <p:sp>
        <p:nvSpPr>
          <p:cNvPr id="826" name="Google Shape;826;g23d6451c848_0_227"/>
          <p:cNvSpPr/>
          <p:nvPr/>
        </p:nvSpPr>
        <p:spPr>
          <a:xfrm>
            <a:off x="5945251" y="1676400"/>
            <a:ext cx="1675129" cy="762000"/>
          </a:xfrm>
          <a:custGeom>
            <a:rect b="b" l="l" r="r" t="t"/>
            <a:pathLst>
              <a:path extrusionOk="0" h="762000" w="1675129">
                <a:moveTo>
                  <a:pt x="0" y="381000"/>
                </a:moveTo>
                <a:lnTo>
                  <a:pt x="837310" y="0"/>
                </a:lnTo>
                <a:lnTo>
                  <a:pt x="1674749" y="381000"/>
                </a:lnTo>
                <a:lnTo>
                  <a:pt x="837310" y="762000"/>
                </a:lnTo>
                <a:lnTo>
                  <a:pt x="0" y="381000"/>
                </a:lnTo>
                <a:close/>
              </a:path>
            </a:pathLst>
          </a:custGeom>
          <a:noFill/>
          <a:ln cap="flat" cmpd="sng" w="285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27" name="Google Shape;827;g23d6451c848_0_227"/>
          <p:cNvSpPr txBox="1"/>
          <p:nvPr/>
        </p:nvSpPr>
        <p:spPr>
          <a:xfrm>
            <a:off x="6171691" y="1837766"/>
            <a:ext cx="1248900" cy="3675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2300">
                <a:latin typeface="Courier New"/>
                <a:ea typeface="Courier New"/>
                <a:cs typeface="Courier New"/>
                <a:sym typeface="Courier New"/>
              </a:rPr>
              <a:t>i == j?</a:t>
            </a:r>
            <a:endParaRPr sz="2300">
              <a:latin typeface="Courier New"/>
              <a:ea typeface="Courier New"/>
              <a:cs typeface="Courier New"/>
              <a:sym typeface="Courier New"/>
            </a:endParaRPr>
          </a:p>
        </p:txBody>
      </p:sp>
      <p:sp>
        <p:nvSpPr>
          <p:cNvPr id="828" name="Google Shape;828;g23d6451c848_0_227"/>
          <p:cNvSpPr/>
          <p:nvPr/>
        </p:nvSpPr>
        <p:spPr>
          <a:xfrm>
            <a:off x="5902325" y="2057399"/>
            <a:ext cx="1760854" cy="685800"/>
          </a:xfrm>
          <a:custGeom>
            <a:rect b="b" l="l" r="r" t="t"/>
            <a:pathLst>
              <a:path extrusionOk="0" h="685800" w="1760854">
                <a:moveTo>
                  <a:pt x="85725" y="600075"/>
                </a:moveTo>
                <a:lnTo>
                  <a:pt x="57150" y="600075"/>
                </a:lnTo>
                <a:lnTo>
                  <a:pt x="57150" y="0"/>
                </a:lnTo>
                <a:lnTo>
                  <a:pt x="28575" y="0"/>
                </a:lnTo>
                <a:lnTo>
                  <a:pt x="28575" y="600075"/>
                </a:lnTo>
                <a:lnTo>
                  <a:pt x="0" y="600075"/>
                </a:lnTo>
                <a:lnTo>
                  <a:pt x="42799" y="685800"/>
                </a:lnTo>
                <a:lnTo>
                  <a:pt x="78600" y="614299"/>
                </a:lnTo>
                <a:lnTo>
                  <a:pt x="85725" y="600075"/>
                </a:lnTo>
                <a:close/>
              </a:path>
              <a:path extrusionOk="0" h="685800" w="1760854">
                <a:moveTo>
                  <a:pt x="1760474" y="600075"/>
                </a:moveTo>
                <a:lnTo>
                  <a:pt x="1731899" y="600075"/>
                </a:lnTo>
                <a:lnTo>
                  <a:pt x="1731899" y="0"/>
                </a:lnTo>
                <a:lnTo>
                  <a:pt x="1703324" y="0"/>
                </a:lnTo>
                <a:lnTo>
                  <a:pt x="1703324" y="600075"/>
                </a:lnTo>
                <a:lnTo>
                  <a:pt x="1674749" y="600075"/>
                </a:lnTo>
                <a:lnTo>
                  <a:pt x="1717675" y="685800"/>
                </a:lnTo>
                <a:lnTo>
                  <a:pt x="1753362" y="614299"/>
                </a:lnTo>
                <a:lnTo>
                  <a:pt x="1760474" y="600075"/>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aphicFrame>
        <p:nvGraphicFramePr>
          <p:cNvPr id="829" name="Google Shape;829;g23d6451c848_0_227"/>
          <p:cNvGraphicFramePr/>
          <p:nvPr/>
        </p:nvGraphicFramePr>
        <p:xfrm>
          <a:off x="5126037" y="2741676"/>
          <a:ext cx="3000000" cy="3000000"/>
        </p:xfrm>
        <a:graphic>
          <a:graphicData uri="http://schemas.openxmlformats.org/drawingml/2006/table">
            <a:tbl>
              <a:tblPr bandRow="1" firstRow="1">
                <a:noFill/>
                <a:tableStyleId>{0B9DC0A3-F2E0-4B43-9110-FBCA3A68A366}</a:tableStyleId>
              </a:tblPr>
              <a:tblGrid>
                <a:gridCol w="805175"/>
                <a:gridCol w="271775"/>
                <a:gridCol w="676900"/>
                <a:gridCol w="727700"/>
                <a:gridCol w="349875"/>
              </a:tblGrid>
              <a:tr h="465125">
                <a:tc gridSpan="2">
                  <a:txBody>
                    <a:bodyPr/>
                    <a:lstStyle/>
                    <a:p>
                      <a:pPr indent="0" lvl="0" marL="87630" marR="0" rtl="0" algn="l">
                        <a:lnSpc>
                          <a:spcPct val="100000"/>
                        </a:lnSpc>
                        <a:spcBef>
                          <a:spcPts val="0"/>
                        </a:spcBef>
                        <a:spcAft>
                          <a:spcPts val="0"/>
                        </a:spcAft>
                        <a:buNone/>
                      </a:pPr>
                      <a:r>
                        <a:rPr b="1" lang="en-US" sz="2300" u="none" cap="none" strike="noStrike">
                          <a:latin typeface="Courier New"/>
                          <a:ea typeface="Courier New"/>
                          <a:cs typeface="Courier New"/>
                          <a:sym typeface="Courier New"/>
                        </a:rPr>
                        <a:t>f=g+h</a:t>
                      </a:r>
                      <a:endParaRPr sz="2300" u="none" cap="none" strike="noStrike">
                        <a:latin typeface="Courier New"/>
                        <a:ea typeface="Courier New"/>
                        <a:cs typeface="Courier New"/>
                        <a:sym typeface="Courier New"/>
                      </a:endParaRPr>
                    </a:p>
                  </a:txBody>
                  <a:tcPr marT="9525"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sz="2800" u="none" cap="none" strike="noStrike">
                        <a:latin typeface="Times New Roman"/>
                        <a:ea typeface="Times New Roman"/>
                        <a:cs typeface="Times New Roman"/>
                        <a:sym typeface="Times New Roman"/>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B cap="flat" cmpd="sng" w="28575">
                      <a:solidFill>
                        <a:srgbClr val="000000"/>
                      </a:solidFill>
                      <a:prstDash val="solid"/>
                      <a:round/>
                      <a:headEnd len="sm" w="sm" type="none"/>
                      <a:tailEnd len="sm" w="sm" type="none"/>
                    </a:lnB>
                  </a:tcPr>
                </a:tc>
                <a:tc gridSpan="2">
                  <a:txBody>
                    <a:bodyPr/>
                    <a:lstStyle/>
                    <a:p>
                      <a:pPr indent="0" lvl="0" marL="88265" marR="0" rtl="0" algn="l">
                        <a:lnSpc>
                          <a:spcPct val="100000"/>
                        </a:lnSpc>
                        <a:spcBef>
                          <a:spcPts val="0"/>
                        </a:spcBef>
                        <a:spcAft>
                          <a:spcPts val="0"/>
                        </a:spcAft>
                        <a:buNone/>
                      </a:pPr>
                      <a:r>
                        <a:rPr b="1" lang="en-US" sz="2300" u="none" cap="none" strike="noStrike">
                          <a:latin typeface="Courier New"/>
                          <a:ea typeface="Courier New"/>
                          <a:cs typeface="Courier New"/>
                          <a:sym typeface="Courier New"/>
                        </a:rPr>
                        <a:t>f=g-h</a:t>
                      </a:r>
                      <a:endParaRPr sz="2300" u="none" cap="none" strike="noStrike">
                        <a:latin typeface="Courier New"/>
                        <a:ea typeface="Courier New"/>
                        <a:cs typeface="Courier New"/>
                        <a:sym typeface="Courier New"/>
                      </a:endParaRPr>
                    </a:p>
                  </a:txBody>
                  <a:tcPr marT="9525"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r>
              <a:tr h="284100">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tcPr>
                </a:tc>
                <a:tc gridSpan="3">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000000"/>
                      </a:solidFill>
                      <a:prstDash val="solid"/>
                      <a:round/>
                      <a:headEnd len="sm" w="sm" type="none"/>
                      <a:tailEnd len="sm" w="sm" type="none"/>
                    </a:lnL>
                    <a:lnT cap="flat" cmpd="sng" w="28575">
                      <a:solidFill>
                        <a:srgbClr val="000000"/>
                      </a:solidFill>
                      <a:prstDash val="solid"/>
                      <a:round/>
                      <a:headEnd len="sm" w="sm" type="none"/>
                      <a:tailEnd len="sm" w="sm" type="none"/>
                    </a:lnT>
                  </a:tcPr>
                </a:tc>
              </a:tr>
            </a:tbl>
          </a:graphicData>
        </a:graphic>
      </p:graphicFrame>
      <p:sp>
        <p:nvSpPr>
          <p:cNvPr id="830" name="Google Shape;830;g23d6451c848_0_227"/>
          <p:cNvSpPr/>
          <p:nvPr/>
        </p:nvSpPr>
        <p:spPr>
          <a:xfrm>
            <a:off x="6773798" y="3505200"/>
            <a:ext cx="85725" cy="381000"/>
          </a:xfrm>
          <a:custGeom>
            <a:rect b="b" l="l" r="r" t="t"/>
            <a:pathLst>
              <a:path extrusionOk="0" h="381000" w="85725">
                <a:moveTo>
                  <a:pt x="28575" y="295275"/>
                </a:moveTo>
                <a:lnTo>
                  <a:pt x="0" y="295275"/>
                </a:lnTo>
                <a:lnTo>
                  <a:pt x="42925" y="381000"/>
                </a:lnTo>
                <a:lnTo>
                  <a:pt x="78623" y="309499"/>
                </a:lnTo>
                <a:lnTo>
                  <a:pt x="28575" y="309499"/>
                </a:lnTo>
                <a:lnTo>
                  <a:pt x="28575" y="295275"/>
                </a:lnTo>
                <a:close/>
              </a:path>
              <a:path extrusionOk="0" h="381000" w="85725">
                <a:moveTo>
                  <a:pt x="57150" y="0"/>
                </a:moveTo>
                <a:lnTo>
                  <a:pt x="28575" y="0"/>
                </a:lnTo>
                <a:lnTo>
                  <a:pt x="28575" y="309499"/>
                </a:lnTo>
                <a:lnTo>
                  <a:pt x="57150" y="309499"/>
                </a:lnTo>
                <a:lnTo>
                  <a:pt x="57150" y="0"/>
                </a:lnTo>
                <a:close/>
              </a:path>
              <a:path extrusionOk="0" h="381000" w="85725">
                <a:moveTo>
                  <a:pt x="85725" y="295275"/>
                </a:moveTo>
                <a:lnTo>
                  <a:pt x="57150" y="295275"/>
                </a:lnTo>
                <a:lnTo>
                  <a:pt x="57150" y="309499"/>
                </a:lnTo>
                <a:lnTo>
                  <a:pt x="78623" y="309499"/>
                </a:lnTo>
                <a:lnTo>
                  <a:pt x="85725" y="295275"/>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31" name="Google Shape;831;g23d6451c848_0_227"/>
          <p:cNvSpPr txBox="1"/>
          <p:nvPr/>
        </p:nvSpPr>
        <p:spPr>
          <a:xfrm>
            <a:off x="7619745" y="1638426"/>
            <a:ext cx="887100" cy="721500"/>
          </a:xfrm>
          <a:prstGeom prst="rect">
            <a:avLst/>
          </a:prstGeom>
          <a:noFill/>
          <a:ln>
            <a:noFill/>
          </a:ln>
        </p:spPr>
        <p:txBody>
          <a:bodyPr anchorCtr="0" anchor="t" bIns="0" lIns="0" spcFirstLastPara="1" rIns="0" wrap="square" tIns="13325">
            <a:spAutoFit/>
          </a:bodyPr>
          <a:lstStyle/>
          <a:p>
            <a:pPr indent="-177165" lvl="0" marL="189230" marR="5080" rtl="0" algn="l">
              <a:lnSpc>
                <a:spcPct val="100000"/>
              </a:lnSpc>
              <a:spcBef>
                <a:spcPts val="0"/>
              </a:spcBef>
              <a:spcAft>
                <a:spcPts val="0"/>
              </a:spcAft>
              <a:buNone/>
            </a:pPr>
            <a:r>
              <a:rPr b="1" lang="en-US" sz="2300">
                <a:solidFill>
                  <a:srgbClr val="3333CC"/>
                </a:solidFill>
                <a:latin typeface="Arial"/>
                <a:ea typeface="Arial"/>
                <a:cs typeface="Arial"/>
                <a:sym typeface="Arial"/>
              </a:rPr>
              <a:t>(false)   i != j</a:t>
            </a:r>
            <a:endParaRPr sz="2300">
              <a:latin typeface="Arial"/>
              <a:ea typeface="Arial"/>
              <a:cs typeface="Arial"/>
              <a:sym typeface="Arial"/>
            </a:endParaRPr>
          </a:p>
        </p:txBody>
      </p:sp>
      <p:sp>
        <p:nvSpPr>
          <p:cNvPr id="832" name="Google Shape;832;g23d6451c848_0_227"/>
          <p:cNvSpPr txBox="1"/>
          <p:nvPr/>
        </p:nvSpPr>
        <p:spPr>
          <a:xfrm>
            <a:off x="5026914" y="1714626"/>
            <a:ext cx="773400" cy="721500"/>
          </a:xfrm>
          <a:prstGeom prst="rect">
            <a:avLst/>
          </a:prstGeom>
          <a:noFill/>
          <a:ln>
            <a:noFill/>
          </a:ln>
        </p:spPr>
        <p:txBody>
          <a:bodyPr anchorCtr="0" anchor="t" bIns="0" lIns="0" spcFirstLastPara="1" rIns="0" wrap="square" tIns="13325">
            <a:spAutoFit/>
          </a:bodyPr>
          <a:lstStyle/>
          <a:p>
            <a:pPr indent="-82550" lvl="0" marL="94615" marR="5080" rtl="0" algn="l">
              <a:lnSpc>
                <a:spcPct val="100000"/>
              </a:lnSpc>
              <a:spcBef>
                <a:spcPts val="0"/>
              </a:spcBef>
              <a:spcAft>
                <a:spcPts val="0"/>
              </a:spcAft>
              <a:buNone/>
            </a:pPr>
            <a:r>
              <a:rPr b="1" lang="en-US" sz="2300">
                <a:solidFill>
                  <a:srgbClr val="3333CC"/>
                </a:solidFill>
                <a:latin typeface="Arial"/>
                <a:ea typeface="Arial"/>
                <a:cs typeface="Arial"/>
                <a:sym typeface="Arial"/>
              </a:rPr>
              <a:t>(true)   i == j</a:t>
            </a:r>
            <a:endParaRPr sz="2300">
              <a:latin typeface="Arial"/>
              <a:ea typeface="Arial"/>
              <a:cs typeface="Arial"/>
              <a:sym typeface="Arial"/>
            </a:endParaRPr>
          </a:p>
        </p:txBody>
      </p:sp>
      <p:sp>
        <p:nvSpPr>
          <p:cNvPr id="833" name="Google Shape;833;g23d6451c848_0_227"/>
          <p:cNvSpPr/>
          <p:nvPr/>
        </p:nvSpPr>
        <p:spPr>
          <a:xfrm>
            <a:off x="6740525" y="1447800"/>
            <a:ext cx="85800" cy="2286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37" name="Shape 837"/>
        <p:cNvGrpSpPr/>
        <p:nvPr/>
      </p:nvGrpSpPr>
      <p:grpSpPr>
        <a:xfrm>
          <a:off x="0" y="0"/>
          <a:ext cx="0" cy="0"/>
          <a:chOff x="0" y="0"/>
          <a:chExt cx="0" cy="0"/>
        </a:xfrm>
      </p:grpSpPr>
      <p:sp>
        <p:nvSpPr>
          <p:cNvPr id="838" name="Google Shape;838;g23d6451c848_0_246"/>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39" name="Google Shape;839;g23d6451c848_0_246"/>
          <p:cNvSpPr txBox="1"/>
          <p:nvPr>
            <p:ph type="title"/>
          </p:nvPr>
        </p:nvSpPr>
        <p:spPr>
          <a:xfrm>
            <a:off x="1829180" y="165303"/>
            <a:ext cx="54825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Comparison Instructions</a:t>
            </a:r>
            <a:endParaRPr/>
          </a:p>
        </p:txBody>
      </p:sp>
      <p:sp>
        <p:nvSpPr>
          <p:cNvPr id="840" name="Google Shape;840;g23d6451c848_0_246"/>
          <p:cNvSpPr txBox="1"/>
          <p:nvPr/>
        </p:nvSpPr>
        <p:spPr>
          <a:xfrm>
            <a:off x="307340" y="1162557"/>
            <a:ext cx="8369400" cy="3166200"/>
          </a:xfrm>
          <a:prstGeom prst="rect">
            <a:avLst/>
          </a:prstGeom>
          <a:noFill/>
          <a:ln>
            <a:noFill/>
          </a:ln>
        </p:spPr>
        <p:txBody>
          <a:bodyPr anchorCtr="0" anchor="t" bIns="0" lIns="0" spcFirstLastPara="1" rIns="0" wrap="square" tIns="13325">
            <a:spAutoFit/>
          </a:bodyPr>
          <a:lstStyle/>
          <a:p>
            <a:pPr indent="-342900" lvl="0" marL="355600" marR="5080" rtl="0" algn="just">
              <a:lnSpc>
                <a:spcPct val="100000"/>
              </a:lnSpc>
              <a:spcBef>
                <a:spcPts val="0"/>
              </a:spcBef>
              <a:spcAft>
                <a:spcPts val="0"/>
              </a:spcAft>
              <a:buClr>
                <a:srgbClr val="00007E"/>
              </a:buClr>
              <a:buSzPts val="2400"/>
              <a:buFont typeface="Noto Sans Symbols"/>
              <a:buChar char="❖"/>
            </a:pPr>
            <a:r>
              <a:rPr lang="en-US" sz="3200">
                <a:latin typeface="Times New Roman"/>
                <a:ea typeface="Times New Roman"/>
                <a:cs typeface="Times New Roman"/>
                <a:sym typeface="Times New Roman"/>
              </a:rPr>
              <a:t>In order to perform branch on the “==“ operation  we need a new instruction</a:t>
            </a:r>
            <a:endParaRPr sz="3200">
              <a:latin typeface="Times New Roman"/>
              <a:ea typeface="Times New Roman"/>
              <a:cs typeface="Times New Roman"/>
              <a:sym typeface="Times New Roman"/>
            </a:endParaRPr>
          </a:p>
          <a:p>
            <a:pPr indent="-342900" lvl="0" marL="355600" marR="1143000" rtl="0" algn="just">
              <a:lnSpc>
                <a:spcPct val="102699"/>
              </a:lnSpc>
              <a:spcBef>
                <a:spcPts val="459"/>
              </a:spcBef>
              <a:spcAft>
                <a:spcPts val="0"/>
              </a:spcAft>
              <a:buClr>
                <a:srgbClr val="00007E"/>
              </a:buClr>
              <a:buSzPts val="2400"/>
              <a:buFont typeface="Noto Sans Symbols"/>
              <a:buChar char="❖"/>
            </a:pPr>
            <a:r>
              <a:rPr lang="en-US" sz="3200">
                <a:latin typeface="Courier New"/>
                <a:ea typeface="Courier New"/>
                <a:cs typeface="Courier New"/>
                <a:sym typeface="Courier New"/>
              </a:rPr>
              <a:t>CMP </a:t>
            </a:r>
            <a:r>
              <a:rPr lang="en-US" sz="3200">
                <a:latin typeface="Times New Roman"/>
                <a:ea typeface="Times New Roman"/>
                <a:cs typeface="Times New Roman"/>
                <a:sym typeface="Times New Roman"/>
              </a:rPr>
              <a:t>– Compare: subtracts a register or an  immediate value from a register value and  updates condition codes</a:t>
            </a:r>
            <a:endParaRPr sz="3200">
              <a:latin typeface="Times New Roman"/>
              <a:ea typeface="Times New Roman"/>
              <a:cs typeface="Times New Roman"/>
              <a:sym typeface="Times New Roman"/>
            </a:endParaRPr>
          </a:p>
          <a:p>
            <a:pPr indent="-342900" lvl="0" marL="355600" marR="0" rtl="0" algn="just">
              <a:lnSpc>
                <a:spcPct val="100000"/>
              </a:lnSpc>
              <a:spcBef>
                <a:spcPts val="770"/>
              </a:spcBef>
              <a:spcAft>
                <a:spcPts val="0"/>
              </a:spcAft>
              <a:buClr>
                <a:srgbClr val="00007E"/>
              </a:buClr>
              <a:buSzPts val="2400"/>
              <a:buFont typeface="Noto Sans Symbols"/>
              <a:buChar char="❖"/>
            </a:pPr>
            <a:r>
              <a:rPr lang="en-US" sz="3200">
                <a:latin typeface="Times New Roman"/>
                <a:ea typeface="Times New Roman"/>
                <a:cs typeface="Times New Roman"/>
                <a:sym typeface="Times New Roman"/>
              </a:rPr>
              <a:t>Examples:</a:t>
            </a:r>
            <a:endParaRPr sz="3200">
              <a:latin typeface="Times New Roman"/>
              <a:ea typeface="Times New Roman"/>
              <a:cs typeface="Times New Roman"/>
              <a:sym typeface="Times New Roman"/>
            </a:endParaRPr>
          </a:p>
        </p:txBody>
      </p:sp>
      <p:graphicFrame>
        <p:nvGraphicFramePr>
          <p:cNvPr id="841" name="Google Shape;841;g23d6451c848_0_246"/>
          <p:cNvGraphicFramePr/>
          <p:nvPr/>
        </p:nvGraphicFramePr>
        <p:xfrm>
          <a:off x="745490" y="4414555"/>
          <a:ext cx="3000000" cy="3000000"/>
        </p:xfrm>
        <a:graphic>
          <a:graphicData uri="http://schemas.openxmlformats.org/drawingml/2006/table">
            <a:tbl>
              <a:tblPr bandRow="1" firstRow="1">
                <a:noFill/>
                <a:tableStyleId>{0B9DC0A3-F2E0-4B43-9110-FBCA3A68A366}</a:tableStyleId>
              </a:tblPr>
              <a:tblGrid>
                <a:gridCol w="1063000"/>
                <a:gridCol w="850900"/>
                <a:gridCol w="638800"/>
                <a:gridCol w="425450"/>
                <a:gridCol w="852800"/>
                <a:gridCol w="426075"/>
                <a:gridCol w="1064900"/>
                <a:gridCol w="638800"/>
                <a:gridCol w="638800"/>
                <a:gridCol w="638175"/>
                <a:gridCol w="563250"/>
              </a:tblGrid>
              <a:tr h="457450">
                <a:tc>
                  <a:txBody>
                    <a:bodyPr/>
                    <a:lstStyle/>
                    <a:p>
                      <a:pPr indent="-287019" lvl="0" marL="318135" marR="0" rtl="0" algn="l">
                        <a:lnSpc>
                          <a:spcPct val="103214"/>
                        </a:lnSpc>
                        <a:spcBef>
                          <a:spcPts val="0"/>
                        </a:spcBef>
                        <a:spcAft>
                          <a:spcPts val="0"/>
                        </a:spcAft>
                        <a:buClr>
                          <a:srgbClr val="FFCC00"/>
                        </a:buClr>
                        <a:buSzPts val="2100"/>
                        <a:buFont typeface="Noto Sans Symbols"/>
                        <a:buChar char="❖"/>
                      </a:pPr>
                      <a:r>
                        <a:rPr lang="en-US" sz="2800" u="none" cap="none" strike="noStrike">
                          <a:latin typeface="Courier New"/>
                          <a:ea typeface="Courier New"/>
                          <a:cs typeface="Courier New"/>
                          <a:sym typeface="Courier New"/>
                        </a:rPr>
                        <a:t>CMP</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214"/>
                        </a:lnSpc>
                        <a:spcBef>
                          <a:spcPts val="0"/>
                        </a:spcBef>
                        <a:spcAft>
                          <a:spcPts val="0"/>
                        </a:spcAft>
                        <a:buNone/>
                      </a:pPr>
                      <a:r>
                        <a:rPr lang="en-US" sz="2800" u="none" cap="none" strike="noStrike">
                          <a:latin typeface="Courier New"/>
                          <a:ea typeface="Courier New"/>
                          <a:cs typeface="Courier New"/>
                          <a:sym typeface="Courier New"/>
                        </a:rPr>
                        <a:t>r3,</a:t>
                      </a:r>
                      <a:endParaRPr sz="2800" u="none" cap="none" strike="noStrike">
                        <a:latin typeface="Courier New"/>
                        <a:ea typeface="Courier New"/>
                        <a:cs typeface="Courier New"/>
                        <a:sym typeface="Courier New"/>
                      </a:endParaRPr>
                    </a:p>
                  </a:txBody>
                  <a:tcPr marT="0" marB="0" marR="0" marL="0"/>
                </a:tc>
                <a:tc>
                  <a:txBody>
                    <a:bodyPr/>
                    <a:lstStyle/>
                    <a:p>
                      <a:pPr indent="0" lvl="0" marL="1905" marR="0" rtl="0" algn="ctr">
                        <a:lnSpc>
                          <a:spcPct val="103214"/>
                        </a:lnSpc>
                        <a:spcBef>
                          <a:spcPts val="0"/>
                        </a:spcBef>
                        <a:spcAft>
                          <a:spcPts val="0"/>
                        </a:spcAft>
                        <a:buNone/>
                      </a:pPr>
                      <a:r>
                        <a:rPr lang="en-US" sz="2800" u="none" cap="none" strike="noStrike">
                          <a:latin typeface="Courier New"/>
                          <a:ea typeface="Courier New"/>
                          <a:cs typeface="Courier New"/>
                          <a:sym typeface="Courier New"/>
                        </a:rPr>
                        <a:t>#0</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214"/>
                        </a:lnSpc>
                        <a:spcBef>
                          <a:spcPts val="0"/>
                        </a:spcBef>
                        <a:spcAft>
                          <a:spcPts val="0"/>
                        </a:spcAft>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1270" marR="0" rtl="0" algn="ctr">
                        <a:lnSpc>
                          <a:spcPct val="103214"/>
                        </a:lnSpc>
                        <a:spcBef>
                          <a:spcPts val="0"/>
                        </a:spcBef>
                        <a:spcAft>
                          <a:spcPts val="0"/>
                        </a:spcAft>
                        <a:buNone/>
                      </a:pPr>
                      <a:r>
                        <a:rPr lang="en-US" sz="2800" u="none" cap="none" strike="noStrike">
                          <a:latin typeface="Courier New"/>
                          <a:ea typeface="Courier New"/>
                          <a:cs typeface="Courier New"/>
                          <a:sym typeface="Courier New"/>
                        </a:rPr>
                        <a:t>set</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214"/>
                        </a:lnSpc>
                        <a:spcBef>
                          <a:spcPts val="0"/>
                        </a:spcBef>
                        <a:spcAft>
                          <a:spcPts val="0"/>
                        </a:spcAft>
                        <a:buNone/>
                      </a:pPr>
                      <a:r>
                        <a:rPr lang="en-US" sz="2800" u="none" cap="none" strike="noStrike">
                          <a:latin typeface="Courier New"/>
                          <a:ea typeface="Courier New"/>
                          <a:cs typeface="Courier New"/>
                          <a:sym typeface="Courier New"/>
                        </a:rPr>
                        <a:t>Z</a:t>
                      </a:r>
                      <a:endParaRPr sz="28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03214"/>
                        </a:lnSpc>
                        <a:spcBef>
                          <a:spcPts val="0"/>
                        </a:spcBef>
                        <a:spcAft>
                          <a:spcPts val="0"/>
                        </a:spcAft>
                        <a:buNone/>
                      </a:pPr>
                      <a:r>
                        <a:rPr lang="en-US" sz="2800" u="none" cap="none" strike="noStrike">
                          <a:latin typeface="Courier New"/>
                          <a:ea typeface="Courier New"/>
                          <a:cs typeface="Courier New"/>
                          <a:sym typeface="Courier New"/>
                        </a:rPr>
                        <a:t>flag</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214"/>
                        </a:lnSpc>
                        <a:spcBef>
                          <a:spcPts val="0"/>
                        </a:spcBef>
                        <a:spcAft>
                          <a:spcPts val="0"/>
                        </a:spcAft>
                        <a:buNone/>
                      </a:pPr>
                      <a:r>
                        <a:rPr lang="en-US" sz="2800" u="none" cap="none" strike="noStrike">
                          <a:latin typeface="Courier New"/>
                          <a:ea typeface="Courier New"/>
                          <a:cs typeface="Courier New"/>
                          <a:sym typeface="Courier New"/>
                        </a:rPr>
                        <a:t>if</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214"/>
                        </a:lnSpc>
                        <a:spcBef>
                          <a:spcPts val="0"/>
                        </a:spcBef>
                        <a:spcAft>
                          <a:spcPts val="0"/>
                        </a:spcAft>
                        <a:buNone/>
                      </a:pPr>
                      <a:r>
                        <a:rPr lang="en-US" sz="2800" u="none" cap="none" strike="noStrike">
                          <a:latin typeface="Courier New"/>
                          <a:ea typeface="Courier New"/>
                          <a:cs typeface="Courier New"/>
                          <a:sym typeface="Courier New"/>
                        </a:rPr>
                        <a:t>r3</a:t>
                      </a:r>
                      <a:endParaRPr sz="2800" u="none" cap="none" strike="noStrike">
                        <a:latin typeface="Courier New"/>
                        <a:ea typeface="Courier New"/>
                        <a:cs typeface="Courier New"/>
                        <a:sym typeface="Courier New"/>
                      </a:endParaRPr>
                    </a:p>
                  </a:txBody>
                  <a:tcPr marT="0" marB="0" marR="0" marL="0"/>
                </a:tc>
                <a:tc>
                  <a:txBody>
                    <a:bodyPr/>
                    <a:lstStyle/>
                    <a:p>
                      <a:pPr indent="0" lvl="0" marL="0" marR="97155" rtl="0" algn="r">
                        <a:lnSpc>
                          <a:spcPct val="103214"/>
                        </a:lnSpc>
                        <a:spcBef>
                          <a:spcPts val="0"/>
                        </a:spcBef>
                        <a:spcAft>
                          <a:spcPts val="0"/>
                        </a:spcAft>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104775" marR="0" rtl="0" algn="l">
                        <a:lnSpc>
                          <a:spcPct val="103214"/>
                        </a:lnSpc>
                        <a:spcBef>
                          <a:spcPts val="0"/>
                        </a:spcBef>
                        <a:spcAft>
                          <a:spcPts val="0"/>
                        </a:spcAft>
                        <a:buNone/>
                      </a:pPr>
                      <a:r>
                        <a:rPr lang="en-US" sz="2800" u="none" cap="none" strike="noStrike">
                          <a:latin typeface="Courier New"/>
                          <a:ea typeface="Courier New"/>
                          <a:cs typeface="Courier New"/>
                          <a:sym typeface="Courier New"/>
                        </a:rPr>
                        <a:t>0</a:t>
                      </a:r>
                      <a:endParaRPr sz="2800" u="none" cap="none" strike="noStrike">
                        <a:latin typeface="Courier New"/>
                        <a:ea typeface="Courier New"/>
                        <a:cs typeface="Courier New"/>
                        <a:sym typeface="Courier New"/>
                      </a:endParaRPr>
                    </a:p>
                  </a:txBody>
                  <a:tcPr marT="0" marB="0" marR="0" marL="0"/>
                </a:tc>
              </a:tr>
              <a:tr h="457100">
                <a:tc>
                  <a:txBody>
                    <a:bodyPr/>
                    <a:lstStyle/>
                    <a:p>
                      <a:pPr indent="-287019" lvl="0" marL="318135" marR="0" rtl="0" algn="l">
                        <a:lnSpc>
                          <a:spcPct val="118571"/>
                        </a:lnSpc>
                        <a:spcBef>
                          <a:spcPts val="0"/>
                        </a:spcBef>
                        <a:spcAft>
                          <a:spcPts val="0"/>
                        </a:spcAft>
                        <a:buClr>
                          <a:srgbClr val="FFCC00"/>
                        </a:buClr>
                        <a:buSzPts val="2100"/>
                        <a:buFont typeface="Noto Sans Symbols"/>
                        <a:buChar char="❖"/>
                      </a:pPr>
                      <a:r>
                        <a:rPr lang="en-US" sz="2800" u="none" cap="none" strike="noStrike">
                          <a:latin typeface="Courier New"/>
                          <a:ea typeface="Courier New"/>
                          <a:cs typeface="Courier New"/>
                          <a:sym typeface="Courier New"/>
                        </a:rPr>
                        <a:t>CMP</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r3,</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r4</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set</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Z</a:t>
                      </a:r>
                      <a:endParaRPr sz="28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flag</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if</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r3</a:t>
                      </a:r>
                      <a:endParaRPr sz="2800" u="none" cap="none" strike="noStrike">
                        <a:latin typeface="Courier New"/>
                        <a:ea typeface="Courier New"/>
                        <a:cs typeface="Courier New"/>
                        <a:sym typeface="Courier New"/>
                      </a:endParaRPr>
                    </a:p>
                  </a:txBody>
                  <a:tcPr marT="0" marB="0" marR="0" marL="0"/>
                </a:tc>
                <a:tc>
                  <a:txBody>
                    <a:bodyPr/>
                    <a:lstStyle/>
                    <a:p>
                      <a:pPr indent="0" lvl="0" marL="0" marR="97790" rtl="0" algn="r">
                        <a:lnSpc>
                          <a:spcPct val="118571"/>
                        </a:lnSpc>
                        <a:spcBef>
                          <a:spcPts val="0"/>
                        </a:spcBef>
                        <a:spcAft>
                          <a:spcPts val="0"/>
                        </a:spcAft>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104775" marR="0" rtl="0" algn="l">
                        <a:lnSpc>
                          <a:spcPct val="118571"/>
                        </a:lnSpc>
                        <a:spcBef>
                          <a:spcPts val="0"/>
                        </a:spcBef>
                        <a:spcAft>
                          <a:spcPts val="0"/>
                        </a:spcAft>
                        <a:buNone/>
                      </a:pPr>
                      <a:r>
                        <a:rPr lang="en-US" sz="2800" u="none" cap="none" strike="noStrike">
                          <a:latin typeface="Courier New"/>
                          <a:ea typeface="Courier New"/>
                          <a:cs typeface="Courier New"/>
                          <a:sym typeface="Courier New"/>
                        </a:rPr>
                        <a:t>r4</a:t>
                      </a:r>
                      <a:endParaRPr sz="2800" u="none" cap="none" strike="noStrike">
                        <a:latin typeface="Courier New"/>
                        <a:ea typeface="Courier New"/>
                        <a:cs typeface="Courier New"/>
                        <a:sym typeface="Courier New"/>
                      </a:endParaRPr>
                    </a:p>
                  </a:txBody>
                  <a:tcPr marT="0" marB="0" marR="0" marL="0"/>
                </a:tc>
              </a:tr>
            </a:tbl>
          </a:graphicData>
        </a:graphic>
      </p:graphicFrame>
      <p:sp>
        <p:nvSpPr>
          <p:cNvPr id="842" name="Google Shape;842;g23d6451c848_0_246"/>
          <p:cNvSpPr txBox="1"/>
          <p:nvPr/>
        </p:nvSpPr>
        <p:spPr>
          <a:xfrm>
            <a:off x="764540" y="5908040"/>
            <a:ext cx="8051100" cy="4431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800">
                <a:solidFill>
                  <a:srgbClr val="333399"/>
                </a:solidFill>
                <a:latin typeface="Times New Roman"/>
                <a:ea typeface="Times New Roman"/>
                <a:cs typeface="Times New Roman"/>
                <a:sym typeface="Times New Roman"/>
              </a:rPr>
              <a:t>All flags are set as result of this operation, not just Z.</a:t>
            </a:r>
            <a:endParaRPr sz="2800">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46" name="Shape 846"/>
        <p:cNvGrpSpPr/>
        <p:nvPr/>
      </p:nvGrpSpPr>
      <p:grpSpPr>
        <a:xfrm>
          <a:off x="0" y="0"/>
          <a:ext cx="0" cy="0"/>
          <a:chOff x="0" y="0"/>
          <a:chExt cx="0" cy="0"/>
        </a:xfrm>
      </p:grpSpPr>
      <p:sp>
        <p:nvSpPr>
          <p:cNvPr id="847" name="Google Shape;847;g23d6451c848_0_257"/>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48" name="Google Shape;848;g23d6451c848_0_257"/>
          <p:cNvSpPr txBox="1"/>
          <p:nvPr>
            <p:ph type="title"/>
          </p:nvPr>
        </p:nvSpPr>
        <p:spPr>
          <a:xfrm>
            <a:off x="1727961" y="93929"/>
            <a:ext cx="5688000" cy="567000"/>
          </a:xfrm>
          <a:prstGeom prst="rect">
            <a:avLst/>
          </a:prstGeom>
          <a:noFill/>
          <a:ln>
            <a:noFill/>
          </a:ln>
        </p:spPr>
        <p:txBody>
          <a:bodyPr anchorCtr="0" anchor="t" bIns="0" lIns="0" spcFirstLastPara="1" rIns="0" wrap="square" tIns="12700">
            <a:spAutoFit/>
          </a:bodyPr>
          <a:lstStyle/>
          <a:p>
            <a:pPr indent="0" lvl="0" marL="87630" rtl="0" algn="l">
              <a:lnSpc>
                <a:spcPct val="100000"/>
              </a:lnSpc>
              <a:spcBef>
                <a:spcPts val="0"/>
              </a:spcBef>
              <a:spcAft>
                <a:spcPts val="0"/>
              </a:spcAft>
              <a:buNone/>
            </a:pPr>
            <a:r>
              <a:rPr lang="en-US"/>
              <a:t>Compiling C </a:t>
            </a:r>
            <a:r>
              <a:rPr lang="en-US">
                <a:latin typeface="Courier New"/>
                <a:ea typeface="Courier New"/>
                <a:cs typeface="Courier New"/>
                <a:sym typeface="Courier New"/>
              </a:rPr>
              <a:t>if </a:t>
            </a:r>
            <a:r>
              <a:rPr lang="en-US"/>
              <a:t>into ARM</a:t>
            </a:r>
            <a:endParaRPr/>
          </a:p>
        </p:txBody>
      </p:sp>
      <p:sp>
        <p:nvSpPr>
          <p:cNvPr id="849" name="Google Shape;849;g23d6451c848_0_257"/>
          <p:cNvSpPr txBox="1"/>
          <p:nvPr/>
        </p:nvSpPr>
        <p:spPr>
          <a:xfrm>
            <a:off x="535940" y="2859404"/>
            <a:ext cx="4179000" cy="443100"/>
          </a:xfrm>
          <a:prstGeom prst="rect">
            <a:avLst/>
          </a:prstGeom>
          <a:noFill/>
          <a:ln>
            <a:noFill/>
          </a:ln>
        </p:spPr>
        <p:txBody>
          <a:bodyPr anchorCtr="0" anchor="t" bIns="0" lIns="0" spcFirstLastPara="1" rIns="0" wrap="square" tIns="12050">
            <a:spAutoFit/>
          </a:bodyPr>
          <a:lstStyle/>
          <a:p>
            <a:pPr indent="-238759" lvl="0" marL="250825" marR="0" rtl="0" algn="l">
              <a:lnSpc>
                <a:spcPct val="100000"/>
              </a:lnSpc>
              <a:spcBef>
                <a:spcPts val="0"/>
              </a:spcBef>
              <a:spcAft>
                <a:spcPts val="0"/>
              </a:spcAft>
              <a:buClr>
                <a:srgbClr val="00007E"/>
              </a:buClr>
              <a:buSzPts val="2000"/>
              <a:buFont typeface="Noto Sans Symbols"/>
              <a:buChar char="❖"/>
            </a:pPr>
            <a:r>
              <a:rPr lang="en-US" sz="2800">
                <a:latin typeface="Times New Roman"/>
                <a:ea typeface="Times New Roman"/>
                <a:cs typeface="Times New Roman"/>
                <a:sym typeface="Times New Roman"/>
              </a:rPr>
              <a:t>Final compiled ARM code:</a:t>
            </a:r>
            <a:endParaRPr sz="2800">
              <a:latin typeface="Times New Roman"/>
              <a:ea typeface="Times New Roman"/>
              <a:cs typeface="Times New Roman"/>
              <a:sym typeface="Times New Roman"/>
            </a:endParaRPr>
          </a:p>
        </p:txBody>
      </p:sp>
      <p:sp>
        <p:nvSpPr>
          <p:cNvPr id="850" name="Google Shape;850;g23d6451c848_0_257"/>
          <p:cNvSpPr txBox="1"/>
          <p:nvPr/>
        </p:nvSpPr>
        <p:spPr>
          <a:xfrm>
            <a:off x="1409446" y="3283077"/>
            <a:ext cx="5384100" cy="825600"/>
          </a:xfrm>
          <a:prstGeom prst="rect">
            <a:avLst/>
          </a:prstGeom>
          <a:noFill/>
          <a:ln>
            <a:noFill/>
          </a:ln>
        </p:spPr>
        <p:txBody>
          <a:bodyPr anchorCtr="0" anchor="t" bIns="0" lIns="0" spcFirstLastPara="1" rIns="0" wrap="square" tIns="12700">
            <a:spAutoFit/>
          </a:bodyPr>
          <a:lstStyle/>
          <a:p>
            <a:pPr indent="0" lvl="0" marL="12700" marR="5080" rtl="0" algn="l">
              <a:lnSpc>
                <a:spcPct val="120000"/>
              </a:lnSpc>
              <a:spcBef>
                <a:spcPts val="0"/>
              </a:spcBef>
              <a:spcAft>
                <a:spcPts val="0"/>
              </a:spcAft>
              <a:buNone/>
            </a:pPr>
            <a:r>
              <a:rPr lang="en-US" sz="2400">
                <a:latin typeface="Courier New"/>
                <a:ea typeface="Courier New"/>
                <a:cs typeface="Courier New"/>
                <a:sym typeface="Courier New"/>
              </a:rPr>
              <a:t>CMP	r3, r4	; Z = 1 if i==j  BEQ	True</a:t>
            </a:r>
            <a:endParaRPr sz="2400">
              <a:latin typeface="Courier New"/>
              <a:ea typeface="Courier New"/>
              <a:cs typeface="Courier New"/>
              <a:sym typeface="Courier New"/>
            </a:endParaRPr>
          </a:p>
        </p:txBody>
      </p:sp>
      <p:sp>
        <p:nvSpPr>
          <p:cNvPr id="851" name="Google Shape;851;g23d6451c848_0_257"/>
          <p:cNvSpPr txBox="1"/>
          <p:nvPr/>
        </p:nvSpPr>
        <p:spPr>
          <a:xfrm>
            <a:off x="4029583" y="3795141"/>
            <a:ext cx="38583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latin typeface="Courier New"/>
                <a:ea typeface="Courier New"/>
                <a:cs typeface="Courier New"/>
                <a:sym typeface="Courier New"/>
              </a:rPr>
              <a:t>; goto True when i==j</a:t>
            </a:r>
            <a:endParaRPr sz="2400">
              <a:latin typeface="Courier New"/>
              <a:ea typeface="Courier New"/>
              <a:cs typeface="Courier New"/>
              <a:sym typeface="Courier New"/>
            </a:endParaRPr>
          </a:p>
        </p:txBody>
      </p:sp>
      <p:graphicFrame>
        <p:nvGraphicFramePr>
          <p:cNvPr id="852" name="Google Shape;852;g23d6451c848_0_257"/>
          <p:cNvGraphicFramePr/>
          <p:nvPr/>
        </p:nvGraphicFramePr>
        <p:xfrm>
          <a:off x="294090" y="4225030"/>
          <a:ext cx="3000000" cy="3000000"/>
        </p:xfrm>
        <a:graphic>
          <a:graphicData uri="http://schemas.openxmlformats.org/drawingml/2006/table">
            <a:tbl>
              <a:tblPr bandRow="1" firstRow="1">
                <a:noFill/>
                <a:tableStyleId>{0B9DC0A3-F2E0-4B43-9110-FBCA3A68A366}</a:tableStyleId>
              </a:tblPr>
              <a:tblGrid>
                <a:gridCol w="933025"/>
                <a:gridCol w="836425"/>
                <a:gridCol w="2013700"/>
                <a:gridCol w="464375"/>
                <a:gridCol w="2591000"/>
              </a:tblGrid>
              <a:tr h="743700">
                <a:tc>
                  <a:txBody>
                    <a:bodyPr/>
                    <a:lstStyle/>
                    <a:p>
                      <a:pPr indent="0" lvl="0" marL="0" marR="0" rtl="0" algn="l">
                        <a:lnSpc>
                          <a:spcPct val="100000"/>
                        </a:lnSpc>
                        <a:spcBef>
                          <a:spcPts val="0"/>
                        </a:spcBef>
                        <a:spcAft>
                          <a:spcPts val="0"/>
                        </a:spcAft>
                        <a:buNone/>
                      </a:pPr>
                      <a:r>
                        <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70485" marR="0" rtl="0" algn="l">
                        <a:lnSpc>
                          <a:spcPct val="103333"/>
                        </a:lnSpc>
                        <a:spcBef>
                          <a:spcPts val="0"/>
                        </a:spcBef>
                        <a:spcAft>
                          <a:spcPts val="0"/>
                        </a:spcAft>
                        <a:buNone/>
                      </a:pPr>
                      <a:r>
                        <a:rPr lang="en-US" sz="2400" u="none" cap="none" strike="noStrike">
                          <a:latin typeface="Courier New"/>
                          <a:ea typeface="Courier New"/>
                          <a:cs typeface="Courier New"/>
                          <a:sym typeface="Courier New"/>
                        </a:rPr>
                        <a:t>SUB</a:t>
                      </a:r>
                      <a:endParaRPr sz="2400" u="none" cap="none" strike="noStrike">
                        <a:latin typeface="Courier New"/>
                        <a:ea typeface="Courier New"/>
                        <a:cs typeface="Courier New"/>
                        <a:sym typeface="Courier New"/>
                      </a:endParaRPr>
                    </a:p>
                    <a:p>
                      <a:pPr indent="0" lvl="0" marL="70485" marR="0" rtl="0" algn="l">
                        <a:lnSpc>
                          <a:spcPct val="100000"/>
                        </a:lnSpc>
                        <a:spcBef>
                          <a:spcPts val="0"/>
                        </a:spcBef>
                        <a:spcAft>
                          <a:spcPts val="0"/>
                        </a:spcAft>
                        <a:buNone/>
                      </a:pPr>
                      <a:r>
                        <a:rPr lang="en-US" sz="2400" u="none" cap="none" strike="noStrike">
                          <a:latin typeface="Courier New"/>
                          <a:ea typeface="Courier New"/>
                          <a:cs typeface="Courier New"/>
                          <a:sym typeface="Courier New"/>
                        </a:rPr>
                        <a:t>B</a:t>
                      </a:r>
                      <a:endParaRPr sz="2400" u="none" cap="none" strike="noStrike">
                        <a:latin typeface="Courier New"/>
                        <a:ea typeface="Courier New"/>
                        <a:cs typeface="Courier New"/>
                        <a:sym typeface="Courier New"/>
                      </a:endParaRPr>
                    </a:p>
                  </a:txBody>
                  <a:tcPr marT="0" marB="0" marR="0" marL="0"/>
                </a:tc>
                <a:tc>
                  <a:txBody>
                    <a:bodyPr/>
                    <a:lstStyle/>
                    <a:p>
                      <a:pPr indent="0" lvl="0" marL="196215" marR="0" rtl="0" algn="l">
                        <a:lnSpc>
                          <a:spcPct val="103333"/>
                        </a:lnSpc>
                        <a:spcBef>
                          <a:spcPts val="0"/>
                        </a:spcBef>
                        <a:spcAft>
                          <a:spcPts val="0"/>
                        </a:spcAft>
                        <a:buNone/>
                      </a:pPr>
                      <a:r>
                        <a:rPr lang="en-US" sz="2400" u="none" cap="none" strike="noStrike">
                          <a:latin typeface="Courier New"/>
                          <a:ea typeface="Courier New"/>
                          <a:cs typeface="Courier New"/>
                          <a:sym typeface="Courier New"/>
                        </a:rPr>
                        <a:t>r0,r1,r2</a:t>
                      </a:r>
                      <a:endParaRPr sz="2400" u="none" cap="none" strike="noStrike">
                        <a:latin typeface="Courier New"/>
                        <a:ea typeface="Courier New"/>
                        <a:cs typeface="Courier New"/>
                        <a:sym typeface="Courier New"/>
                      </a:endParaRPr>
                    </a:p>
                    <a:p>
                      <a:pPr indent="0" lvl="0" marL="196215" marR="0" rtl="0" algn="l">
                        <a:lnSpc>
                          <a:spcPct val="100000"/>
                        </a:lnSpc>
                        <a:spcBef>
                          <a:spcPts val="0"/>
                        </a:spcBef>
                        <a:spcAft>
                          <a:spcPts val="0"/>
                        </a:spcAft>
                        <a:buNone/>
                      </a:pPr>
                      <a:r>
                        <a:rPr lang="en-US" sz="2400" u="none" cap="none" strike="noStrike">
                          <a:latin typeface="Courier New"/>
                          <a:ea typeface="Courier New"/>
                          <a:cs typeface="Courier New"/>
                          <a:sym typeface="Courier New"/>
                        </a:rPr>
                        <a:t>Fin</a:t>
                      </a:r>
                      <a:endParaRPr sz="2400" u="none" cap="none" strike="noStrike">
                        <a:latin typeface="Courier New"/>
                        <a:ea typeface="Courier New"/>
                        <a:cs typeface="Courier New"/>
                        <a:sym typeface="Courier New"/>
                      </a:endParaRPr>
                    </a:p>
                  </a:txBody>
                  <a:tcPr marT="0" marB="0" marR="0" marL="0"/>
                </a:tc>
                <a:tc>
                  <a:txBody>
                    <a:bodyPr/>
                    <a:lstStyle/>
                    <a:p>
                      <a:pPr indent="0" lvl="0" marL="141605" marR="0" rtl="0" algn="l">
                        <a:lnSpc>
                          <a:spcPct val="103333"/>
                        </a:lnSpc>
                        <a:spcBef>
                          <a:spcPts val="0"/>
                        </a:spcBef>
                        <a:spcAft>
                          <a:spcPts val="0"/>
                        </a:spcAft>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p>
                      <a:pPr indent="0" lvl="0" marL="141605" marR="0" rtl="0" algn="l">
                        <a:lnSpc>
                          <a:spcPct val="100000"/>
                        </a:lnSpc>
                        <a:spcBef>
                          <a:spcPts val="0"/>
                        </a:spcBef>
                        <a:spcAft>
                          <a:spcPts val="0"/>
                        </a:spcAft>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90170" marR="0" rtl="0" algn="l">
                        <a:lnSpc>
                          <a:spcPct val="103333"/>
                        </a:lnSpc>
                        <a:spcBef>
                          <a:spcPts val="0"/>
                        </a:spcBef>
                        <a:spcAft>
                          <a:spcPts val="0"/>
                        </a:spcAft>
                        <a:buNone/>
                      </a:pPr>
                      <a:r>
                        <a:rPr lang="en-US" sz="2400" u="none" cap="none" strike="noStrike">
                          <a:latin typeface="Courier New"/>
                          <a:ea typeface="Courier New"/>
                          <a:cs typeface="Courier New"/>
                          <a:sym typeface="Courier New"/>
                        </a:rPr>
                        <a:t>f=g-h(false)</a:t>
                      </a:r>
                      <a:endParaRPr sz="2400" u="none" cap="none" strike="noStrike">
                        <a:latin typeface="Courier New"/>
                        <a:ea typeface="Courier New"/>
                        <a:cs typeface="Courier New"/>
                        <a:sym typeface="Courier New"/>
                      </a:endParaRPr>
                    </a:p>
                    <a:p>
                      <a:pPr indent="0" lvl="0" marL="90170" marR="0" rtl="0" algn="l">
                        <a:lnSpc>
                          <a:spcPct val="100000"/>
                        </a:lnSpc>
                        <a:spcBef>
                          <a:spcPts val="0"/>
                        </a:spcBef>
                        <a:spcAft>
                          <a:spcPts val="0"/>
                        </a:spcAft>
                        <a:buNone/>
                      </a:pPr>
                      <a:r>
                        <a:rPr lang="en-US" sz="2400" u="none" cap="none" strike="noStrike">
                          <a:latin typeface="Courier New"/>
                          <a:ea typeface="Courier New"/>
                          <a:cs typeface="Courier New"/>
                          <a:sym typeface="Courier New"/>
                        </a:rPr>
                        <a:t>goto Fin</a:t>
                      </a:r>
                      <a:endParaRPr sz="2400" u="none" cap="none" strike="noStrike">
                        <a:latin typeface="Courier New"/>
                        <a:ea typeface="Courier New"/>
                        <a:cs typeface="Courier New"/>
                        <a:sym typeface="Courier New"/>
                      </a:endParaRPr>
                    </a:p>
                  </a:txBody>
                  <a:tcPr marT="0" marB="0" marR="0" marL="0"/>
                </a:tc>
              </a:tr>
              <a:tr h="755900">
                <a:tc>
                  <a:txBody>
                    <a:bodyPr/>
                    <a:lstStyle/>
                    <a:p>
                      <a:pPr indent="0" lvl="0" marL="31750" marR="0" rtl="0" algn="l">
                        <a:lnSpc>
                          <a:spcPct val="106666"/>
                        </a:lnSpc>
                        <a:spcBef>
                          <a:spcPts val="0"/>
                        </a:spcBef>
                        <a:spcAft>
                          <a:spcPts val="0"/>
                        </a:spcAft>
                        <a:buNone/>
                      </a:pPr>
                      <a:r>
                        <a:rPr lang="en-US" sz="2200" u="none" cap="none" strike="noStrike">
                          <a:latin typeface="Courier New"/>
                          <a:ea typeface="Courier New"/>
                          <a:cs typeface="Courier New"/>
                          <a:sym typeface="Courier New"/>
                        </a:rPr>
                        <a:t>True:</a:t>
                      </a:r>
                      <a:endParaRPr sz="2200" u="none" cap="none" strike="noStrike">
                        <a:latin typeface="Courier New"/>
                        <a:ea typeface="Courier New"/>
                        <a:cs typeface="Courier New"/>
                        <a:sym typeface="Courier New"/>
                      </a:endParaRPr>
                    </a:p>
                  </a:txBody>
                  <a:tcPr marT="0" marB="0" marR="0" marL="0"/>
                </a:tc>
                <a:tc>
                  <a:txBody>
                    <a:bodyPr/>
                    <a:lstStyle/>
                    <a:p>
                      <a:pPr indent="0" lvl="0" marL="108585" marR="0" rtl="0" algn="l">
                        <a:lnSpc>
                          <a:spcPct val="106666"/>
                        </a:lnSpc>
                        <a:spcBef>
                          <a:spcPts val="0"/>
                        </a:spcBef>
                        <a:spcAft>
                          <a:spcPts val="0"/>
                        </a:spcAft>
                        <a:buNone/>
                      </a:pPr>
                      <a:r>
                        <a:rPr lang="en-US" sz="2400" u="none" cap="none" strike="noStrike">
                          <a:latin typeface="Courier New"/>
                          <a:ea typeface="Courier New"/>
                          <a:cs typeface="Courier New"/>
                          <a:sym typeface="Courier New"/>
                        </a:rPr>
                        <a:t>ADD</a:t>
                      </a:r>
                      <a:endParaRPr sz="2400" u="none" cap="none" strike="noStrike">
                        <a:latin typeface="Courier New"/>
                        <a:ea typeface="Courier New"/>
                        <a:cs typeface="Courier New"/>
                        <a:sym typeface="Courier New"/>
                      </a:endParaRPr>
                    </a:p>
                  </a:txBody>
                  <a:tcPr marT="0" marB="0" marR="0" marL="0"/>
                </a:tc>
                <a:tc>
                  <a:txBody>
                    <a:bodyPr/>
                    <a:lstStyle/>
                    <a:p>
                      <a:pPr indent="0" lvl="0" marL="90170" marR="0" rtl="0" algn="l">
                        <a:lnSpc>
                          <a:spcPct val="106666"/>
                        </a:lnSpc>
                        <a:spcBef>
                          <a:spcPts val="0"/>
                        </a:spcBef>
                        <a:spcAft>
                          <a:spcPts val="0"/>
                        </a:spcAft>
                        <a:buNone/>
                      </a:pPr>
                      <a:r>
                        <a:rPr lang="en-US" sz="2400" u="none" cap="none" strike="noStrike">
                          <a:latin typeface="Courier New"/>
                          <a:ea typeface="Courier New"/>
                          <a:cs typeface="Courier New"/>
                          <a:sym typeface="Courier New"/>
                        </a:rPr>
                        <a:t>r0,r1,r2</a:t>
                      </a:r>
                      <a:endParaRPr sz="2400" u="none" cap="none" strike="noStrike">
                        <a:latin typeface="Courier New"/>
                        <a:ea typeface="Courier New"/>
                        <a:cs typeface="Courier New"/>
                        <a:sym typeface="Courier New"/>
                      </a:endParaRPr>
                    </a:p>
                  </a:txBody>
                  <a:tcPr marT="0" marB="0" marR="0" marL="0"/>
                </a:tc>
                <a:tc>
                  <a:txBody>
                    <a:bodyPr/>
                    <a:lstStyle/>
                    <a:p>
                      <a:pPr indent="0" lvl="0" marL="141605" marR="0" rtl="0" algn="l">
                        <a:lnSpc>
                          <a:spcPct val="106666"/>
                        </a:lnSpc>
                        <a:spcBef>
                          <a:spcPts val="0"/>
                        </a:spcBef>
                        <a:spcAft>
                          <a:spcPts val="0"/>
                        </a:spcAft>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90170" marR="0" rtl="0" algn="l">
                        <a:lnSpc>
                          <a:spcPct val="106666"/>
                        </a:lnSpc>
                        <a:spcBef>
                          <a:spcPts val="0"/>
                        </a:spcBef>
                        <a:spcAft>
                          <a:spcPts val="0"/>
                        </a:spcAft>
                        <a:buNone/>
                      </a:pPr>
                      <a:r>
                        <a:rPr lang="en-US" sz="2400" u="none" cap="none" strike="noStrike">
                          <a:latin typeface="Courier New"/>
                          <a:ea typeface="Courier New"/>
                          <a:cs typeface="Courier New"/>
                          <a:sym typeface="Courier New"/>
                        </a:rPr>
                        <a:t>f=g+h (true)</a:t>
                      </a:r>
                      <a:endParaRPr sz="2400" u="none" cap="none" strike="noStrike">
                        <a:latin typeface="Courier New"/>
                        <a:ea typeface="Courier New"/>
                        <a:cs typeface="Courier New"/>
                        <a:sym typeface="Courier New"/>
                      </a:endParaRPr>
                    </a:p>
                  </a:txBody>
                  <a:tcPr marT="0" marB="0" marR="0" marL="0"/>
                </a:tc>
              </a:tr>
              <a:tr h="365750">
                <a:tc>
                  <a:txBody>
                    <a:bodyPr/>
                    <a:lstStyle/>
                    <a:p>
                      <a:pPr indent="0" lvl="0" marL="31750" marR="0" rtl="0" algn="l">
                        <a:lnSpc>
                          <a:spcPct val="106666"/>
                        </a:lnSpc>
                        <a:spcBef>
                          <a:spcPts val="0"/>
                        </a:spcBef>
                        <a:spcAft>
                          <a:spcPts val="0"/>
                        </a:spcAft>
                        <a:buNone/>
                      </a:pPr>
                      <a:r>
                        <a:rPr lang="en-US" sz="2400" u="none" cap="none" strike="noStrike">
                          <a:latin typeface="Courier New"/>
                          <a:ea typeface="Courier New"/>
                          <a:cs typeface="Courier New"/>
                          <a:sym typeface="Courier New"/>
                        </a:rPr>
                        <a:t>Fin</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tc>
              </a:tr>
            </a:tbl>
          </a:graphicData>
        </a:graphic>
      </p:graphicFrame>
      <p:sp>
        <p:nvSpPr>
          <p:cNvPr id="853" name="Google Shape;853;g23d6451c848_0_257"/>
          <p:cNvSpPr txBox="1"/>
          <p:nvPr/>
        </p:nvSpPr>
        <p:spPr>
          <a:xfrm>
            <a:off x="535940" y="5723635"/>
            <a:ext cx="8239800" cy="7518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2400">
                <a:solidFill>
                  <a:srgbClr val="333399"/>
                </a:solidFill>
                <a:latin typeface="Times New Roman"/>
                <a:ea typeface="Times New Roman"/>
                <a:cs typeface="Times New Roman"/>
                <a:sym typeface="Times New Roman"/>
              </a:rPr>
              <a:t>Note: Compiler automatically creates labels to handle decisions  (branches) appropriately. Generally not found in C code.</a:t>
            </a:r>
            <a:endParaRPr sz="2400">
              <a:latin typeface="Times New Roman"/>
              <a:ea typeface="Times New Roman"/>
              <a:cs typeface="Times New Roman"/>
              <a:sym typeface="Times New Roman"/>
            </a:endParaRPr>
          </a:p>
        </p:txBody>
      </p:sp>
      <p:sp>
        <p:nvSpPr>
          <p:cNvPr id="854" name="Google Shape;854;g23d6451c848_0_257"/>
          <p:cNvSpPr txBox="1"/>
          <p:nvPr/>
        </p:nvSpPr>
        <p:spPr>
          <a:xfrm>
            <a:off x="7011669" y="3243529"/>
            <a:ext cx="562500" cy="3675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2300">
                <a:solidFill>
                  <a:srgbClr val="3333CC"/>
                </a:solidFill>
                <a:latin typeface="Arial"/>
                <a:ea typeface="Arial"/>
                <a:cs typeface="Arial"/>
                <a:sym typeface="Arial"/>
              </a:rPr>
              <a:t>Exit</a:t>
            </a:r>
            <a:endParaRPr sz="2300">
              <a:latin typeface="Arial"/>
              <a:ea typeface="Arial"/>
              <a:cs typeface="Arial"/>
              <a:sym typeface="Arial"/>
            </a:endParaRPr>
          </a:p>
        </p:txBody>
      </p:sp>
      <p:sp>
        <p:nvSpPr>
          <p:cNvPr id="855" name="Google Shape;855;g23d6451c848_0_257"/>
          <p:cNvSpPr/>
          <p:nvPr/>
        </p:nvSpPr>
        <p:spPr>
          <a:xfrm>
            <a:off x="6251575" y="1117600"/>
            <a:ext cx="1675129" cy="762000"/>
          </a:xfrm>
          <a:custGeom>
            <a:rect b="b" l="l" r="r" t="t"/>
            <a:pathLst>
              <a:path extrusionOk="0" h="762000" w="1675129">
                <a:moveTo>
                  <a:pt x="0" y="381000"/>
                </a:moveTo>
                <a:lnTo>
                  <a:pt x="837438" y="0"/>
                </a:lnTo>
                <a:lnTo>
                  <a:pt x="1674876" y="381000"/>
                </a:lnTo>
                <a:lnTo>
                  <a:pt x="837438" y="762000"/>
                </a:lnTo>
                <a:lnTo>
                  <a:pt x="0" y="381000"/>
                </a:lnTo>
                <a:close/>
              </a:path>
            </a:pathLst>
          </a:custGeom>
          <a:noFill/>
          <a:ln cap="flat" cmpd="sng" w="285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56" name="Google Shape;856;g23d6451c848_0_257"/>
          <p:cNvSpPr txBox="1"/>
          <p:nvPr/>
        </p:nvSpPr>
        <p:spPr>
          <a:xfrm>
            <a:off x="6478015" y="1279016"/>
            <a:ext cx="1248300" cy="3675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2300">
                <a:latin typeface="Courier New"/>
                <a:ea typeface="Courier New"/>
                <a:cs typeface="Courier New"/>
                <a:sym typeface="Courier New"/>
              </a:rPr>
              <a:t>i == j?</a:t>
            </a:r>
            <a:endParaRPr sz="2300">
              <a:latin typeface="Courier New"/>
              <a:ea typeface="Courier New"/>
              <a:cs typeface="Courier New"/>
              <a:sym typeface="Courier New"/>
            </a:endParaRPr>
          </a:p>
        </p:txBody>
      </p:sp>
      <p:sp>
        <p:nvSpPr>
          <p:cNvPr id="857" name="Google Shape;857;g23d6451c848_0_257"/>
          <p:cNvSpPr/>
          <p:nvPr/>
        </p:nvSpPr>
        <p:spPr>
          <a:xfrm>
            <a:off x="6208649" y="1498599"/>
            <a:ext cx="1760854" cy="685800"/>
          </a:xfrm>
          <a:custGeom>
            <a:rect b="b" l="l" r="r" t="t"/>
            <a:pathLst>
              <a:path extrusionOk="0" h="685800" w="1760854">
                <a:moveTo>
                  <a:pt x="85725" y="600075"/>
                </a:moveTo>
                <a:lnTo>
                  <a:pt x="57150" y="600075"/>
                </a:lnTo>
                <a:lnTo>
                  <a:pt x="57150" y="0"/>
                </a:lnTo>
                <a:lnTo>
                  <a:pt x="28575" y="0"/>
                </a:lnTo>
                <a:lnTo>
                  <a:pt x="28575" y="600075"/>
                </a:lnTo>
                <a:lnTo>
                  <a:pt x="0" y="600075"/>
                </a:lnTo>
                <a:lnTo>
                  <a:pt x="42926" y="685800"/>
                </a:lnTo>
                <a:lnTo>
                  <a:pt x="78613" y="614299"/>
                </a:lnTo>
                <a:lnTo>
                  <a:pt x="85725" y="600075"/>
                </a:lnTo>
                <a:close/>
              </a:path>
              <a:path extrusionOk="0" h="685800" w="1760854">
                <a:moveTo>
                  <a:pt x="1760601" y="600075"/>
                </a:moveTo>
                <a:lnTo>
                  <a:pt x="1732026" y="600075"/>
                </a:lnTo>
                <a:lnTo>
                  <a:pt x="1732026" y="0"/>
                </a:lnTo>
                <a:lnTo>
                  <a:pt x="1703451" y="0"/>
                </a:lnTo>
                <a:lnTo>
                  <a:pt x="1703451" y="600075"/>
                </a:lnTo>
                <a:lnTo>
                  <a:pt x="1674876" y="600075"/>
                </a:lnTo>
                <a:lnTo>
                  <a:pt x="1717675" y="685800"/>
                </a:lnTo>
                <a:lnTo>
                  <a:pt x="1753476" y="614299"/>
                </a:lnTo>
                <a:lnTo>
                  <a:pt x="1760601" y="600075"/>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aphicFrame>
        <p:nvGraphicFramePr>
          <p:cNvPr id="858" name="Google Shape;858;g23d6451c848_0_257"/>
          <p:cNvGraphicFramePr/>
          <p:nvPr/>
        </p:nvGraphicFramePr>
        <p:xfrm>
          <a:off x="5432488" y="2182876"/>
          <a:ext cx="3000000" cy="3000000"/>
        </p:xfrm>
        <a:graphic>
          <a:graphicData uri="http://schemas.openxmlformats.org/drawingml/2006/table">
            <a:tbl>
              <a:tblPr bandRow="1" firstRow="1">
                <a:noFill/>
                <a:tableStyleId>{0B9DC0A3-F2E0-4B43-9110-FBCA3A68A366}</a:tableStyleId>
              </a:tblPr>
              <a:tblGrid>
                <a:gridCol w="804550"/>
                <a:gridCol w="271150"/>
                <a:gridCol w="675650"/>
                <a:gridCol w="726450"/>
                <a:gridCol w="348625"/>
              </a:tblGrid>
              <a:tr h="465125">
                <a:tc gridSpan="2">
                  <a:txBody>
                    <a:bodyPr/>
                    <a:lstStyle/>
                    <a:p>
                      <a:pPr indent="0" lvl="0" marL="87630" marR="0" rtl="0" algn="l">
                        <a:lnSpc>
                          <a:spcPct val="100000"/>
                        </a:lnSpc>
                        <a:spcBef>
                          <a:spcPts val="0"/>
                        </a:spcBef>
                        <a:spcAft>
                          <a:spcPts val="0"/>
                        </a:spcAft>
                        <a:buNone/>
                      </a:pPr>
                      <a:r>
                        <a:rPr b="1" lang="en-US" sz="2300" u="none" cap="none" strike="noStrike">
                          <a:latin typeface="Courier New"/>
                          <a:ea typeface="Courier New"/>
                          <a:cs typeface="Courier New"/>
                          <a:sym typeface="Courier New"/>
                        </a:rPr>
                        <a:t>f=g+h</a:t>
                      </a:r>
                      <a:endParaRPr sz="2300" u="none" cap="none" strike="noStrike">
                        <a:latin typeface="Courier New"/>
                        <a:ea typeface="Courier New"/>
                        <a:cs typeface="Courier New"/>
                        <a:sym typeface="Courier New"/>
                      </a:endParaRPr>
                    </a:p>
                  </a:txBody>
                  <a:tcPr marT="9525"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a:txBody>
                    <a:bodyPr/>
                    <a:lstStyle/>
                    <a:p>
                      <a:pPr indent="0" lvl="0" marL="0" marR="0" rtl="0" algn="l">
                        <a:lnSpc>
                          <a:spcPct val="100000"/>
                        </a:lnSpc>
                        <a:spcBef>
                          <a:spcPts val="0"/>
                        </a:spcBef>
                        <a:spcAft>
                          <a:spcPts val="0"/>
                        </a:spcAft>
                        <a:buNone/>
                      </a:pPr>
                      <a:r>
                        <a:t/>
                      </a:r>
                      <a:endParaRPr sz="2500" u="none" cap="none" strike="noStrike">
                        <a:latin typeface="Times New Roman"/>
                        <a:ea typeface="Times New Roman"/>
                        <a:cs typeface="Times New Roman"/>
                        <a:sym typeface="Times New Roman"/>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B cap="flat" cmpd="sng" w="28575">
                      <a:solidFill>
                        <a:srgbClr val="000000"/>
                      </a:solidFill>
                      <a:prstDash val="solid"/>
                      <a:round/>
                      <a:headEnd len="sm" w="sm" type="none"/>
                      <a:tailEnd len="sm" w="sm" type="none"/>
                    </a:lnB>
                  </a:tcPr>
                </a:tc>
                <a:tc gridSpan="2">
                  <a:txBody>
                    <a:bodyPr/>
                    <a:lstStyle/>
                    <a:p>
                      <a:pPr indent="0" lvl="0" marL="88265" marR="0" rtl="0" algn="l">
                        <a:lnSpc>
                          <a:spcPct val="100000"/>
                        </a:lnSpc>
                        <a:spcBef>
                          <a:spcPts val="0"/>
                        </a:spcBef>
                        <a:spcAft>
                          <a:spcPts val="0"/>
                        </a:spcAft>
                        <a:buNone/>
                      </a:pPr>
                      <a:r>
                        <a:rPr b="1" lang="en-US" sz="2300" u="none" cap="none" strike="noStrike">
                          <a:latin typeface="Courier New"/>
                          <a:ea typeface="Courier New"/>
                          <a:cs typeface="Courier New"/>
                          <a:sym typeface="Courier New"/>
                        </a:rPr>
                        <a:t>f=g-h</a:t>
                      </a:r>
                      <a:endParaRPr sz="2300" u="none" cap="none" strike="noStrike">
                        <a:latin typeface="Courier New"/>
                        <a:ea typeface="Courier New"/>
                        <a:cs typeface="Courier New"/>
                        <a:sym typeface="Courier New"/>
                      </a:endParaRPr>
                    </a:p>
                  </a:txBody>
                  <a:tcPr marT="9525"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r>
              <a:tr h="284100">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tcPr>
                </a:tc>
                <a:tc gridSpan="3">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000000"/>
                      </a:solidFill>
                      <a:prstDash val="solid"/>
                      <a:round/>
                      <a:headEnd len="sm" w="sm" type="none"/>
                      <a:tailEnd len="sm" w="sm" type="none"/>
                    </a:lnL>
                    <a:lnT cap="flat" cmpd="sng" w="28575">
                      <a:solidFill>
                        <a:srgbClr val="000000"/>
                      </a:solidFill>
                      <a:prstDash val="solid"/>
                      <a:round/>
                      <a:headEnd len="sm" w="sm" type="none"/>
                      <a:tailEnd len="sm" w="sm" type="none"/>
                    </a:lnT>
                  </a:tcPr>
                </a:tc>
              </a:tr>
            </a:tbl>
          </a:graphicData>
        </a:graphic>
      </p:graphicFrame>
      <p:sp>
        <p:nvSpPr>
          <p:cNvPr id="859" name="Google Shape;859;g23d6451c848_0_257"/>
          <p:cNvSpPr/>
          <p:nvPr/>
        </p:nvSpPr>
        <p:spPr>
          <a:xfrm>
            <a:off x="7080250" y="2946400"/>
            <a:ext cx="85725" cy="381000"/>
          </a:xfrm>
          <a:custGeom>
            <a:rect b="b" l="l" r="r" t="t"/>
            <a:pathLst>
              <a:path extrusionOk="0" h="381000" w="85725">
                <a:moveTo>
                  <a:pt x="28575" y="295275"/>
                </a:moveTo>
                <a:lnTo>
                  <a:pt x="0" y="295275"/>
                </a:lnTo>
                <a:lnTo>
                  <a:pt x="42799" y="381000"/>
                </a:lnTo>
                <a:lnTo>
                  <a:pt x="78602" y="309499"/>
                </a:lnTo>
                <a:lnTo>
                  <a:pt x="28575" y="309499"/>
                </a:lnTo>
                <a:lnTo>
                  <a:pt x="28575" y="295275"/>
                </a:lnTo>
                <a:close/>
              </a:path>
              <a:path extrusionOk="0" h="381000" w="85725">
                <a:moveTo>
                  <a:pt x="57150" y="0"/>
                </a:moveTo>
                <a:lnTo>
                  <a:pt x="28575" y="0"/>
                </a:lnTo>
                <a:lnTo>
                  <a:pt x="28575" y="309499"/>
                </a:lnTo>
                <a:lnTo>
                  <a:pt x="57150" y="309499"/>
                </a:lnTo>
                <a:lnTo>
                  <a:pt x="57150" y="0"/>
                </a:lnTo>
                <a:close/>
              </a:path>
              <a:path extrusionOk="0" h="381000" w="85725">
                <a:moveTo>
                  <a:pt x="85725" y="295275"/>
                </a:moveTo>
                <a:lnTo>
                  <a:pt x="57150" y="295275"/>
                </a:lnTo>
                <a:lnTo>
                  <a:pt x="57150" y="309499"/>
                </a:lnTo>
                <a:lnTo>
                  <a:pt x="78602" y="309499"/>
                </a:lnTo>
                <a:lnTo>
                  <a:pt x="85725" y="295275"/>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60" name="Google Shape;860;g23d6451c848_0_257"/>
          <p:cNvSpPr txBox="1"/>
          <p:nvPr/>
        </p:nvSpPr>
        <p:spPr>
          <a:xfrm>
            <a:off x="7926069" y="1079372"/>
            <a:ext cx="887100" cy="721500"/>
          </a:xfrm>
          <a:prstGeom prst="rect">
            <a:avLst/>
          </a:prstGeom>
          <a:noFill/>
          <a:ln>
            <a:noFill/>
          </a:ln>
        </p:spPr>
        <p:txBody>
          <a:bodyPr anchorCtr="0" anchor="t" bIns="0" lIns="0" spcFirstLastPara="1" rIns="0" wrap="square" tIns="13325">
            <a:spAutoFit/>
          </a:bodyPr>
          <a:lstStyle/>
          <a:p>
            <a:pPr indent="-177165" lvl="0" marL="189230" marR="5080" rtl="0" algn="l">
              <a:lnSpc>
                <a:spcPct val="100000"/>
              </a:lnSpc>
              <a:spcBef>
                <a:spcPts val="0"/>
              </a:spcBef>
              <a:spcAft>
                <a:spcPts val="0"/>
              </a:spcAft>
              <a:buNone/>
            </a:pPr>
            <a:r>
              <a:rPr b="1" lang="en-US" sz="2300">
                <a:solidFill>
                  <a:srgbClr val="3333CC"/>
                </a:solidFill>
                <a:latin typeface="Arial"/>
                <a:ea typeface="Arial"/>
                <a:cs typeface="Arial"/>
                <a:sym typeface="Arial"/>
              </a:rPr>
              <a:t>(false)   i != j</a:t>
            </a:r>
            <a:endParaRPr sz="2300">
              <a:latin typeface="Arial"/>
              <a:ea typeface="Arial"/>
              <a:cs typeface="Arial"/>
              <a:sym typeface="Arial"/>
            </a:endParaRPr>
          </a:p>
        </p:txBody>
      </p:sp>
      <p:sp>
        <p:nvSpPr>
          <p:cNvPr id="861" name="Google Shape;861;g23d6451c848_0_257"/>
          <p:cNvSpPr txBox="1"/>
          <p:nvPr/>
        </p:nvSpPr>
        <p:spPr>
          <a:xfrm>
            <a:off x="5333491" y="1155572"/>
            <a:ext cx="773400" cy="721500"/>
          </a:xfrm>
          <a:prstGeom prst="rect">
            <a:avLst/>
          </a:prstGeom>
          <a:noFill/>
          <a:ln>
            <a:noFill/>
          </a:ln>
        </p:spPr>
        <p:txBody>
          <a:bodyPr anchorCtr="0" anchor="t" bIns="0" lIns="0" spcFirstLastPara="1" rIns="0" wrap="square" tIns="13325">
            <a:spAutoFit/>
          </a:bodyPr>
          <a:lstStyle/>
          <a:p>
            <a:pPr indent="-82550" lvl="0" marL="94615" marR="5080" rtl="0" algn="l">
              <a:lnSpc>
                <a:spcPct val="100000"/>
              </a:lnSpc>
              <a:spcBef>
                <a:spcPts val="0"/>
              </a:spcBef>
              <a:spcAft>
                <a:spcPts val="0"/>
              </a:spcAft>
              <a:buNone/>
            </a:pPr>
            <a:r>
              <a:rPr b="1" lang="en-US" sz="2300">
                <a:solidFill>
                  <a:srgbClr val="3333CC"/>
                </a:solidFill>
                <a:latin typeface="Arial"/>
                <a:ea typeface="Arial"/>
                <a:cs typeface="Arial"/>
                <a:sym typeface="Arial"/>
              </a:rPr>
              <a:t>(true)   i == j</a:t>
            </a:r>
            <a:endParaRPr sz="2300">
              <a:latin typeface="Arial"/>
              <a:ea typeface="Arial"/>
              <a:cs typeface="Arial"/>
              <a:sym typeface="Arial"/>
            </a:endParaRPr>
          </a:p>
        </p:txBody>
      </p:sp>
      <p:sp>
        <p:nvSpPr>
          <p:cNvPr id="862" name="Google Shape;862;g23d6451c848_0_257"/>
          <p:cNvSpPr/>
          <p:nvPr/>
        </p:nvSpPr>
        <p:spPr>
          <a:xfrm>
            <a:off x="7046848" y="889000"/>
            <a:ext cx="85800" cy="2286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63" name="Google Shape;863;g23d6451c848_0_257"/>
          <p:cNvSpPr txBox="1"/>
          <p:nvPr/>
        </p:nvSpPr>
        <p:spPr>
          <a:xfrm>
            <a:off x="432003" y="900045"/>
            <a:ext cx="4218300" cy="1588500"/>
          </a:xfrm>
          <a:prstGeom prst="rect">
            <a:avLst/>
          </a:prstGeom>
          <a:noFill/>
          <a:ln>
            <a:noFill/>
          </a:ln>
        </p:spPr>
        <p:txBody>
          <a:bodyPr anchorCtr="0" anchor="t" bIns="0" lIns="0" spcFirstLastPara="1" rIns="0" wrap="square" tIns="114300">
            <a:spAutoFit/>
          </a:bodyPr>
          <a:lstStyle/>
          <a:p>
            <a:pPr indent="0" lvl="0" marL="12700" marR="0" rtl="0" algn="l">
              <a:lnSpc>
                <a:spcPct val="100000"/>
              </a:lnSpc>
              <a:spcBef>
                <a:spcPts val="0"/>
              </a:spcBef>
              <a:spcAft>
                <a:spcPts val="0"/>
              </a:spcAft>
              <a:buNone/>
            </a:pPr>
            <a:r>
              <a:rPr b="1" lang="en-US" sz="3100">
                <a:latin typeface="Arial"/>
                <a:ea typeface="Arial"/>
                <a:cs typeface="Arial"/>
                <a:sym typeface="Arial"/>
              </a:rPr>
              <a:t>Compile by hand</a:t>
            </a:r>
            <a:endParaRPr sz="3100">
              <a:latin typeface="Arial"/>
              <a:ea typeface="Arial"/>
              <a:cs typeface="Arial"/>
              <a:sym typeface="Arial"/>
            </a:endParaRPr>
          </a:p>
          <a:p>
            <a:pPr indent="0" lvl="0" marL="497205" marR="5080" rtl="0" algn="l">
              <a:lnSpc>
                <a:spcPct val="103703"/>
              </a:lnSpc>
              <a:spcBef>
                <a:spcPts val="1165"/>
              </a:spcBef>
              <a:spcAft>
                <a:spcPts val="0"/>
              </a:spcAft>
              <a:buNone/>
            </a:pPr>
            <a:r>
              <a:rPr b="1" lang="en-US" sz="2700">
                <a:latin typeface="Courier New"/>
                <a:ea typeface="Courier New"/>
                <a:cs typeface="Courier New"/>
                <a:sym typeface="Courier New"/>
              </a:rPr>
              <a:t>if (i == j) f=g+h;  else f=g-h;</a:t>
            </a:r>
            <a:endParaRPr sz="2700">
              <a:latin typeface="Courier New"/>
              <a:ea typeface="Courier New"/>
              <a:cs typeface="Courier New"/>
              <a:sym typeface="Courier New"/>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67" name="Shape 867"/>
        <p:cNvGrpSpPr/>
        <p:nvPr/>
      </p:nvGrpSpPr>
      <p:grpSpPr>
        <a:xfrm>
          <a:off x="0" y="0"/>
          <a:ext cx="0" cy="0"/>
          <a:chOff x="0" y="0"/>
          <a:chExt cx="0" cy="0"/>
        </a:xfrm>
      </p:grpSpPr>
      <p:sp>
        <p:nvSpPr>
          <p:cNvPr id="868" name="Google Shape;868;g23d6451c848_0_277"/>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69" name="Google Shape;869;g23d6451c848_0_277"/>
          <p:cNvSpPr txBox="1"/>
          <p:nvPr>
            <p:ph type="title"/>
          </p:nvPr>
        </p:nvSpPr>
        <p:spPr>
          <a:xfrm>
            <a:off x="2239136" y="89408"/>
            <a:ext cx="47385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Loops in C/Assembly</a:t>
            </a:r>
            <a:endParaRPr/>
          </a:p>
        </p:txBody>
      </p:sp>
      <p:graphicFrame>
        <p:nvGraphicFramePr>
          <p:cNvPr id="870" name="Google Shape;870;g23d6451c848_0_277"/>
          <p:cNvGraphicFramePr/>
          <p:nvPr/>
        </p:nvGraphicFramePr>
        <p:xfrm>
          <a:off x="2396507" y="4075606"/>
          <a:ext cx="3000000" cy="3000000"/>
        </p:xfrm>
        <a:graphic>
          <a:graphicData uri="http://schemas.openxmlformats.org/drawingml/2006/table">
            <a:tbl>
              <a:tblPr bandRow="1" firstRow="1">
                <a:noFill/>
                <a:tableStyleId>{0B9DC0A3-F2E0-4B43-9110-FBCA3A68A366}</a:tableStyleId>
              </a:tblPr>
              <a:tblGrid>
                <a:gridCol w="729525"/>
                <a:gridCol w="579900"/>
                <a:gridCol w="579900"/>
                <a:gridCol w="812650"/>
                <a:gridCol w="2473325"/>
              </a:tblGrid>
              <a:tr h="491000">
                <a:tc>
                  <a:txBody>
                    <a:bodyPr/>
                    <a:lstStyle/>
                    <a:p>
                      <a:pPr indent="0" lvl="0" marL="31750" marR="0" rtl="0" algn="l">
                        <a:lnSpc>
                          <a:spcPct val="103214"/>
                        </a:lnSpc>
                        <a:spcBef>
                          <a:spcPts val="0"/>
                        </a:spcBef>
                        <a:spcAft>
                          <a:spcPts val="0"/>
                        </a:spcAft>
                        <a:buNone/>
                      </a:pPr>
                      <a:r>
                        <a:rPr lang="en-US" sz="2300" u="none" cap="none" strike="noStrike">
                          <a:latin typeface="Courier New"/>
                          <a:ea typeface="Courier New"/>
                          <a:cs typeface="Courier New"/>
                          <a:sym typeface="Courier New"/>
                        </a:rPr>
                        <a:t>i </a:t>
                      </a:r>
                      <a:r>
                        <a:rPr lang="en-US" sz="2300">
                          <a:latin typeface="Courier New"/>
                          <a:ea typeface="Courier New"/>
                          <a:cs typeface="Courier New"/>
                          <a:sym typeface="Courier New"/>
                        </a:rPr>
                        <a:t>=</a:t>
                      </a:r>
                      <a:endParaRPr sz="2300" u="none" cap="none" strike="noStrike">
                        <a:latin typeface="Courier New"/>
                        <a:ea typeface="Courier New"/>
                        <a:cs typeface="Courier New"/>
                        <a:sym typeface="Courier New"/>
                      </a:endParaRPr>
                    </a:p>
                  </a:txBody>
                  <a:tcPr marT="0" marB="0" marR="0" marL="0"/>
                </a:tc>
                <a:tc>
                  <a:txBody>
                    <a:bodyPr/>
                    <a:lstStyle/>
                    <a:p>
                      <a:pPr indent="0" lvl="0" marL="0" marR="98425" rtl="0" algn="r">
                        <a:lnSpc>
                          <a:spcPct val="103214"/>
                        </a:lnSpc>
                        <a:spcBef>
                          <a:spcPts val="0"/>
                        </a:spcBef>
                        <a:spcAft>
                          <a:spcPts val="0"/>
                        </a:spcAft>
                        <a:buNone/>
                      </a:pPr>
                      <a:r>
                        <a:rPr lang="en-US" sz="2300" u="none" cap="none" strike="noStrike">
                          <a:latin typeface="Courier New"/>
                          <a:ea typeface="Courier New"/>
                          <a:cs typeface="Courier New"/>
                          <a:sym typeface="Courier New"/>
                        </a:rPr>
                        <a:t>i</a:t>
                      </a:r>
                      <a:endParaRPr sz="2300" u="none" cap="none" strike="noStrike">
                        <a:latin typeface="Courier New"/>
                        <a:ea typeface="Courier New"/>
                        <a:cs typeface="Courier New"/>
                        <a:sym typeface="Courier New"/>
                      </a:endParaRPr>
                    </a:p>
                  </a:txBody>
                  <a:tcPr marT="0" marB="0" marR="0" marL="0"/>
                </a:tc>
                <a:tc>
                  <a:txBody>
                    <a:bodyPr/>
                    <a:lstStyle/>
                    <a:p>
                      <a:pPr indent="0" lvl="0" marL="104775" marR="0" rtl="0" algn="l">
                        <a:lnSpc>
                          <a:spcPct val="103214"/>
                        </a:lnSpc>
                        <a:spcBef>
                          <a:spcPts val="0"/>
                        </a:spcBef>
                        <a:spcAft>
                          <a:spcPts val="0"/>
                        </a:spcAft>
                        <a:buNone/>
                      </a:pPr>
                      <a:r>
                        <a:rPr lang="en-US" sz="2300" u="none" cap="none" strike="noStrike">
                          <a:latin typeface="Courier New"/>
                          <a:ea typeface="Courier New"/>
                          <a:cs typeface="Courier New"/>
                          <a:sym typeface="Courier New"/>
                        </a:rPr>
                        <a:t>+</a:t>
                      </a:r>
                      <a:endParaRPr sz="23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3214"/>
                        </a:lnSpc>
                        <a:spcBef>
                          <a:spcPts val="0"/>
                        </a:spcBef>
                        <a:spcAft>
                          <a:spcPts val="0"/>
                        </a:spcAft>
                        <a:buNone/>
                      </a:pPr>
                      <a:r>
                        <a:rPr lang="en-US" sz="2300" u="none" cap="none" strike="noStrike">
                          <a:latin typeface="Courier New"/>
                          <a:ea typeface="Courier New"/>
                          <a:cs typeface="Courier New"/>
                          <a:sym typeface="Courier New"/>
                        </a:rPr>
                        <a:t>j;</a:t>
                      </a:r>
                      <a:endParaRPr sz="23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tc>
              </a:tr>
              <a:tr h="501800">
                <a:tc>
                  <a:txBody>
                    <a:bodyPr/>
                    <a:lstStyle/>
                    <a:p>
                      <a:pPr indent="0" lvl="0" marL="31750" marR="0" rtl="0" algn="l">
                        <a:lnSpc>
                          <a:spcPct val="107678"/>
                        </a:lnSpc>
                        <a:spcBef>
                          <a:spcPts val="0"/>
                        </a:spcBef>
                        <a:spcAft>
                          <a:spcPts val="0"/>
                        </a:spcAft>
                        <a:buNone/>
                      </a:pPr>
                      <a:r>
                        <a:rPr lang="en-US" sz="2300" u="none" cap="none" strike="noStrike">
                          <a:latin typeface="Courier New"/>
                          <a:ea typeface="Courier New"/>
                          <a:cs typeface="Courier New"/>
                          <a:sym typeface="Courier New"/>
                        </a:rPr>
                        <a:t>if</a:t>
                      </a:r>
                      <a:endParaRPr sz="2300" u="none" cap="none" strike="noStrike">
                        <a:latin typeface="Courier New"/>
                        <a:ea typeface="Courier New"/>
                        <a:cs typeface="Courier New"/>
                        <a:sym typeface="Courier New"/>
                      </a:endParaRPr>
                    </a:p>
                  </a:txBody>
                  <a:tcPr marT="0" marB="0" marR="0" marL="0"/>
                </a:tc>
                <a:tc>
                  <a:txBody>
                    <a:bodyPr/>
                    <a:lstStyle/>
                    <a:p>
                      <a:pPr indent="0" lvl="0" marL="0" marR="97155" rtl="0" algn="r">
                        <a:lnSpc>
                          <a:spcPct val="107678"/>
                        </a:lnSpc>
                        <a:spcBef>
                          <a:spcPts val="0"/>
                        </a:spcBef>
                        <a:spcAft>
                          <a:spcPts val="0"/>
                        </a:spcAft>
                        <a:buNone/>
                      </a:pPr>
                      <a:r>
                        <a:rPr lang="en-US" sz="2300" u="none" cap="none" strike="noStrike">
                          <a:latin typeface="Courier New"/>
                          <a:ea typeface="Courier New"/>
                          <a:cs typeface="Courier New"/>
                          <a:sym typeface="Courier New"/>
                        </a:rPr>
                        <a:t>(i</a:t>
                      </a:r>
                      <a:endParaRPr sz="2300" u="none" cap="none" strike="noStrike">
                        <a:latin typeface="Courier New"/>
                        <a:ea typeface="Courier New"/>
                        <a:cs typeface="Courier New"/>
                        <a:sym typeface="Courier New"/>
                      </a:endParaRPr>
                    </a:p>
                  </a:txBody>
                  <a:tcPr marT="0" marB="0" marR="0" marL="0"/>
                </a:tc>
                <a:tc>
                  <a:txBody>
                    <a:bodyPr/>
                    <a:lstStyle/>
                    <a:p>
                      <a:pPr indent="0" lvl="0" marL="105410" marR="0" rtl="0" algn="l">
                        <a:lnSpc>
                          <a:spcPct val="107678"/>
                        </a:lnSpc>
                        <a:spcBef>
                          <a:spcPts val="0"/>
                        </a:spcBef>
                        <a:spcAft>
                          <a:spcPts val="0"/>
                        </a:spcAft>
                        <a:buNone/>
                      </a:pPr>
                      <a:r>
                        <a:rPr lang="en-US" sz="2300" u="none" cap="none" strike="noStrike">
                          <a:latin typeface="Courier New"/>
                          <a:ea typeface="Courier New"/>
                          <a:cs typeface="Courier New"/>
                          <a:sym typeface="Courier New"/>
                        </a:rPr>
                        <a:t>!=</a:t>
                      </a:r>
                      <a:endParaRPr sz="2300" u="none" cap="none" strike="noStrike">
                        <a:latin typeface="Courier New"/>
                        <a:ea typeface="Courier New"/>
                        <a:cs typeface="Courier New"/>
                        <a:sym typeface="Courier New"/>
                      </a:endParaRPr>
                    </a:p>
                  </a:txBody>
                  <a:tcPr marT="0" marB="0" marR="0" marL="0"/>
                </a:tc>
                <a:tc>
                  <a:txBody>
                    <a:bodyPr/>
                    <a:lstStyle/>
                    <a:p>
                      <a:pPr indent="0" lvl="0" marL="212725" marR="0" rtl="0" algn="l">
                        <a:lnSpc>
                          <a:spcPct val="107678"/>
                        </a:lnSpc>
                        <a:spcBef>
                          <a:spcPts val="0"/>
                        </a:spcBef>
                        <a:spcAft>
                          <a:spcPts val="0"/>
                        </a:spcAft>
                        <a:buNone/>
                      </a:pPr>
                      <a:r>
                        <a:rPr lang="en-US" sz="2300" u="none" cap="none" strike="noStrike">
                          <a:latin typeface="Courier New"/>
                          <a:ea typeface="Courier New"/>
                          <a:cs typeface="Courier New"/>
                          <a:sym typeface="Courier New"/>
                        </a:rPr>
                        <a:t>h)</a:t>
                      </a:r>
                      <a:endParaRPr sz="2300" u="none" cap="none" strike="noStrike">
                        <a:latin typeface="Courier New"/>
                        <a:ea typeface="Courier New"/>
                        <a:cs typeface="Courier New"/>
                        <a:sym typeface="Courier New"/>
                      </a:endParaRPr>
                    </a:p>
                  </a:txBody>
                  <a:tcPr marT="0" marB="0" marR="0" marL="0"/>
                </a:tc>
                <a:tc>
                  <a:txBody>
                    <a:bodyPr/>
                    <a:lstStyle/>
                    <a:p>
                      <a:pPr indent="0" lvl="0" marL="105410" marR="0" rtl="0" algn="l">
                        <a:lnSpc>
                          <a:spcPct val="107678"/>
                        </a:lnSpc>
                        <a:spcBef>
                          <a:spcPts val="0"/>
                        </a:spcBef>
                        <a:spcAft>
                          <a:spcPts val="0"/>
                        </a:spcAft>
                        <a:buNone/>
                      </a:pPr>
                      <a:r>
                        <a:rPr lang="en-US" sz="2300" u="none" cap="none" strike="noStrike">
                          <a:latin typeface="Courier New"/>
                          <a:ea typeface="Courier New"/>
                          <a:cs typeface="Courier New"/>
                          <a:sym typeface="Courier New"/>
                        </a:rPr>
                        <a:t>goto Loop;</a:t>
                      </a:r>
                      <a:endParaRPr sz="2300" u="none" cap="none" strike="noStrike">
                        <a:latin typeface="Courier New"/>
                        <a:ea typeface="Courier New"/>
                        <a:cs typeface="Courier New"/>
                        <a:sym typeface="Courier New"/>
                      </a:endParaRPr>
                    </a:p>
                  </a:txBody>
                  <a:tcPr marT="0" marB="0" marR="0" marL="0"/>
                </a:tc>
              </a:tr>
            </a:tbl>
          </a:graphicData>
        </a:graphic>
      </p:graphicFrame>
      <p:sp>
        <p:nvSpPr>
          <p:cNvPr id="871" name="Google Shape;871;g23d6451c848_0_277"/>
          <p:cNvSpPr txBox="1"/>
          <p:nvPr/>
        </p:nvSpPr>
        <p:spPr>
          <a:xfrm>
            <a:off x="1756750" y="758575"/>
            <a:ext cx="6454800" cy="4217700"/>
          </a:xfrm>
          <a:prstGeom prst="rect">
            <a:avLst/>
          </a:prstGeom>
          <a:noFill/>
          <a:ln>
            <a:noFill/>
          </a:ln>
        </p:spPr>
        <p:txBody>
          <a:bodyPr anchorCtr="0" anchor="t" bIns="0" lIns="0" spcFirstLastPara="1" rIns="0" wrap="square" tIns="78725">
            <a:spAutoFit/>
          </a:bodyPr>
          <a:lstStyle/>
          <a:p>
            <a:pPr indent="-253365" lvl="0" marL="284480" marR="0" rtl="0" algn="l">
              <a:lnSpc>
                <a:spcPct val="100000"/>
              </a:lnSpc>
              <a:spcBef>
                <a:spcPts val="0"/>
              </a:spcBef>
              <a:spcAft>
                <a:spcPts val="0"/>
              </a:spcAft>
              <a:buClr>
                <a:srgbClr val="00007E"/>
              </a:buClr>
              <a:buSzPts val="2000"/>
              <a:buFont typeface="Noto Sans Symbols"/>
              <a:buChar char="❖"/>
            </a:pPr>
            <a:r>
              <a:rPr lang="en-US" sz="2900">
                <a:latin typeface="Times New Roman"/>
                <a:ea typeface="Times New Roman"/>
                <a:cs typeface="Times New Roman"/>
                <a:sym typeface="Times New Roman"/>
              </a:rPr>
              <a:t>Simple loop in C;</a:t>
            </a:r>
            <a:endParaRPr sz="2900">
              <a:latin typeface="Times New Roman"/>
              <a:ea typeface="Times New Roman"/>
              <a:cs typeface="Times New Roman"/>
              <a:sym typeface="Times New Roman"/>
            </a:endParaRPr>
          </a:p>
          <a:p>
            <a:pPr indent="0" lvl="0" marL="508000" marR="0" rtl="0" algn="l">
              <a:lnSpc>
                <a:spcPct val="100000"/>
              </a:lnSpc>
              <a:spcBef>
                <a:spcPts val="450"/>
              </a:spcBef>
              <a:spcAft>
                <a:spcPts val="0"/>
              </a:spcAft>
              <a:buNone/>
            </a:pPr>
            <a:r>
              <a:rPr lang="en-US" sz="2500">
                <a:latin typeface="Courier New"/>
                <a:ea typeface="Courier New"/>
                <a:cs typeface="Courier New"/>
                <a:sym typeface="Courier New"/>
              </a:rPr>
              <a:t>do{</a:t>
            </a:r>
            <a:endParaRPr sz="2500">
              <a:latin typeface="Courier New"/>
              <a:ea typeface="Courier New"/>
              <a:cs typeface="Courier New"/>
              <a:sym typeface="Courier New"/>
            </a:endParaRPr>
          </a:p>
          <a:p>
            <a:pPr indent="0" lvl="0" marL="927100" marR="0" rtl="0" algn="l">
              <a:lnSpc>
                <a:spcPct val="100000"/>
              </a:lnSpc>
              <a:spcBef>
                <a:spcPts val="0"/>
              </a:spcBef>
              <a:spcAft>
                <a:spcPts val="0"/>
              </a:spcAft>
              <a:buNone/>
            </a:pPr>
            <a:r>
              <a:rPr lang="en-US" sz="2500">
                <a:latin typeface="Courier New"/>
                <a:ea typeface="Courier New"/>
                <a:cs typeface="Courier New"/>
                <a:sym typeface="Courier New"/>
              </a:rPr>
              <a:t>g--;</a:t>
            </a:r>
            <a:endParaRPr sz="2500">
              <a:latin typeface="Courier New"/>
              <a:ea typeface="Courier New"/>
              <a:cs typeface="Courier New"/>
              <a:sym typeface="Courier New"/>
            </a:endParaRPr>
          </a:p>
          <a:p>
            <a:pPr indent="425450" lvl="0" marL="508000" marR="2960370" rtl="0" algn="l">
              <a:lnSpc>
                <a:spcPct val="120000"/>
              </a:lnSpc>
              <a:spcBef>
                <a:spcPts val="0"/>
              </a:spcBef>
              <a:spcAft>
                <a:spcPts val="0"/>
              </a:spcAft>
              <a:buNone/>
            </a:pPr>
            <a:r>
              <a:rPr lang="en-US" sz="2500">
                <a:latin typeface="Courier New"/>
                <a:ea typeface="Courier New"/>
                <a:cs typeface="Courier New"/>
                <a:sym typeface="Courier New"/>
              </a:rPr>
              <a:t>i = i + j;}  while</a:t>
            </a:r>
            <a:r>
              <a:rPr lang="en-US" sz="2100">
                <a:latin typeface="Courier New"/>
                <a:ea typeface="Courier New"/>
                <a:cs typeface="Courier New"/>
                <a:sym typeface="Courier New"/>
              </a:rPr>
              <a:t> (i != h);</a:t>
            </a:r>
            <a:endParaRPr sz="2100">
              <a:latin typeface="Courier New"/>
              <a:ea typeface="Courier New"/>
              <a:cs typeface="Courier New"/>
              <a:sym typeface="Courier New"/>
            </a:endParaRPr>
          </a:p>
          <a:p>
            <a:pPr indent="-247015" lvl="0" marL="284480" marR="0" rtl="0" algn="l">
              <a:lnSpc>
                <a:spcPct val="100000"/>
              </a:lnSpc>
              <a:spcBef>
                <a:spcPts val="994"/>
              </a:spcBef>
              <a:spcAft>
                <a:spcPts val="0"/>
              </a:spcAft>
              <a:buClr>
                <a:srgbClr val="00007E"/>
              </a:buClr>
              <a:buSzPts val="1900"/>
              <a:buFont typeface="Noto Sans Symbols"/>
              <a:buChar char="❖"/>
            </a:pPr>
            <a:r>
              <a:rPr lang="en-US" sz="2800">
                <a:latin typeface="Times New Roman"/>
                <a:ea typeface="Times New Roman"/>
                <a:cs typeface="Times New Roman"/>
                <a:sym typeface="Times New Roman"/>
              </a:rPr>
              <a:t>Rewrite this as:</a:t>
            </a:r>
            <a:endParaRPr sz="2800">
              <a:latin typeface="Times New Roman"/>
              <a:ea typeface="Times New Roman"/>
              <a:cs typeface="Times New Roman"/>
              <a:sym typeface="Times New Roman"/>
            </a:endParaRPr>
          </a:p>
          <a:p>
            <a:pPr indent="0" lvl="0" marL="698500" marR="0" rtl="0" algn="l">
              <a:lnSpc>
                <a:spcPct val="100000"/>
              </a:lnSpc>
              <a:spcBef>
                <a:spcPts val="450"/>
              </a:spcBef>
              <a:spcAft>
                <a:spcPts val="0"/>
              </a:spcAft>
              <a:buNone/>
            </a:pPr>
            <a:r>
              <a:rPr lang="en-US" sz="2400">
                <a:latin typeface="Courier New"/>
                <a:ea typeface="Courier New"/>
                <a:cs typeface="Courier New"/>
                <a:sym typeface="Courier New"/>
              </a:rPr>
              <a:t>Loop: g--;</a:t>
            </a:r>
            <a:endParaRPr sz="2400">
              <a:latin typeface="Courier New"/>
              <a:ea typeface="Courier New"/>
              <a:cs typeface="Courier New"/>
              <a:sym typeface="Courier New"/>
            </a:endParaRPr>
          </a:p>
          <a:p>
            <a:pPr indent="0" lvl="0" marL="508000" marR="0" rtl="0" algn="l">
              <a:lnSpc>
                <a:spcPct val="100000"/>
              </a:lnSpc>
              <a:spcBef>
                <a:spcPts val="484"/>
              </a:spcBef>
              <a:spcAft>
                <a:spcPts val="0"/>
              </a:spcAft>
              <a:buNone/>
            </a:pPr>
            <a:r>
              <a:t/>
            </a:r>
            <a:endParaRPr sz="2700">
              <a:latin typeface="Courier New"/>
              <a:ea typeface="Courier New"/>
              <a:cs typeface="Courier New"/>
              <a:sym typeface="Courier New"/>
            </a:endParaRPr>
          </a:p>
          <a:p>
            <a:pPr indent="0" lvl="0" marL="0" marR="0" rtl="0" algn="l">
              <a:lnSpc>
                <a:spcPct val="100000"/>
              </a:lnSpc>
              <a:spcBef>
                <a:spcPts val="484"/>
              </a:spcBef>
              <a:spcAft>
                <a:spcPts val="0"/>
              </a:spcAft>
              <a:buNone/>
            </a:pPr>
            <a:r>
              <a:t/>
            </a:r>
            <a:endParaRPr sz="2700">
              <a:latin typeface="Courier New"/>
              <a:ea typeface="Courier New"/>
              <a:cs typeface="Courier New"/>
              <a:sym typeface="Courier New"/>
            </a:endParaRPr>
          </a:p>
        </p:txBody>
      </p:sp>
      <p:sp>
        <p:nvSpPr>
          <p:cNvPr id="872" name="Google Shape;872;g23d6451c848_0_277"/>
          <p:cNvSpPr txBox="1"/>
          <p:nvPr/>
        </p:nvSpPr>
        <p:spPr>
          <a:xfrm>
            <a:off x="1418000" y="5071400"/>
            <a:ext cx="6007200" cy="1093200"/>
          </a:xfrm>
          <a:prstGeom prst="rect">
            <a:avLst/>
          </a:prstGeom>
          <a:noFill/>
          <a:ln>
            <a:noFill/>
          </a:ln>
        </p:spPr>
        <p:txBody>
          <a:bodyPr anchorCtr="0" anchor="t" bIns="91425" lIns="91425" spcFirstLastPara="1" rIns="91425" wrap="square" tIns="91425">
            <a:spAutoFit/>
          </a:bodyPr>
          <a:lstStyle/>
          <a:p>
            <a:pPr indent="-247015" lvl="0" marL="284480" rtl="0" algn="l">
              <a:spcBef>
                <a:spcPts val="0"/>
              </a:spcBef>
              <a:spcAft>
                <a:spcPts val="0"/>
              </a:spcAft>
              <a:buClr>
                <a:srgbClr val="00007E"/>
              </a:buClr>
              <a:buSzPts val="1900"/>
              <a:buFont typeface="Noto Sans Symbols"/>
              <a:buChar char="❖"/>
            </a:pPr>
            <a:r>
              <a:rPr lang="en-US" sz="2800">
                <a:solidFill>
                  <a:schemeClr val="dk1"/>
                </a:solidFill>
                <a:latin typeface="Times New Roman"/>
                <a:ea typeface="Times New Roman"/>
                <a:cs typeface="Times New Roman"/>
                <a:sym typeface="Times New Roman"/>
              </a:rPr>
              <a:t>Use this mapping:</a:t>
            </a:r>
            <a:endParaRPr sz="2800">
              <a:solidFill>
                <a:schemeClr val="dk1"/>
              </a:solidFill>
              <a:latin typeface="Times New Roman"/>
              <a:ea typeface="Times New Roman"/>
              <a:cs typeface="Times New Roman"/>
              <a:sym typeface="Times New Roman"/>
            </a:endParaRPr>
          </a:p>
          <a:p>
            <a:pPr indent="0" lvl="0" marL="508000" rtl="0" algn="l">
              <a:spcBef>
                <a:spcPts val="484"/>
              </a:spcBef>
              <a:spcAft>
                <a:spcPts val="0"/>
              </a:spcAft>
              <a:buNone/>
            </a:pPr>
            <a:r>
              <a:rPr lang="en-US" sz="2700">
                <a:solidFill>
                  <a:schemeClr val="dk1"/>
                </a:solidFill>
                <a:latin typeface="Courier New"/>
                <a:ea typeface="Courier New"/>
                <a:cs typeface="Courier New"/>
                <a:sym typeface="Courier New"/>
              </a:rPr>
              <a:t>g: r1, h: r2,i: r3, j:r4</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76" name="Shape 876"/>
        <p:cNvGrpSpPr/>
        <p:nvPr/>
      </p:nvGrpSpPr>
      <p:grpSpPr>
        <a:xfrm>
          <a:off x="0" y="0"/>
          <a:ext cx="0" cy="0"/>
          <a:chOff x="0" y="0"/>
          <a:chExt cx="0" cy="0"/>
        </a:xfrm>
      </p:grpSpPr>
      <p:sp>
        <p:nvSpPr>
          <p:cNvPr id="877" name="Google Shape;877;g23d6451c848_0_285"/>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78" name="Google Shape;878;g23d6451c848_0_285"/>
          <p:cNvSpPr txBox="1"/>
          <p:nvPr>
            <p:ph type="title"/>
          </p:nvPr>
        </p:nvSpPr>
        <p:spPr>
          <a:xfrm>
            <a:off x="2315336" y="165303"/>
            <a:ext cx="47385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Loops in C/Assembly</a:t>
            </a:r>
            <a:endParaRPr/>
          </a:p>
        </p:txBody>
      </p:sp>
      <p:sp>
        <p:nvSpPr>
          <p:cNvPr id="879" name="Google Shape;879;g23d6451c848_0_285"/>
          <p:cNvSpPr txBox="1"/>
          <p:nvPr/>
        </p:nvSpPr>
        <p:spPr>
          <a:xfrm>
            <a:off x="535940" y="1292174"/>
            <a:ext cx="4779600" cy="506100"/>
          </a:xfrm>
          <a:prstGeom prst="rect">
            <a:avLst/>
          </a:prstGeom>
          <a:noFill/>
          <a:ln>
            <a:noFill/>
          </a:ln>
        </p:spPr>
        <p:txBody>
          <a:bodyPr anchorCtr="0" anchor="t" bIns="0" lIns="0" spcFirstLastPara="1" rIns="0" wrap="square" tIns="13325">
            <a:spAutoFit/>
          </a:bodyPr>
          <a:lstStyle/>
          <a:p>
            <a:pPr indent="-273050" lvl="0" marL="285115" marR="0" rtl="0" algn="l">
              <a:lnSpc>
                <a:spcPct val="100000"/>
              </a:lnSpc>
              <a:spcBef>
                <a:spcPts val="0"/>
              </a:spcBef>
              <a:spcAft>
                <a:spcPts val="0"/>
              </a:spcAft>
              <a:buClr>
                <a:srgbClr val="00007E"/>
              </a:buClr>
              <a:buSzPts val="2300"/>
              <a:buFont typeface="Noto Sans Symbols"/>
              <a:buChar char="❖"/>
            </a:pPr>
            <a:r>
              <a:rPr lang="en-US" sz="3200">
                <a:latin typeface="Times New Roman"/>
                <a:ea typeface="Times New Roman"/>
                <a:cs typeface="Times New Roman"/>
                <a:sym typeface="Times New Roman"/>
              </a:rPr>
              <a:t>Final compiled ARM code:</a:t>
            </a:r>
            <a:endParaRPr sz="3200">
              <a:latin typeface="Times New Roman"/>
              <a:ea typeface="Times New Roman"/>
              <a:cs typeface="Times New Roman"/>
              <a:sym typeface="Times New Roman"/>
            </a:endParaRPr>
          </a:p>
        </p:txBody>
      </p:sp>
      <p:graphicFrame>
        <p:nvGraphicFramePr>
          <p:cNvPr id="880" name="Google Shape;880;g23d6451c848_0_285"/>
          <p:cNvGraphicFramePr/>
          <p:nvPr/>
        </p:nvGraphicFramePr>
        <p:xfrm>
          <a:off x="516890" y="1949400"/>
          <a:ext cx="3000000" cy="3000000"/>
        </p:xfrm>
        <a:graphic>
          <a:graphicData uri="http://schemas.openxmlformats.org/drawingml/2006/table">
            <a:tbl>
              <a:tblPr bandRow="1" firstRow="1">
                <a:noFill/>
                <a:tableStyleId>{0B9DC0A3-F2E0-4B43-9110-FBCA3A68A366}</a:tableStyleId>
              </a:tblPr>
              <a:tblGrid>
                <a:gridCol w="1828800"/>
                <a:gridCol w="885825"/>
                <a:gridCol w="2439025"/>
                <a:gridCol w="730250"/>
                <a:gridCol w="2351400"/>
              </a:tblGrid>
              <a:tr h="474325">
                <a:tc>
                  <a:txBody>
                    <a:bodyPr/>
                    <a:lstStyle/>
                    <a:p>
                      <a:pPr indent="0" lvl="0" marL="31750" marR="0" rtl="0" algn="l">
                        <a:lnSpc>
                          <a:spcPct val="103250"/>
                        </a:lnSpc>
                        <a:spcBef>
                          <a:spcPts val="0"/>
                        </a:spcBef>
                        <a:spcAft>
                          <a:spcPts val="0"/>
                        </a:spcAft>
                        <a:buNone/>
                      </a:pPr>
                      <a:r>
                        <a:rPr lang="en-US" sz="3200" u="none" cap="none" strike="noStrike">
                          <a:latin typeface="Courier New"/>
                          <a:ea typeface="Courier New"/>
                          <a:cs typeface="Courier New"/>
                          <a:sym typeface="Courier New"/>
                        </a:rPr>
                        <a:t>Loop</a:t>
                      </a:r>
                      <a:endParaRPr sz="3200" u="none" cap="none" strike="noStrike">
                        <a:latin typeface="Courier New"/>
                        <a:ea typeface="Courier New"/>
                        <a:cs typeface="Courier New"/>
                        <a:sym typeface="Courier New"/>
                      </a:endParaRPr>
                    </a:p>
                  </a:txBody>
                  <a:tcPr marT="0" marB="0" marR="0" marL="0"/>
                </a:tc>
                <a:tc>
                  <a:txBody>
                    <a:bodyPr/>
                    <a:lstStyle/>
                    <a:p>
                      <a:pPr indent="0" lvl="0" marL="31750" marR="0" rtl="0" algn="l">
                        <a:lnSpc>
                          <a:spcPct val="103250"/>
                        </a:lnSpc>
                        <a:spcBef>
                          <a:spcPts val="0"/>
                        </a:spcBef>
                        <a:spcAft>
                          <a:spcPts val="0"/>
                        </a:spcAft>
                        <a:buNone/>
                      </a:pPr>
                      <a:r>
                        <a:rPr lang="en-US" sz="3200" u="none" cap="none" strike="noStrike">
                          <a:latin typeface="Courier New"/>
                          <a:ea typeface="Courier New"/>
                          <a:cs typeface="Courier New"/>
                          <a:sym typeface="Courier New"/>
                        </a:rPr>
                        <a:t>SUB</a:t>
                      </a:r>
                      <a:endParaRPr sz="3200" u="none" cap="none" strike="noStrike">
                        <a:latin typeface="Courier New"/>
                        <a:ea typeface="Courier New"/>
                        <a:cs typeface="Courier New"/>
                        <a:sym typeface="Courier New"/>
                      </a:endParaRPr>
                    </a:p>
                  </a:txBody>
                  <a:tcPr marT="0" marB="0" marR="0" marL="0"/>
                </a:tc>
                <a:tc>
                  <a:txBody>
                    <a:bodyPr/>
                    <a:lstStyle/>
                    <a:p>
                      <a:pPr indent="0" lvl="0" marL="121920" marR="0" rtl="0" algn="l">
                        <a:lnSpc>
                          <a:spcPct val="103250"/>
                        </a:lnSpc>
                        <a:spcBef>
                          <a:spcPts val="0"/>
                        </a:spcBef>
                        <a:spcAft>
                          <a:spcPts val="0"/>
                        </a:spcAft>
                        <a:buNone/>
                      </a:pPr>
                      <a:r>
                        <a:rPr lang="en-US" sz="3200" u="none" cap="none" strike="noStrike">
                          <a:latin typeface="Courier New"/>
                          <a:ea typeface="Courier New"/>
                          <a:cs typeface="Courier New"/>
                          <a:sym typeface="Courier New"/>
                        </a:rPr>
                        <a:t>r1,r1,#1</a:t>
                      </a:r>
                      <a:endParaRPr sz="3200" u="none" cap="none" strike="noStrike">
                        <a:latin typeface="Courier New"/>
                        <a:ea typeface="Courier New"/>
                        <a:cs typeface="Courier New"/>
                        <a:sym typeface="Courier New"/>
                      </a:endParaRPr>
                    </a:p>
                  </a:txBody>
                  <a:tcPr marT="0" marB="0" marR="0" marL="0"/>
                </a:tc>
                <a:tc>
                  <a:txBody>
                    <a:bodyPr/>
                    <a:lstStyle/>
                    <a:p>
                      <a:pPr indent="0" lvl="0" marL="0" marR="113663" rtl="0" algn="r">
                        <a:lnSpc>
                          <a:spcPct val="103250"/>
                        </a:lnSpc>
                        <a:spcBef>
                          <a:spcPts val="0"/>
                        </a:spcBef>
                        <a:spcAft>
                          <a:spcPts val="0"/>
                        </a:spcAft>
                        <a:buNone/>
                      </a:pPr>
                      <a:r>
                        <a:rPr i="1" lang="en-US" sz="3200" u="none" cap="none" strike="noStrike">
                          <a:latin typeface="Courier New"/>
                          <a:ea typeface="Courier New"/>
                          <a:cs typeface="Courier New"/>
                          <a:sym typeface="Courier New"/>
                        </a:rPr>
                        <a:t>;</a:t>
                      </a:r>
                      <a:endParaRPr sz="3200" u="none" cap="none" strike="noStrike">
                        <a:latin typeface="Courier New"/>
                        <a:ea typeface="Courier New"/>
                        <a:cs typeface="Courier New"/>
                        <a:sym typeface="Courier New"/>
                      </a:endParaRPr>
                    </a:p>
                  </a:txBody>
                  <a:tcPr marT="0" marB="0" marR="0" marL="0"/>
                </a:tc>
                <a:tc>
                  <a:txBody>
                    <a:bodyPr/>
                    <a:lstStyle/>
                    <a:p>
                      <a:pPr indent="0" lvl="0" marL="121285" marR="0" rtl="0" algn="l">
                        <a:lnSpc>
                          <a:spcPct val="103250"/>
                        </a:lnSpc>
                        <a:spcBef>
                          <a:spcPts val="0"/>
                        </a:spcBef>
                        <a:spcAft>
                          <a:spcPts val="0"/>
                        </a:spcAft>
                        <a:buNone/>
                      </a:pPr>
                      <a:r>
                        <a:rPr i="1" lang="en-US" sz="3200" u="none" cap="none" strike="noStrike">
                          <a:latin typeface="Courier New"/>
                          <a:ea typeface="Courier New"/>
                          <a:cs typeface="Courier New"/>
                          <a:sym typeface="Courier New"/>
                        </a:rPr>
                        <a:t>g--</a:t>
                      </a:r>
                      <a:endParaRPr sz="3200" u="none" cap="none" strike="noStrike">
                        <a:latin typeface="Courier New"/>
                        <a:ea typeface="Courier New"/>
                        <a:cs typeface="Courier New"/>
                        <a:sym typeface="Courier New"/>
                      </a:endParaRPr>
                    </a:p>
                  </a:txBody>
                  <a:tcPr marT="0" marB="0" marR="0" marL="0"/>
                </a:tc>
              </a:tr>
              <a:tr h="487975">
                <a:tc>
                  <a:txBody>
                    <a:bodyPr/>
                    <a:lstStyle/>
                    <a:p>
                      <a:pPr indent="0" lvl="0" marL="0" marR="0" rtl="0" algn="l">
                        <a:lnSpc>
                          <a:spcPct val="100000"/>
                        </a:lnSpc>
                        <a:spcBef>
                          <a:spcPts val="0"/>
                        </a:spcBef>
                        <a:spcAft>
                          <a:spcPts val="0"/>
                        </a:spcAft>
                        <a:buNone/>
                      </a:pPr>
                      <a:r>
                        <a:t/>
                      </a:r>
                      <a:endParaRPr sz="3100" u="none" cap="none" strike="noStrike">
                        <a:latin typeface="Times New Roman"/>
                        <a:ea typeface="Times New Roman"/>
                        <a:cs typeface="Times New Roman"/>
                        <a:sym typeface="Times New Roman"/>
                      </a:endParaRPr>
                    </a:p>
                  </a:txBody>
                  <a:tcPr marT="0" marB="0" marR="0" marL="0"/>
                </a:tc>
                <a:tc>
                  <a:txBody>
                    <a:bodyPr/>
                    <a:lstStyle/>
                    <a:p>
                      <a:pPr indent="0" lvl="0" marL="31750" marR="0" rtl="0" algn="l">
                        <a:lnSpc>
                          <a:spcPct val="106718"/>
                        </a:lnSpc>
                        <a:spcBef>
                          <a:spcPts val="0"/>
                        </a:spcBef>
                        <a:spcAft>
                          <a:spcPts val="0"/>
                        </a:spcAft>
                        <a:buNone/>
                      </a:pPr>
                      <a:r>
                        <a:rPr lang="en-US" sz="3200" u="none" cap="none" strike="noStrike">
                          <a:latin typeface="Courier New"/>
                          <a:ea typeface="Courier New"/>
                          <a:cs typeface="Courier New"/>
                          <a:sym typeface="Courier New"/>
                        </a:rPr>
                        <a:t>ADD</a:t>
                      </a:r>
                      <a:endParaRPr sz="3200" u="none" cap="none" strike="noStrike">
                        <a:latin typeface="Courier New"/>
                        <a:ea typeface="Courier New"/>
                        <a:cs typeface="Courier New"/>
                        <a:sym typeface="Courier New"/>
                      </a:endParaRPr>
                    </a:p>
                  </a:txBody>
                  <a:tcPr marT="0" marB="0" marR="0" marL="0"/>
                </a:tc>
                <a:tc>
                  <a:txBody>
                    <a:bodyPr/>
                    <a:lstStyle/>
                    <a:p>
                      <a:pPr indent="0" lvl="0" marL="121285" marR="0" rtl="0" algn="l">
                        <a:lnSpc>
                          <a:spcPct val="106718"/>
                        </a:lnSpc>
                        <a:spcBef>
                          <a:spcPts val="0"/>
                        </a:spcBef>
                        <a:spcAft>
                          <a:spcPts val="0"/>
                        </a:spcAft>
                        <a:buNone/>
                      </a:pPr>
                      <a:r>
                        <a:rPr lang="en-US" sz="3200" u="none" cap="none" strike="noStrike">
                          <a:latin typeface="Courier New"/>
                          <a:ea typeface="Courier New"/>
                          <a:cs typeface="Courier New"/>
                          <a:sym typeface="Courier New"/>
                        </a:rPr>
                        <a:t>r3,r3,r4</a:t>
                      </a:r>
                      <a:endParaRPr sz="3200" u="none" cap="none" strike="noStrike">
                        <a:latin typeface="Courier New"/>
                        <a:ea typeface="Courier New"/>
                        <a:cs typeface="Courier New"/>
                        <a:sym typeface="Courier New"/>
                      </a:endParaRPr>
                    </a:p>
                  </a:txBody>
                  <a:tcPr marT="0" marB="0" marR="0" marL="0"/>
                </a:tc>
                <a:tc>
                  <a:txBody>
                    <a:bodyPr/>
                    <a:lstStyle/>
                    <a:p>
                      <a:pPr indent="0" lvl="0" marL="0" marR="113663" rtl="0" algn="r">
                        <a:lnSpc>
                          <a:spcPct val="106718"/>
                        </a:lnSpc>
                        <a:spcBef>
                          <a:spcPts val="0"/>
                        </a:spcBef>
                        <a:spcAft>
                          <a:spcPts val="0"/>
                        </a:spcAft>
                        <a:buNone/>
                      </a:pPr>
                      <a:r>
                        <a:rPr i="1" lang="en-US" sz="3200" u="none" cap="none" strike="noStrike">
                          <a:latin typeface="Courier New"/>
                          <a:ea typeface="Courier New"/>
                          <a:cs typeface="Courier New"/>
                          <a:sym typeface="Courier New"/>
                        </a:rPr>
                        <a:t>;</a:t>
                      </a:r>
                      <a:endParaRPr sz="3200" u="none" cap="none" strike="noStrike">
                        <a:latin typeface="Courier New"/>
                        <a:ea typeface="Courier New"/>
                        <a:cs typeface="Courier New"/>
                        <a:sym typeface="Courier New"/>
                      </a:endParaRPr>
                    </a:p>
                  </a:txBody>
                  <a:tcPr marT="0" marB="0" marR="0" marL="0"/>
                </a:tc>
                <a:tc>
                  <a:txBody>
                    <a:bodyPr/>
                    <a:lstStyle/>
                    <a:p>
                      <a:pPr indent="0" lvl="0" marL="121285" marR="0" rtl="0" algn="l">
                        <a:lnSpc>
                          <a:spcPct val="106718"/>
                        </a:lnSpc>
                        <a:spcBef>
                          <a:spcPts val="0"/>
                        </a:spcBef>
                        <a:spcAft>
                          <a:spcPts val="0"/>
                        </a:spcAft>
                        <a:buNone/>
                      </a:pPr>
                      <a:r>
                        <a:rPr i="1" lang="en-US" sz="3200" u="none" cap="none" strike="noStrike">
                          <a:latin typeface="Courier New"/>
                          <a:ea typeface="Courier New"/>
                          <a:cs typeface="Courier New"/>
                          <a:sym typeface="Courier New"/>
                        </a:rPr>
                        <a:t>i=i+j</a:t>
                      </a:r>
                      <a:endParaRPr sz="3200" u="none" cap="none" strike="noStrike">
                        <a:latin typeface="Courier New"/>
                        <a:ea typeface="Courier New"/>
                        <a:cs typeface="Courier New"/>
                        <a:sym typeface="Courier New"/>
                      </a:endParaRPr>
                    </a:p>
                  </a:txBody>
                  <a:tcPr marT="0" marB="0" marR="0" marL="0"/>
                </a:tc>
              </a:tr>
              <a:tr h="474275">
                <a:tc>
                  <a:txBody>
                    <a:bodyPr/>
                    <a:lstStyle/>
                    <a:p>
                      <a:pPr indent="0" lvl="0" marL="0" marR="0" rtl="0" algn="l">
                        <a:lnSpc>
                          <a:spcPct val="100000"/>
                        </a:lnSpc>
                        <a:spcBef>
                          <a:spcPts val="0"/>
                        </a:spcBef>
                        <a:spcAft>
                          <a:spcPts val="0"/>
                        </a:spcAft>
                        <a:buNone/>
                      </a:pPr>
                      <a:r>
                        <a:t/>
                      </a:r>
                      <a:endParaRPr sz="3000" u="none" cap="none" strike="noStrike">
                        <a:latin typeface="Times New Roman"/>
                        <a:ea typeface="Times New Roman"/>
                        <a:cs typeface="Times New Roman"/>
                        <a:sym typeface="Times New Roman"/>
                      </a:endParaRPr>
                    </a:p>
                  </a:txBody>
                  <a:tcPr marT="0" marB="0" marR="0" marL="0"/>
                </a:tc>
                <a:tc>
                  <a:txBody>
                    <a:bodyPr/>
                    <a:lstStyle/>
                    <a:p>
                      <a:pPr indent="0" lvl="0" marL="31750" marR="0" rtl="0" algn="l">
                        <a:lnSpc>
                          <a:spcPct val="106562"/>
                        </a:lnSpc>
                        <a:spcBef>
                          <a:spcPts val="0"/>
                        </a:spcBef>
                        <a:spcAft>
                          <a:spcPts val="0"/>
                        </a:spcAft>
                        <a:buNone/>
                      </a:pPr>
                      <a:r>
                        <a:rPr lang="en-US" sz="3200" u="none" cap="none" strike="noStrike">
                          <a:latin typeface="Courier New"/>
                          <a:ea typeface="Courier New"/>
                          <a:cs typeface="Courier New"/>
                          <a:sym typeface="Courier New"/>
                        </a:rPr>
                        <a:t>CMP</a:t>
                      </a:r>
                      <a:endParaRPr sz="3200" u="none" cap="none" strike="noStrike">
                        <a:latin typeface="Courier New"/>
                        <a:ea typeface="Courier New"/>
                        <a:cs typeface="Courier New"/>
                        <a:sym typeface="Courier New"/>
                      </a:endParaRPr>
                    </a:p>
                  </a:txBody>
                  <a:tcPr marT="0" marB="0" marR="0" marL="0"/>
                </a:tc>
                <a:tc>
                  <a:txBody>
                    <a:bodyPr/>
                    <a:lstStyle/>
                    <a:p>
                      <a:pPr indent="0" lvl="0" marL="121920" marR="0" rtl="0" algn="l">
                        <a:lnSpc>
                          <a:spcPct val="106562"/>
                        </a:lnSpc>
                        <a:spcBef>
                          <a:spcPts val="0"/>
                        </a:spcBef>
                        <a:spcAft>
                          <a:spcPts val="0"/>
                        </a:spcAft>
                        <a:buNone/>
                      </a:pPr>
                      <a:r>
                        <a:rPr lang="en-US" sz="3200" u="none" cap="none" strike="noStrike">
                          <a:latin typeface="Courier New"/>
                          <a:ea typeface="Courier New"/>
                          <a:cs typeface="Courier New"/>
                          <a:sym typeface="Courier New"/>
                        </a:rPr>
                        <a:t>r3,r2</a:t>
                      </a:r>
                      <a:endParaRPr sz="3200" u="none" cap="none" strike="noStrike">
                        <a:latin typeface="Courier New"/>
                        <a:ea typeface="Courier New"/>
                        <a:cs typeface="Courier New"/>
                        <a:sym typeface="Courier New"/>
                      </a:endParaRPr>
                    </a:p>
                  </a:txBody>
                  <a:tcPr marT="0" marB="0" marR="0" marL="0"/>
                </a:tc>
                <a:tc>
                  <a:txBody>
                    <a:bodyPr/>
                    <a:lstStyle/>
                    <a:p>
                      <a:pPr indent="0" lvl="0" marL="0" marR="113663" rtl="0" algn="r">
                        <a:lnSpc>
                          <a:spcPct val="106562"/>
                        </a:lnSpc>
                        <a:spcBef>
                          <a:spcPts val="0"/>
                        </a:spcBef>
                        <a:spcAft>
                          <a:spcPts val="0"/>
                        </a:spcAft>
                        <a:buNone/>
                      </a:pPr>
                      <a:r>
                        <a:rPr lang="en-US" sz="3200" u="none" cap="none" strike="noStrike">
                          <a:latin typeface="Courier New"/>
                          <a:ea typeface="Courier New"/>
                          <a:cs typeface="Courier New"/>
                          <a:sym typeface="Courier New"/>
                        </a:rPr>
                        <a:t>;</a:t>
                      </a:r>
                      <a:endParaRPr sz="3200" u="none" cap="none" strike="noStrike">
                        <a:latin typeface="Courier New"/>
                        <a:ea typeface="Courier New"/>
                        <a:cs typeface="Courier New"/>
                        <a:sym typeface="Courier New"/>
                      </a:endParaRPr>
                    </a:p>
                  </a:txBody>
                  <a:tcPr marT="0" marB="0" marR="0" marL="0"/>
                </a:tc>
                <a:tc>
                  <a:txBody>
                    <a:bodyPr/>
                    <a:lstStyle/>
                    <a:p>
                      <a:pPr indent="0" lvl="0" marL="121920" marR="0" rtl="0" algn="l">
                        <a:lnSpc>
                          <a:spcPct val="106562"/>
                        </a:lnSpc>
                        <a:spcBef>
                          <a:spcPts val="0"/>
                        </a:spcBef>
                        <a:spcAft>
                          <a:spcPts val="0"/>
                        </a:spcAft>
                        <a:buNone/>
                      </a:pPr>
                      <a:r>
                        <a:rPr lang="en-US" sz="3200" u="none" cap="none" strike="noStrike">
                          <a:latin typeface="Courier New"/>
                          <a:ea typeface="Courier New"/>
                          <a:cs typeface="Courier New"/>
                          <a:sym typeface="Courier New"/>
                        </a:rPr>
                        <a:t>cmp i,h</a:t>
                      </a:r>
                      <a:endParaRPr sz="3200" u="none" cap="none" strike="noStrike">
                        <a:latin typeface="Courier New"/>
                        <a:ea typeface="Courier New"/>
                        <a:cs typeface="Courier New"/>
                        <a:sym typeface="Courier New"/>
                      </a:endParaRPr>
                    </a:p>
                  </a:txBody>
                  <a:tcPr marT="0" marB="0" marR="0" marL="0"/>
                </a:tc>
              </a:tr>
              <a:tr h="1073275">
                <a:tc gridSpan="2">
                  <a:txBody>
                    <a:bodyPr/>
                    <a:lstStyle/>
                    <a:p>
                      <a:pPr indent="0" lvl="0" marL="0" marR="114300" rtl="0" algn="r">
                        <a:lnSpc>
                          <a:spcPct val="100000"/>
                        </a:lnSpc>
                        <a:spcBef>
                          <a:spcPts val="0"/>
                        </a:spcBef>
                        <a:spcAft>
                          <a:spcPts val="0"/>
                        </a:spcAft>
                        <a:buNone/>
                      </a:pPr>
                      <a:r>
                        <a:rPr lang="en-US" sz="3200" u="none" cap="none" strike="noStrike">
                          <a:latin typeface="Courier New"/>
                          <a:ea typeface="Courier New"/>
                          <a:cs typeface="Courier New"/>
                          <a:sym typeface="Courier New"/>
                        </a:rPr>
                        <a:t>BNE</a:t>
                      </a:r>
                      <a:endParaRPr sz="3200" u="none" cap="none" strike="noStrike">
                        <a:latin typeface="Courier New"/>
                        <a:ea typeface="Courier New"/>
                        <a:cs typeface="Courier New"/>
                        <a:sym typeface="Courier New"/>
                      </a:endParaRPr>
                    </a:p>
                  </a:txBody>
                  <a:tcPr marT="56525" marB="0" marR="0" marL="0"/>
                </a:tc>
                <a:tc hMerge="1"/>
                <a:tc>
                  <a:txBody>
                    <a:bodyPr/>
                    <a:lstStyle/>
                    <a:p>
                      <a:pPr indent="0" lvl="0" marL="121920" marR="0" rtl="0" algn="l">
                        <a:lnSpc>
                          <a:spcPct val="100000"/>
                        </a:lnSpc>
                        <a:spcBef>
                          <a:spcPts val="0"/>
                        </a:spcBef>
                        <a:spcAft>
                          <a:spcPts val="0"/>
                        </a:spcAft>
                        <a:buNone/>
                      </a:pPr>
                      <a:r>
                        <a:rPr lang="en-US" sz="3200" u="none" cap="none" strike="noStrike">
                          <a:latin typeface="Courier New"/>
                          <a:ea typeface="Courier New"/>
                          <a:cs typeface="Courier New"/>
                          <a:sym typeface="Courier New"/>
                        </a:rPr>
                        <a:t>Loop</a:t>
                      </a:r>
                      <a:endParaRPr sz="3200" u="none" cap="none" strike="noStrike">
                        <a:latin typeface="Courier New"/>
                        <a:ea typeface="Courier New"/>
                        <a:cs typeface="Courier New"/>
                        <a:sym typeface="Courier New"/>
                      </a:endParaRPr>
                    </a:p>
                  </a:txBody>
                  <a:tcPr marT="56525" marB="0" marR="0" marL="0"/>
                </a:tc>
                <a:tc>
                  <a:txBody>
                    <a:bodyPr/>
                    <a:lstStyle/>
                    <a:p>
                      <a:pPr indent="0" lvl="0" marL="364490" marR="0" rtl="0" algn="l">
                        <a:lnSpc>
                          <a:spcPct val="100000"/>
                        </a:lnSpc>
                        <a:spcBef>
                          <a:spcPts val="0"/>
                        </a:spcBef>
                        <a:spcAft>
                          <a:spcPts val="0"/>
                        </a:spcAft>
                        <a:buNone/>
                      </a:pPr>
                      <a:r>
                        <a:rPr lang="en-US" sz="3200" u="none" cap="none" strike="noStrike">
                          <a:latin typeface="Courier New"/>
                          <a:ea typeface="Courier New"/>
                          <a:cs typeface="Courier New"/>
                          <a:sym typeface="Courier New"/>
                        </a:rPr>
                        <a:t>;</a:t>
                      </a:r>
                      <a:endParaRPr sz="3200" u="none" cap="none" strike="noStrike">
                        <a:latin typeface="Courier New"/>
                        <a:ea typeface="Courier New"/>
                        <a:cs typeface="Courier New"/>
                        <a:sym typeface="Courier New"/>
                      </a:endParaRPr>
                    </a:p>
                    <a:p>
                      <a:pPr indent="0" lvl="0" marL="364490" marR="0" rtl="0" algn="l">
                        <a:lnSpc>
                          <a:spcPct val="100000"/>
                        </a:lnSpc>
                        <a:spcBef>
                          <a:spcPts val="0"/>
                        </a:spcBef>
                        <a:spcAft>
                          <a:spcPts val="0"/>
                        </a:spcAft>
                        <a:buNone/>
                      </a:pPr>
                      <a:r>
                        <a:rPr i="1" lang="en-US" sz="3200" u="none" cap="none" strike="noStrike">
                          <a:latin typeface="Courier New"/>
                          <a:ea typeface="Courier New"/>
                          <a:cs typeface="Courier New"/>
                          <a:sym typeface="Courier New"/>
                        </a:rPr>
                        <a:t>;</a:t>
                      </a:r>
                      <a:endParaRPr sz="3200" u="none" cap="none" strike="noStrike">
                        <a:latin typeface="Courier New"/>
                        <a:ea typeface="Courier New"/>
                        <a:cs typeface="Courier New"/>
                        <a:sym typeface="Courier New"/>
                      </a:endParaRPr>
                    </a:p>
                  </a:txBody>
                  <a:tcPr marT="56525" marB="0" marR="0" marL="0"/>
                </a:tc>
                <a:tc>
                  <a:txBody>
                    <a:bodyPr/>
                    <a:lstStyle/>
                    <a:p>
                      <a:pPr indent="-635" lvl="0" marL="121920" marR="24130" rtl="0" algn="l">
                        <a:lnSpc>
                          <a:spcPct val="100000"/>
                        </a:lnSpc>
                        <a:spcBef>
                          <a:spcPts val="0"/>
                        </a:spcBef>
                        <a:spcAft>
                          <a:spcPts val="0"/>
                        </a:spcAft>
                        <a:buNone/>
                      </a:pPr>
                      <a:r>
                        <a:rPr i="1" lang="en-US" sz="3200" u="none" cap="none" strike="noStrike">
                          <a:latin typeface="Courier New"/>
                          <a:ea typeface="Courier New"/>
                          <a:cs typeface="Courier New"/>
                          <a:sym typeface="Courier New"/>
                        </a:rPr>
                        <a:t>goto Loop  if i!=h</a:t>
                      </a:r>
                      <a:endParaRPr sz="3200" u="none" cap="none" strike="noStrike">
                        <a:latin typeface="Courier New"/>
                        <a:ea typeface="Courier New"/>
                        <a:cs typeface="Courier New"/>
                        <a:sym typeface="Courier New"/>
                      </a:endParaRPr>
                    </a:p>
                  </a:txBody>
                  <a:tcPr marT="56525" marB="0" marR="0" marL="0"/>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84" name="Shape 884"/>
        <p:cNvGrpSpPr/>
        <p:nvPr/>
      </p:nvGrpSpPr>
      <p:grpSpPr>
        <a:xfrm>
          <a:off x="0" y="0"/>
          <a:ext cx="0" cy="0"/>
          <a:chOff x="0" y="0"/>
          <a:chExt cx="0" cy="0"/>
        </a:xfrm>
      </p:grpSpPr>
      <p:sp>
        <p:nvSpPr>
          <p:cNvPr id="885" name="Google Shape;885;g23d6451c848_0_292"/>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86" name="Google Shape;886;g23d6451c848_0_292"/>
          <p:cNvSpPr txBox="1"/>
          <p:nvPr>
            <p:ph type="title"/>
          </p:nvPr>
        </p:nvSpPr>
        <p:spPr>
          <a:xfrm>
            <a:off x="2431160" y="89408"/>
            <a:ext cx="42813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Inequalities in ARM</a:t>
            </a:r>
            <a:endParaRPr/>
          </a:p>
        </p:txBody>
      </p:sp>
      <p:sp>
        <p:nvSpPr>
          <p:cNvPr id="887" name="Google Shape;887;g23d6451c848_0_292"/>
          <p:cNvSpPr txBox="1"/>
          <p:nvPr/>
        </p:nvSpPr>
        <p:spPr>
          <a:xfrm>
            <a:off x="383540" y="1021206"/>
            <a:ext cx="8115300" cy="2261100"/>
          </a:xfrm>
          <a:prstGeom prst="rect">
            <a:avLst/>
          </a:prstGeom>
          <a:noFill/>
          <a:ln>
            <a:noFill/>
          </a:ln>
        </p:spPr>
        <p:txBody>
          <a:bodyPr anchorCtr="0" anchor="t" bIns="0" lIns="0" spcFirstLastPara="1" rIns="0" wrap="square" tIns="12050">
            <a:spAutoFit/>
          </a:bodyPr>
          <a:lstStyle/>
          <a:p>
            <a:pPr indent="-219709" lvl="0" marL="250825" marR="0" rtl="0" algn="l">
              <a:lnSpc>
                <a:spcPct val="116964"/>
              </a:lnSpc>
              <a:spcBef>
                <a:spcPts val="0"/>
              </a:spcBef>
              <a:spcAft>
                <a:spcPts val="0"/>
              </a:spcAft>
              <a:buClr>
                <a:srgbClr val="00007E"/>
              </a:buClr>
              <a:buSzPts val="1700"/>
              <a:buFont typeface="Noto Sans Symbols"/>
              <a:buChar char="❖"/>
            </a:pPr>
            <a:r>
              <a:rPr lang="en-US" sz="2500">
                <a:latin typeface="Times New Roman"/>
                <a:ea typeface="Times New Roman"/>
                <a:cs typeface="Times New Roman"/>
                <a:sym typeface="Times New Roman"/>
              </a:rPr>
              <a:t>Until now, we‟ve only tested equalities</a:t>
            </a:r>
            <a:endParaRPr sz="2500">
              <a:latin typeface="Times New Roman"/>
              <a:ea typeface="Times New Roman"/>
              <a:cs typeface="Times New Roman"/>
              <a:sym typeface="Times New Roman"/>
            </a:endParaRPr>
          </a:p>
          <a:p>
            <a:pPr indent="0" lvl="0" marL="215265" marR="0" rtl="0" algn="l">
              <a:lnSpc>
                <a:spcPct val="116964"/>
              </a:lnSpc>
              <a:spcBef>
                <a:spcPts val="0"/>
              </a:spcBef>
              <a:spcAft>
                <a:spcPts val="0"/>
              </a:spcAft>
              <a:buNone/>
            </a:pPr>
            <a:r>
              <a:rPr lang="en-US" sz="2500">
                <a:latin typeface="Times New Roman"/>
                <a:ea typeface="Times New Roman"/>
                <a:cs typeface="Times New Roman"/>
                <a:sym typeface="Times New Roman"/>
              </a:rPr>
              <a:t>(</a:t>
            </a:r>
            <a:r>
              <a:rPr lang="en-US" sz="2500">
                <a:latin typeface="Courier New"/>
                <a:ea typeface="Courier New"/>
                <a:cs typeface="Courier New"/>
                <a:sym typeface="Courier New"/>
              </a:rPr>
              <a:t>== </a:t>
            </a:r>
            <a:r>
              <a:rPr lang="en-US" sz="2500">
                <a:latin typeface="Times New Roman"/>
                <a:ea typeface="Times New Roman"/>
                <a:cs typeface="Times New Roman"/>
                <a:sym typeface="Times New Roman"/>
              </a:rPr>
              <a:t>and </a:t>
            </a:r>
            <a:r>
              <a:rPr lang="en-US" sz="2500">
                <a:latin typeface="Courier New"/>
                <a:ea typeface="Courier New"/>
                <a:cs typeface="Courier New"/>
                <a:sym typeface="Courier New"/>
              </a:rPr>
              <a:t>!= </a:t>
            </a:r>
            <a:r>
              <a:rPr lang="en-US" sz="2500">
                <a:latin typeface="Times New Roman"/>
                <a:ea typeface="Times New Roman"/>
                <a:cs typeface="Times New Roman"/>
                <a:sym typeface="Times New Roman"/>
              </a:rPr>
              <a:t>in C).	General programs need to test &lt; and</a:t>
            </a:r>
            <a:endParaRPr sz="2500">
              <a:latin typeface="Times New Roman"/>
              <a:ea typeface="Times New Roman"/>
              <a:cs typeface="Times New Roman"/>
              <a:sym typeface="Times New Roman"/>
            </a:endParaRPr>
          </a:p>
          <a:p>
            <a:pPr indent="0" lvl="0" marL="215265" marR="0" rtl="0" algn="l">
              <a:lnSpc>
                <a:spcPct val="100000"/>
              </a:lnSpc>
              <a:spcBef>
                <a:spcPts val="165"/>
              </a:spcBef>
              <a:spcAft>
                <a:spcPts val="0"/>
              </a:spcAft>
              <a:buNone/>
            </a:pPr>
            <a:r>
              <a:rPr lang="en-US" sz="2500">
                <a:latin typeface="Times New Roman"/>
                <a:ea typeface="Times New Roman"/>
                <a:cs typeface="Times New Roman"/>
                <a:sym typeface="Times New Roman"/>
              </a:rPr>
              <a:t>&gt; as well.</a:t>
            </a:r>
            <a:endParaRPr sz="2500">
              <a:latin typeface="Times New Roman"/>
              <a:ea typeface="Times New Roman"/>
              <a:cs typeface="Times New Roman"/>
              <a:sym typeface="Times New Roman"/>
            </a:endParaRPr>
          </a:p>
          <a:p>
            <a:pPr indent="-219709" lvl="0" marL="250825" marR="0" rtl="0" algn="l">
              <a:lnSpc>
                <a:spcPct val="100000"/>
              </a:lnSpc>
              <a:spcBef>
                <a:spcPts val="505"/>
              </a:spcBef>
              <a:spcAft>
                <a:spcPts val="0"/>
              </a:spcAft>
              <a:buClr>
                <a:srgbClr val="00007E"/>
              </a:buClr>
              <a:buSzPts val="1700"/>
              <a:buFont typeface="Noto Sans Symbols"/>
              <a:buChar char="❖"/>
            </a:pPr>
            <a:r>
              <a:rPr lang="en-US" sz="2500">
                <a:latin typeface="Times New Roman"/>
                <a:ea typeface="Times New Roman"/>
                <a:cs typeface="Times New Roman"/>
                <a:sym typeface="Times New Roman"/>
              </a:rPr>
              <a:t>Use </a:t>
            </a:r>
            <a:r>
              <a:rPr lang="en-US" sz="2500">
                <a:latin typeface="Courier New"/>
                <a:ea typeface="Courier New"/>
                <a:cs typeface="Courier New"/>
                <a:sym typeface="Courier New"/>
              </a:rPr>
              <a:t>CMP </a:t>
            </a:r>
            <a:r>
              <a:rPr lang="en-US" sz="2500">
                <a:latin typeface="Times New Roman"/>
                <a:ea typeface="Times New Roman"/>
                <a:cs typeface="Times New Roman"/>
                <a:sym typeface="Times New Roman"/>
              </a:rPr>
              <a:t>and </a:t>
            </a:r>
            <a:r>
              <a:rPr lang="en-US" sz="2500">
                <a:latin typeface="Courier New"/>
                <a:ea typeface="Courier New"/>
                <a:cs typeface="Courier New"/>
                <a:sym typeface="Courier New"/>
              </a:rPr>
              <a:t>BLE, BLT, BGE, BGT</a:t>
            </a:r>
            <a:endParaRPr sz="2500">
              <a:latin typeface="Courier New"/>
              <a:ea typeface="Courier New"/>
              <a:cs typeface="Courier New"/>
              <a:sym typeface="Courier New"/>
            </a:endParaRPr>
          </a:p>
          <a:p>
            <a:pPr indent="-219709" lvl="0" marL="250825" marR="0" rtl="0" algn="l">
              <a:lnSpc>
                <a:spcPct val="100000"/>
              </a:lnSpc>
              <a:spcBef>
                <a:spcPts val="844"/>
              </a:spcBef>
              <a:spcAft>
                <a:spcPts val="0"/>
              </a:spcAft>
              <a:buClr>
                <a:srgbClr val="00007E"/>
              </a:buClr>
              <a:buSzPts val="1700"/>
              <a:buFont typeface="Noto Sans Symbols"/>
              <a:buChar char="❖"/>
            </a:pPr>
            <a:r>
              <a:rPr lang="en-US" sz="2500">
                <a:latin typeface="Times New Roman"/>
                <a:ea typeface="Times New Roman"/>
                <a:cs typeface="Times New Roman"/>
                <a:sym typeface="Times New Roman"/>
              </a:rPr>
              <a:t>Examples:</a:t>
            </a:r>
            <a:endParaRPr sz="2500">
              <a:latin typeface="Times New Roman"/>
              <a:ea typeface="Times New Roman"/>
              <a:cs typeface="Times New Roman"/>
              <a:sym typeface="Times New Roman"/>
            </a:endParaRPr>
          </a:p>
        </p:txBody>
      </p:sp>
      <p:graphicFrame>
        <p:nvGraphicFramePr>
          <p:cNvPr id="888" name="Google Shape;888;g23d6451c848_0_292"/>
          <p:cNvGraphicFramePr/>
          <p:nvPr/>
        </p:nvGraphicFramePr>
        <p:xfrm>
          <a:off x="847219" y="4077916"/>
          <a:ext cx="3000000" cy="3000000"/>
        </p:xfrm>
        <a:graphic>
          <a:graphicData uri="http://schemas.openxmlformats.org/drawingml/2006/table">
            <a:tbl>
              <a:tblPr bandRow="1" firstRow="1">
                <a:noFill/>
                <a:tableStyleId>{0B9DC0A3-F2E0-4B43-9110-FBCA3A68A366}</a:tableStyleId>
              </a:tblPr>
              <a:tblGrid>
                <a:gridCol w="487675"/>
                <a:gridCol w="547375"/>
                <a:gridCol w="465450"/>
                <a:gridCol w="640075"/>
                <a:gridCol w="913125"/>
                <a:gridCol w="1713225"/>
                <a:gridCol w="906150"/>
                <a:gridCol w="1219200"/>
              </a:tblGrid>
              <a:tr h="388275">
                <a:tc>
                  <a:txBody>
                    <a:bodyPr/>
                    <a:lstStyle/>
                    <a:p>
                      <a:pPr indent="0" lvl="0" marL="31750" marR="0" rtl="0" algn="l">
                        <a:lnSpc>
                          <a:spcPct val="103333"/>
                        </a:lnSpc>
                        <a:spcBef>
                          <a:spcPts val="0"/>
                        </a:spcBef>
                        <a:spcAft>
                          <a:spcPts val="0"/>
                        </a:spcAft>
                        <a:buNone/>
                      </a:pPr>
                      <a:r>
                        <a:rPr lang="en-US" sz="2400" u="none" cap="none" strike="noStrike">
                          <a:latin typeface="Courier New"/>
                          <a:ea typeface="Courier New"/>
                          <a:cs typeface="Courier New"/>
                          <a:sym typeface="Courier New"/>
                        </a:rPr>
                        <a:t>if</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03333"/>
                        </a:lnSpc>
                        <a:spcBef>
                          <a:spcPts val="0"/>
                        </a:spcBef>
                        <a:spcAft>
                          <a:spcPts val="0"/>
                        </a:spcAft>
                        <a:buNone/>
                      </a:pPr>
                      <a:r>
                        <a:rPr lang="en-US" sz="2400" u="none" cap="none" strike="noStrike">
                          <a:latin typeface="Courier New"/>
                          <a:ea typeface="Courier New"/>
                          <a:cs typeface="Courier New"/>
                          <a:sym typeface="Courier New"/>
                        </a:rPr>
                        <a:t>(f</a:t>
                      </a:r>
                      <a:endParaRPr sz="2400" u="none" cap="none" strike="noStrike">
                        <a:latin typeface="Courier New"/>
                        <a:ea typeface="Courier New"/>
                        <a:cs typeface="Courier New"/>
                        <a:sym typeface="Courier New"/>
                      </a:endParaRPr>
                    </a:p>
                  </a:txBody>
                  <a:tcPr marT="0" marB="0" marR="0" marL="0"/>
                </a:tc>
                <a:tc>
                  <a:txBody>
                    <a:bodyPr/>
                    <a:lstStyle/>
                    <a:p>
                      <a:pPr indent="0" lvl="0" marL="91440" marR="3175" rtl="0" algn="l">
                        <a:lnSpc>
                          <a:spcPct val="103333"/>
                        </a:lnSpc>
                        <a:spcBef>
                          <a:spcPts val="0"/>
                        </a:spcBef>
                        <a:spcAft>
                          <a:spcPts val="0"/>
                        </a:spcAft>
                        <a:buNone/>
                      </a:pPr>
                      <a:r>
                        <a:rPr lang="en-US" sz="2400" u="none" cap="none" strike="noStrike">
                          <a:latin typeface="Courier New"/>
                          <a:ea typeface="Courier New"/>
                          <a:cs typeface="Courier New"/>
                          <a:sym typeface="Courier New"/>
                        </a:rPr>
                        <a:t>&lt;</a:t>
                      </a:r>
                      <a:endParaRPr sz="2400" u="none" cap="none" strike="noStrike">
                        <a:latin typeface="Courier New"/>
                        <a:ea typeface="Courier New"/>
                        <a:cs typeface="Courier New"/>
                        <a:sym typeface="Courier New"/>
                      </a:endParaRPr>
                    </a:p>
                  </a:txBody>
                  <a:tcPr marT="0" marB="0" marR="0" marL="0"/>
                </a:tc>
                <a:tc>
                  <a:txBody>
                    <a:bodyPr/>
                    <a:lstStyle/>
                    <a:p>
                      <a:pPr indent="0" lvl="0" marL="0" marR="83820" rtl="0" algn="r">
                        <a:lnSpc>
                          <a:spcPct val="103333"/>
                        </a:lnSpc>
                        <a:spcBef>
                          <a:spcPts val="0"/>
                        </a:spcBef>
                        <a:spcAft>
                          <a:spcPts val="0"/>
                        </a:spcAft>
                        <a:buNone/>
                      </a:pPr>
                      <a:r>
                        <a:rPr lang="en-US" sz="2400" u="none" cap="none" strike="noStrike">
                          <a:latin typeface="Courier New"/>
                          <a:ea typeface="Courier New"/>
                          <a:cs typeface="Courier New"/>
                          <a:sym typeface="Courier New"/>
                        </a:rPr>
                        <a:t>10)</a:t>
                      </a:r>
                      <a:endParaRPr sz="2400" u="none" cap="none" strike="noStrike">
                        <a:latin typeface="Courier New"/>
                        <a:ea typeface="Courier New"/>
                        <a:cs typeface="Courier New"/>
                        <a:sym typeface="Courier New"/>
                      </a:endParaRPr>
                    </a:p>
                  </a:txBody>
                  <a:tcPr marT="0" marB="0" marR="0" marL="0"/>
                </a:tc>
                <a:tc>
                  <a:txBody>
                    <a:bodyPr/>
                    <a:lstStyle/>
                    <a:p>
                      <a:pPr indent="0" lvl="0" marL="1270" marR="0" rtl="0" algn="ctr">
                        <a:lnSpc>
                          <a:spcPct val="103333"/>
                        </a:lnSpc>
                        <a:spcBef>
                          <a:spcPts val="0"/>
                        </a:spcBef>
                        <a:spcAft>
                          <a:spcPts val="0"/>
                        </a:spcAft>
                        <a:buNone/>
                      </a:pPr>
                      <a:r>
                        <a:rPr lang="en-US" sz="2400" u="none" cap="none" strike="noStrike">
                          <a:latin typeface="Courier New"/>
                          <a:ea typeface="Courier New"/>
                          <a:cs typeface="Courier New"/>
                          <a:sym typeface="Courier New"/>
                        </a:rPr>
                        <a:t>goto</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03333"/>
                        </a:lnSpc>
                        <a:spcBef>
                          <a:spcPts val="0"/>
                        </a:spcBef>
                        <a:spcAft>
                          <a:spcPts val="0"/>
                        </a:spcAft>
                        <a:buNone/>
                      </a:pPr>
                      <a:r>
                        <a:rPr lang="en-US" sz="2400" u="none" cap="none" strike="noStrike">
                          <a:latin typeface="Courier New"/>
                          <a:ea typeface="Courier New"/>
                          <a:cs typeface="Courier New"/>
                          <a:sym typeface="Courier New"/>
                        </a:rPr>
                        <a:t>Loop; =&gt;</a:t>
                      </a:r>
                      <a:endParaRPr sz="2400" u="none" cap="none" strike="noStrike">
                        <a:latin typeface="Courier New"/>
                        <a:ea typeface="Courier New"/>
                        <a:cs typeface="Courier New"/>
                        <a:sym typeface="Courier New"/>
                      </a:endParaRPr>
                    </a:p>
                  </a:txBody>
                  <a:tcPr marT="0" marB="0" marR="0" marL="0"/>
                </a:tc>
                <a:tc>
                  <a:txBody>
                    <a:bodyPr/>
                    <a:lstStyle/>
                    <a:p>
                      <a:pPr indent="0" lvl="0" marL="0" marR="81915" rtl="0" algn="r">
                        <a:lnSpc>
                          <a:spcPct val="103333"/>
                        </a:lnSpc>
                        <a:spcBef>
                          <a:spcPts val="0"/>
                        </a:spcBef>
                        <a:spcAft>
                          <a:spcPts val="0"/>
                        </a:spcAft>
                        <a:buNone/>
                      </a:pPr>
                      <a:r>
                        <a:rPr lang="en-US" sz="2400" u="none" cap="none" strike="noStrike">
                          <a:latin typeface="Courier New"/>
                          <a:ea typeface="Courier New"/>
                          <a:cs typeface="Courier New"/>
                          <a:sym typeface="Courier New"/>
                        </a:rPr>
                        <a:t>CMP</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03333"/>
                        </a:lnSpc>
                        <a:spcBef>
                          <a:spcPts val="0"/>
                        </a:spcBef>
                        <a:spcAft>
                          <a:spcPts val="0"/>
                        </a:spcAft>
                        <a:buNone/>
                      </a:pPr>
                      <a:r>
                        <a:rPr lang="en-US" sz="2400" u="none" cap="none" strike="noStrike">
                          <a:latin typeface="Courier New"/>
                          <a:ea typeface="Courier New"/>
                          <a:cs typeface="Courier New"/>
                          <a:sym typeface="Courier New"/>
                        </a:rPr>
                        <a:t>r0,#10</a:t>
                      </a:r>
                      <a:endParaRPr sz="2400" u="none" cap="none" strike="noStrike">
                        <a:latin typeface="Courier New"/>
                        <a:ea typeface="Courier New"/>
                        <a:cs typeface="Courier New"/>
                        <a:sym typeface="Courier New"/>
                      </a:endParaRPr>
                    </a:p>
                  </a:txBody>
                  <a:tcPr marT="0" marB="0" marR="0" marL="0"/>
                </a:tc>
              </a:tr>
              <a:tr h="439050">
                <a:tc>
                  <a:txBody>
                    <a:bodyPr/>
                    <a:lstStyle/>
                    <a:p>
                      <a:pPr indent="0" lvl="0" marL="0" marR="0" rtl="0" algn="l">
                        <a:lnSpc>
                          <a:spcPct val="100000"/>
                        </a:lnSpc>
                        <a:spcBef>
                          <a:spcPts val="0"/>
                        </a:spcBef>
                        <a:spcAft>
                          <a:spcPts val="0"/>
                        </a:spcAft>
                        <a:buNone/>
                      </a:pPr>
                      <a:r>
                        <a:t/>
                      </a:r>
                      <a:endParaRPr sz="27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2700" u="none" cap="none" strike="noStrike">
                        <a:latin typeface="Times New Roman"/>
                        <a:ea typeface="Times New Roman"/>
                        <a:cs typeface="Times New Roman"/>
                        <a:sym typeface="Times New Roman"/>
                      </a:endParaRPr>
                    </a:p>
                  </a:txBody>
                  <a:tcPr marT="0" marB="0" marR="0" marL="0"/>
                </a:tc>
                <a:tc>
                  <a:txBody>
                    <a:bodyPr/>
                    <a:lstStyle/>
                    <a:p>
                      <a:pPr indent="0" lvl="0" marL="0" marR="3175" rtl="0" algn="l">
                        <a:lnSpc>
                          <a:spcPct val="100000"/>
                        </a:lnSpc>
                        <a:spcBef>
                          <a:spcPts val="0"/>
                        </a:spcBef>
                        <a:spcAft>
                          <a:spcPts val="0"/>
                        </a:spcAft>
                        <a:buNone/>
                      </a:pPr>
                      <a:r>
                        <a:t/>
                      </a:r>
                      <a:endParaRPr sz="27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27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27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2700" u="none" cap="none" strike="noStrike">
                        <a:latin typeface="Times New Roman"/>
                        <a:ea typeface="Times New Roman"/>
                        <a:cs typeface="Times New Roman"/>
                        <a:sym typeface="Times New Roman"/>
                      </a:endParaRPr>
                    </a:p>
                  </a:txBody>
                  <a:tcPr marT="0" marB="0" marR="0" marL="0"/>
                </a:tc>
                <a:tc>
                  <a:txBody>
                    <a:bodyPr/>
                    <a:lstStyle/>
                    <a:p>
                      <a:pPr indent="0" lvl="0" marL="0" marR="81915" rtl="0" algn="r">
                        <a:lnSpc>
                          <a:spcPct val="117291"/>
                        </a:lnSpc>
                        <a:spcBef>
                          <a:spcPts val="0"/>
                        </a:spcBef>
                        <a:spcAft>
                          <a:spcPts val="0"/>
                        </a:spcAft>
                        <a:buNone/>
                      </a:pPr>
                      <a:r>
                        <a:rPr lang="en-US" sz="2400" u="none" cap="none" strike="noStrike">
                          <a:latin typeface="Courier New"/>
                          <a:ea typeface="Courier New"/>
                          <a:cs typeface="Courier New"/>
                          <a:sym typeface="Courier New"/>
                        </a:rPr>
                        <a:t>BLT</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7291"/>
                        </a:lnSpc>
                        <a:spcBef>
                          <a:spcPts val="0"/>
                        </a:spcBef>
                        <a:spcAft>
                          <a:spcPts val="0"/>
                        </a:spcAft>
                        <a:buNone/>
                      </a:pPr>
                      <a:r>
                        <a:rPr lang="en-US" sz="2400" u="none" cap="none" strike="noStrike">
                          <a:latin typeface="Courier New"/>
                          <a:ea typeface="Courier New"/>
                          <a:cs typeface="Courier New"/>
                          <a:sym typeface="Courier New"/>
                        </a:rPr>
                        <a:t>Loop</a:t>
                      </a:r>
                      <a:endParaRPr sz="2400" u="none" cap="none" strike="noStrike">
                        <a:latin typeface="Courier New"/>
                        <a:ea typeface="Courier New"/>
                        <a:cs typeface="Courier New"/>
                        <a:sym typeface="Courier New"/>
                      </a:endParaRPr>
                    </a:p>
                  </a:txBody>
                  <a:tcPr marT="0" marB="0" marR="0" marL="0"/>
                </a:tc>
              </a:tr>
              <a:tr h="439050">
                <a:tc>
                  <a:txBody>
                    <a:bodyPr/>
                    <a:lstStyle/>
                    <a:p>
                      <a:pPr indent="0" lvl="0" marL="31750" marR="0" rtl="0" algn="l">
                        <a:lnSpc>
                          <a:spcPct val="120000"/>
                        </a:lnSpc>
                        <a:spcBef>
                          <a:spcPts val="0"/>
                        </a:spcBef>
                        <a:spcAft>
                          <a:spcPts val="0"/>
                        </a:spcAft>
                        <a:buNone/>
                      </a:pPr>
                      <a:r>
                        <a:rPr lang="en-US" sz="2400" u="none" cap="none" strike="noStrike">
                          <a:latin typeface="Courier New"/>
                          <a:ea typeface="Courier New"/>
                          <a:cs typeface="Courier New"/>
                          <a:sym typeface="Courier New"/>
                        </a:rPr>
                        <a:t>if</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20000"/>
                        </a:lnSpc>
                        <a:spcBef>
                          <a:spcPts val="0"/>
                        </a:spcBef>
                        <a:spcAft>
                          <a:spcPts val="0"/>
                        </a:spcAft>
                        <a:buNone/>
                      </a:pPr>
                      <a:r>
                        <a:rPr lang="en-US" sz="2400" u="none" cap="none" strike="noStrike">
                          <a:latin typeface="Courier New"/>
                          <a:ea typeface="Courier New"/>
                          <a:cs typeface="Courier New"/>
                          <a:sym typeface="Courier New"/>
                        </a:rPr>
                        <a:t>(f</a:t>
                      </a:r>
                      <a:endParaRPr sz="2400" u="none" cap="none" strike="noStrike">
                        <a:latin typeface="Courier New"/>
                        <a:ea typeface="Courier New"/>
                        <a:cs typeface="Courier New"/>
                        <a:sym typeface="Courier New"/>
                      </a:endParaRPr>
                    </a:p>
                  </a:txBody>
                  <a:tcPr marT="0" marB="0" marR="0" marL="0"/>
                </a:tc>
                <a:tc>
                  <a:txBody>
                    <a:bodyPr/>
                    <a:lstStyle/>
                    <a:p>
                      <a:pPr indent="0" lvl="0" marL="91440" marR="0" rtl="0" algn="l">
                        <a:lnSpc>
                          <a:spcPct val="120000"/>
                        </a:lnSpc>
                        <a:spcBef>
                          <a:spcPts val="0"/>
                        </a:spcBef>
                        <a:spcAft>
                          <a:spcPts val="0"/>
                        </a:spcAft>
                        <a:buNone/>
                      </a:pPr>
                      <a:r>
                        <a:rPr lang="en-US" sz="2400" u="none" cap="none" strike="noStrike">
                          <a:latin typeface="Courier New"/>
                          <a:ea typeface="Courier New"/>
                          <a:cs typeface="Courier New"/>
                          <a:sym typeface="Courier New"/>
                        </a:rPr>
                        <a:t>&gt;=</a:t>
                      </a:r>
                      <a:endParaRPr sz="2400" u="none" cap="none" strike="noStrike">
                        <a:latin typeface="Courier New"/>
                        <a:ea typeface="Courier New"/>
                        <a:cs typeface="Courier New"/>
                        <a:sym typeface="Courier New"/>
                      </a:endParaRPr>
                    </a:p>
                  </a:txBody>
                  <a:tcPr marT="0" marB="0" marR="0" marL="0"/>
                </a:tc>
                <a:tc>
                  <a:txBody>
                    <a:bodyPr/>
                    <a:lstStyle/>
                    <a:p>
                      <a:pPr indent="0" lvl="0" marL="0" marR="83820" rtl="0" algn="r">
                        <a:lnSpc>
                          <a:spcPct val="120000"/>
                        </a:lnSpc>
                        <a:spcBef>
                          <a:spcPts val="0"/>
                        </a:spcBef>
                        <a:spcAft>
                          <a:spcPts val="0"/>
                        </a:spcAft>
                        <a:buNone/>
                      </a:pPr>
                      <a:r>
                        <a:rPr lang="en-US" sz="2400" u="none" cap="none" strike="noStrike">
                          <a:latin typeface="Courier New"/>
                          <a:ea typeface="Courier New"/>
                          <a:cs typeface="Courier New"/>
                          <a:sym typeface="Courier New"/>
                        </a:rPr>
                        <a:t>i)</a:t>
                      </a:r>
                      <a:endParaRPr sz="2400" u="none" cap="none" strike="noStrike">
                        <a:latin typeface="Courier New"/>
                        <a:ea typeface="Courier New"/>
                        <a:cs typeface="Courier New"/>
                        <a:sym typeface="Courier New"/>
                      </a:endParaRPr>
                    </a:p>
                  </a:txBody>
                  <a:tcPr marT="0" marB="0" marR="0" marL="0"/>
                </a:tc>
                <a:tc>
                  <a:txBody>
                    <a:bodyPr/>
                    <a:lstStyle/>
                    <a:p>
                      <a:pPr indent="0" lvl="0" marL="1270" marR="0" rtl="0" algn="ctr">
                        <a:lnSpc>
                          <a:spcPct val="120000"/>
                        </a:lnSpc>
                        <a:spcBef>
                          <a:spcPts val="0"/>
                        </a:spcBef>
                        <a:spcAft>
                          <a:spcPts val="0"/>
                        </a:spcAft>
                        <a:buNone/>
                      </a:pPr>
                      <a:r>
                        <a:rPr lang="en-US" sz="2400" u="none" cap="none" strike="noStrike">
                          <a:latin typeface="Courier New"/>
                          <a:ea typeface="Courier New"/>
                          <a:cs typeface="Courier New"/>
                          <a:sym typeface="Courier New"/>
                        </a:rPr>
                        <a:t>goto</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20000"/>
                        </a:lnSpc>
                        <a:spcBef>
                          <a:spcPts val="0"/>
                        </a:spcBef>
                        <a:spcAft>
                          <a:spcPts val="0"/>
                        </a:spcAft>
                        <a:buNone/>
                      </a:pPr>
                      <a:r>
                        <a:rPr lang="en-US" sz="2400" u="none" cap="none" strike="noStrike">
                          <a:latin typeface="Courier New"/>
                          <a:ea typeface="Courier New"/>
                          <a:cs typeface="Courier New"/>
                          <a:sym typeface="Courier New"/>
                        </a:rPr>
                        <a:t>Loop; =&gt;</a:t>
                      </a:r>
                      <a:endParaRPr sz="2400" u="none" cap="none" strike="noStrike">
                        <a:latin typeface="Courier New"/>
                        <a:ea typeface="Courier New"/>
                        <a:cs typeface="Courier New"/>
                        <a:sym typeface="Courier New"/>
                      </a:endParaRPr>
                    </a:p>
                  </a:txBody>
                  <a:tcPr marT="0" marB="0" marR="0" marL="0"/>
                </a:tc>
                <a:tc>
                  <a:txBody>
                    <a:bodyPr/>
                    <a:lstStyle/>
                    <a:p>
                      <a:pPr indent="0" lvl="0" marL="0" marR="81915" rtl="0" algn="r">
                        <a:lnSpc>
                          <a:spcPct val="120000"/>
                        </a:lnSpc>
                        <a:spcBef>
                          <a:spcPts val="0"/>
                        </a:spcBef>
                        <a:spcAft>
                          <a:spcPts val="0"/>
                        </a:spcAft>
                        <a:buNone/>
                      </a:pPr>
                      <a:r>
                        <a:rPr lang="en-US" sz="2400" u="none" cap="none" strike="noStrike">
                          <a:latin typeface="Courier New"/>
                          <a:ea typeface="Courier New"/>
                          <a:cs typeface="Courier New"/>
                          <a:sym typeface="Courier New"/>
                        </a:rPr>
                        <a:t>CMP</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20000"/>
                        </a:lnSpc>
                        <a:spcBef>
                          <a:spcPts val="0"/>
                        </a:spcBef>
                        <a:spcAft>
                          <a:spcPts val="0"/>
                        </a:spcAft>
                        <a:buNone/>
                      </a:pPr>
                      <a:r>
                        <a:rPr lang="en-US" sz="2400" u="none" cap="none" strike="noStrike">
                          <a:latin typeface="Courier New"/>
                          <a:ea typeface="Courier New"/>
                          <a:cs typeface="Courier New"/>
                          <a:sym typeface="Courier New"/>
                        </a:rPr>
                        <a:t>r0,r3</a:t>
                      </a:r>
                      <a:endParaRPr sz="2400" u="none" cap="none" strike="noStrike">
                        <a:latin typeface="Courier New"/>
                        <a:ea typeface="Courier New"/>
                        <a:cs typeface="Courier New"/>
                        <a:sym typeface="Courier New"/>
                      </a:endParaRPr>
                    </a:p>
                  </a:txBody>
                  <a:tcPr marT="0" marB="0" marR="0" marL="0"/>
                </a:tc>
              </a:tr>
              <a:tr h="388275">
                <a:tc>
                  <a:txBody>
                    <a:bodyPr/>
                    <a:lstStyle/>
                    <a:p>
                      <a:pPr indent="0" lvl="0" marL="0" marR="0" rtl="0" algn="l">
                        <a:lnSpc>
                          <a:spcPct val="100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0" marL="0"/>
                </a:tc>
                <a:tc>
                  <a:txBody>
                    <a:bodyPr/>
                    <a:lstStyle/>
                    <a:p>
                      <a:pPr indent="0" lvl="0" marL="0" marR="3175" rtl="0" algn="l">
                        <a:lnSpc>
                          <a:spcPct val="100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0" marL="0"/>
                </a:tc>
                <a:tc>
                  <a:txBody>
                    <a:bodyPr/>
                    <a:lstStyle/>
                    <a:p>
                      <a:pPr indent="0" lvl="0" marL="0" marR="81915" rtl="0" algn="r">
                        <a:lnSpc>
                          <a:spcPct val="117291"/>
                        </a:lnSpc>
                        <a:spcBef>
                          <a:spcPts val="0"/>
                        </a:spcBef>
                        <a:spcAft>
                          <a:spcPts val="0"/>
                        </a:spcAft>
                        <a:buNone/>
                      </a:pPr>
                      <a:r>
                        <a:rPr lang="en-US" sz="2400" u="none" cap="none" strike="noStrike">
                          <a:latin typeface="Courier New"/>
                          <a:ea typeface="Courier New"/>
                          <a:cs typeface="Courier New"/>
                          <a:sym typeface="Courier New"/>
                        </a:rPr>
                        <a:t>BGE</a:t>
                      </a:r>
                      <a:endParaRPr sz="2400" u="none" cap="none" strike="noStrike">
                        <a:latin typeface="Courier New"/>
                        <a:ea typeface="Courier New"/>
                        <a:cs typeface="Courier New"/>
                        <a:sym typeface="Courier New"/>
                      </a:endParaRPr>
                    </a:p>
                  </a:txBody>
                  <a:tcPr marT="0" marB="0" marR="0" marL="0"/>
                </a:tc>
                <a:tc>
                  <a:txBody>
                    <a:bodyPr/>
                    <a:lstStyle/>
                    <a:p>
                      <a:pPr indent="0" lvl="0" marL="89535" marR="0" rtl="0" algn="l">
                        <a:lnSpc>
                          <a:spcPct val="117291"/>
                        </a:lnSpc>
                        <a:spcBef>
                          <a:spcPts val="0"/>
                        </a:spcBef>
                        <a:spcAft>
                          <a:spcPts val="0"/>
                        </a:spcAft>
                        <a:buNone/>
                      </a:pPr>
                      <a:r>
                        <a:rPr lang="en-US" sz="2400" u="none" cap="none" strike="noStrike">
                          <a:latin typeface="Courier New"/>
                          <a:ea typeface="Courier New"/>
                          <a:cs typeface="Courier New"/>
                          <a:sym typeface="Courier New"/>
                        </a:rPr>
                        <a:t>Loop</a:t>
                      </a:r>
                      <a:endParaRPr sz="2400" u="none" cap="none" strike="noStrike">
                        <a:latin typeface="Courier New"/>
                        <a:ea typeface="Courier New"/>
                        <a:cs typeface="Courier New"/>
                        <a:sym typeface="Courier New"/>
                      </a:endParaRPr>
                    </a:p>
                  </a:txBody>
                  <a:tcPr marT="0" marB="0" marR="0" marL="0"/>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2" name="Shape 892"/>
        <p:cNvGrpSpPr/>
        <p:nvPr/>
      </p:nvGrpSpPr>
      <p:grpSpPr>
        <a:xfrm>
          <a:off x="0" y="0"/>
          <a:ext cx="0" cy="0"/>
          <a:chOff x="0" y="0"/>
          <a:chExt cx="0" cy="0"/>
        </a:xfrm>
      </p:grpSpPr>
      <p:sp>
        <p:nvSpPr>
          <p:cNvPr id="893" name="Google Shape;893;g23d6451c848_0_299"/>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94" name="Google Shape;894;g23d6451c848_0_299"/>
          <p:cNvSpPr txBox="1"/>
          <p:nvPr>
            <p:ph type="title"/>
          </p:nvPr>
        </p:nvSpPr>
        <p:spPr>
          <a:xfrm>
            <a:off x="2201036" y="89408"/>
            <a:ext cx="47385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Loops in C/Assembly</a:t>
            </a:r>
            <a:endParaRPr/>
          </a:p>
        </p:txBody>
      </p:sp>
      <p:sp>
        <p:nvSpPr>
          <p:cNvPr id="895" name="Google Shape;895;g23d6451c848_0_299"/>
          <p:cNvSpPr txBox="1"/>
          <p:nvPr/>
        </p:nvSpPr>
        <p:spPr>
          <a:xfrm>
            <a:off x="-12700" y="859561"/>
            <a:ext cx="9169500" cy="5778000"/>
          </a:xfrm>
          <a:prstGeom prst="rect">
            <a:avLst/>
          </a:prstGeom>
          <a:noFill/>
          <a:ln>
            <a:noFill/>
          </a:ln>
        </p:spPr>
        <p:txBody>
          <a:bodyPr anchorCtr="0" anchor="t" bIns="0" lIns="0" spcFirstLastPara="1" rIns="0" wrap="square" tIns="87625">
            <a:spAutoFit/>
          </a:bodyPr>
          <a:lstStyle/>
          <a:p>
            <a:pPr indent="-272415" lvl="0" marL="833118" marR="0" rtl="0" algn="l">
              <a:lnSpc>
                <a:spcPct val="100000"/>
              </a:lnSpc>
              <a:spcBef>
                <a:spcPts val="0"/>
              </a:spcBef>
              <a:spcAft>
                <a:spcPts val="0"/>
              </a:spcAft>
              <a:buClr>
                <a:srgbClr val="00007E"/>
              </a:buClr>
              <a:buSzPts val="2300"/>
              <a:buFont typeface="Noto Sans Symbols"/>
              <a:buChar char="❖"/>
            </a:pPr>
            <a:r>
              <a:rPr lang="en-US" sz="3200">
                <a:latin typeface="Times New Roman"/>
                <a:ea typeface="Times New Roman"/>
                <a:cs typeface="Times New Roman"/>
                <a:sym typeface="Times New Roman"/>
              </a:rPr>
              <a:t>There are three types of loops in C:</a:t>
            </a:r>
            <a:endParaRPr sz="3200">
              <a:latin typeface="Times New Roman"/>
              <a:ea typeface="Times New Roman"/>
              <a:cs typeface="Times New Roman"/>
              <a:sym typeface="Times New Roman"/>
            </a:endParaRPr>
          </a:p>
          <a:p>
            <a:pPr indent="-238759" lvl="1" marL="1294765" marR="0" rtl="0" algn="l">
              <a:lnSpc>
                <a:spcPct val="100000"/>
              </a:lnSpc>
              <a:spcBef>
                <a:spcPts val="505"/>
              </a:spcBef>
              <a:spcAft>
                <a:spcPts val="0"/>
              </a:spcAft>
              <a:buClr>
                <a:srgbClr val="FFCC00"/>
              </a:buClr>
              <a:buSzPts val="2000"/>
              <a:buFont typeface="Noto Sans Symbols"/>
              <a:buChar char="❖"/>
            </a:pPr>
            <a:r>
              <a:rPr b="0" i="0" lang="en-US" sz="2800" u="none" cap="none" strike="noStrike">
                <a:latin typeface="Courier New"/>
                <a:ea typeface="Courier New"/>
                <a:cs typeface="Courier New"/>
                <a:sym typeface="Courier New"/>
              </a:rPr>
              <a:t>while</a:t>
            </a:r>
            <a:endParaRPr b="0" i="0" sz="2800" u="none" cap="none" strike="noStrike">
              <a:latin typeface="Courier New"/>
              <a:ea typeface="Courier New"/>
              <a:cs typeface="Courier New"/>
              <a:sym typeface="Courier New"/>
            </a:endParaRPr>
          </a:p>
          <a:p>
            <a:pPr indent="-238759" lvl="1" marL="1294765" marR="0" rtl="0" algn="l">
              <a:lnSpc>
                <a:spcPct val="100000"/>
              </a:lnSpc>
              <a:spcBef>
                <a:spcPts val="675"/>
              </a:spcBef>
              <a:spcAft>
                <a:spcPts val="0"/>
              </a:spcAft>
              <a:buClr>
                <a:srgbClr val="FFCC00"/>
              </a:buClr>
              <a:buSzPts val="2000"/>
              <a:buFont typeface="Noto Sans Symbols"/>
              <a:buChar char="❖"/>
            </a:pPr>
            <a:r>
              <a:rPr b="0" i="0" lang="en-US" sz="2800" u="none" cap="none" strike="noStrike">
                <a:latin typeface="Courier New"/>
                <a:ea typeface="Courier New"/>
                <a:cs typeface="Courier New"/>
                <a:sym typeface="Courier New"/>
              </a:rPr>
              <a:t>do</a:t>
            </a:r>
            <a:r>
              <a:rPr b="0" i="0" lang="en-US" sz="2800" u="none" cap="none" strike="noStrike">
                <a:latin typeface="Times New Roman"/>
                <a:ea typeface="Times New Roman"/>
                <a:cs typeface="Times New Roman"/>
                <a:sym typeface="Times New Roman"/>
              </a:rPr>
              <a:t>… </a:t>
            </a:r>
            <a:r>
              <a:rPr b="0" i="0" lang="en-US" sz="2800" u="none" cap="none" strike="noStrike">
                <a:latin typeface="Courier New"/>
                <a:ea typeface="Courier New"/>
                <a:cs typeface="Courier New"/>
                <a:sym typeface="Courier New"/>
              </a:rPr>
              <a:t>while</a:t>
            </a:r>
            <a:endParaRPr b="0" i="0" sz="2800" u="none" cap="none" strike="noStrike">
              <a:latin typeface="Courier New"/>
              <a:ea typeface="Courier New"/>
              <a:cs typeface="Courier New"/>
              <a:sym typeface="Courier New"/>
            </a:endParaRPr>
          </a:p>
          <a:p>
            <a:pPr indent="-238759" lvl="1" marL="1294765" marR="0" rtl="0" algn="l">
              <a:lnSpc>
                <a:spcPct val="100000"/>
              </a:lnSpc>
              <a:spcBef>
                <a:spcPts val="675"/>
              </a:spcBef>
              <a:spcAft>
                <a:spcPts val="0"/>
              </a:spcAft>
              <a:buClr>
                <a:srgbClr val="FFCC00"/>
              </a:buClr>
              <a:buSzPts val="2000"/>
              <a:buFont typeface="Noto Sans Symbols"/>
              <a:buChar char="❖"/>
            </a:pPr>
            <a:r>
              <a:rPr b="0" i="0" lang="en-US" sz="2800" u="none" cap="none" strike="noStrike">
                <a:latin typeface="Courier New"/>
                <a:ea typeface="Courier New"/>
                <a:cs typeface="Courier New"/>
                <a:sym typeface="Courier New"/>
              </a:rPr>
              <a:t>for</a:t>
            </a:r>
            <a:endParaRPr b="0" i="0" sz="2800" u="none" cap="none" strike="noStrike">
              <a:latin typeface="Courier New"/>
              <a:ea typeface="Courier New"/>
              <a:cs typeface="Courier New"/>
              <a:sym typeface="Courier New"/>
            </a:endParaRPr>
          </a:p>
          <a:p>
            <a:pPr indent="-203200" lvl="0" marL="763905" marR="1304925" rtl="0" algn="l">
              <a:lnSpc>
                <a:spcPct val="100000"/>
              </a:lnSpc>
              <a:spcBef>
                <a:spcPts val="930"/>
              </a:spcBef>
              <a:spcAft>
                <a:spcPts val="0"/>
              </a:spcAft>
              <a:buClr>
                <a:srgbClr val="00007E"/>
              </a:buClr>
              <a:buSzPts val="2300"/>
              <a:buFont typeface="Noto Sans Symbols"/>
              <a:buChar char="❖"/>
            </a:pPr>
            <a:r>
              <a:rPr lang="en-US" sz="3200">
                <a:latin typeface="Times New Roman"/>
                <a:ea typeface="Times New Roman"/>
                <a:cs typeface="Times New Roman"/>
                <a:sym typeface="Times New Roman"/>
              </a:rPr>
              <a:t>Each can be rewritten as either of the other  two, so the method used in the previous  example can be applied to </a:t>
            </a:r>
            <a:r>
              <a:rPr lang="en-US" sz="3200">
                <a:latin typeface="Courier New"/>
                <a:ea typeface="Courier New"/>
                <a:cs typeface="Courier New"/>
                <a:sym typeface="Courier New"/>
              </a:rPr>
              <a:t>while </a:t>
            </a:r>
            <a:r>
              <a:rPr lang="en-US" sz="3200">
                <a:latin typeface="Times New Roman"/>
                <a:ea typeface="Times New Roman"/>
                <a:cs typeface="Times New Roman"/>
                <a:sym typeface="Times New Roman"/>
              </a:rPr>
              <a:t>and </a:t>
            </a:r>
            <a:r>
              <a:rPr lang="en-US" sz="3200">
                <a:latin typeface="Courier New"/>
                <a:ea typeface="Courier New"/>
                <a:cs typeface="Courier New"/>
                <a:sym typeface="Courier New"/>
              </a:rPr>
              <a:t>for  </a:t>
            </a:r>
            <a:r>
              <a:rPr lang="en-US" sz="3200">
                <a:latin typeface="Times New Roman"/>
                <a:ea typeface="Times New Roman"/>
                <a:cs typeface="Times New Roman"/>
                <a:sym typeface="Times New Roman"/>
              </a:rPr>
              <a:t>loops as well.</a:t>
            </a:r>
            <a:endParaRPr sz="3200">
              <a:latin typeface="Times New Roman"/>
              <a:ea typeface="Times New Roman"/>
              <a:cs typeface="Times New Roman"/>
              <a:sym typeface="Times New Roman"/>
            </a:endParaRPr>
          </a:p>
          <a:p>
            <a:pPr indent="-203200" lvl="0" marL="763905" marR="621665" rtl="0" algn="l">
              <a:lnSpc>
                <a:spcPct val="100000"/>
              </a:lnSpc>
              <a:spcBef>
                <a:spcPts val="770"/>
              </a:spcBef>
              <a:spcAft>
                <a:spcPts val="0"/>
              </a:spcAft>
              <a:buClr>
                <a:srgbClr val="00007E"/>
              </a:buClr>
              <a:buSzPts val="2300"/>
              <a:buFont typeface="Noto Sans Symbols"/>
              <a:buChar char="❖"/>
            </a:pPr>
            <a:r>
              <a:rPr lang="en-US" sz="3200">
                <a:solidFill>
                  <a:srgbClr val="3333CC"/>
                </a:solidFill>
                <a:latin typeface="Times New Roman"/>
                <a:ea typeface="Times New Roman"/>
                <a:cs typeface="Times New Roman"/>
                <a:sym typeface="Times New Roman"/>
              </a:rPr>
              <a:t>Key Concept: </a:t>
            </a:r>
            <a:r>
              <a:rPr lang="en-US" sz="3200">
                <a:latin typeface="Times New Roman"/>
                <a:ea typeface="Times New Roman"/>
                <a:cs typeface="Times New Roman"/>
                <a:sym typeface="Times New Roman"/>
              </a:rPr>
              <a:t>Though there are multiple ways  of writing a loop in ARM, conditional branch is</a:t>
            </a:r>
            <a:endParaRPr sz="3200">
              <a:latin typeface="Times New Roman"/>
              <a:ea typeface="Times New Roman"/>
              <a:cs typeface="Times New Roman"/>
              <a:sym typeface="Times New Roman"/>
            </a:endParaRPr>
          </a:p>
          <a:p>
            <a:pPr indent="0" lvl="0" marL="12700" marR="0" rtl="0" algn="l">
              <a:lnSpc>
                <a:spcPct val="100000"/>
              </a:lnSpc>
              <a:spcBef>
                <a:spcPts val="0"/>
              </a:spcBef>
              <a:spcAft>
                <a:spcPts val="0"/>
              </a:spcAft>
              <a:buNone/>
            </a:pPr>
            <a:r>
              <a:rPr lang="en-US" sz="3200" u="sng">
                <a:latin typeface="Times New Roman"/>
                <a:ea typeface="Times New Roman"/>
                <a:cs typeface="Times New Roman"/>
                <a:sym typeface="Times New Roman"/>
              </a:rPr>
              <a:t> 	</a:t>
            </a:r>
            <a:r>
              <a:rPr lang="en-US" sz="3200">
                <a:latin typeface="Times New Roman"/>
                <a:ea typeface="Times New Roman"/>
                <a:cs typeface="Times New Roman"/>
                <a:sym typeface="Times New Roman"/>
              </a:rPr>
              <a:t>key to decision making	</a:t>
            </a:r>
            <a:endParaRPr sz="3200">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23d6451c848_0_305"/>
          <p:cNvSpPr txBox="1"/>
          <p:nvPr/>
        </p:nvSpPr>
        <p:spPr>
          <a:xfrm>
            <a:off x="764540" y="156159"/>
            <a:ext cx="7285500" cy="2430000"/>
          </a:xfrm>
          <a:prstGeom prst="rect">
            <a:avLst/>
          </a:prstGeom>
          <a:noFill/>
          <a:ln>
            <a:noFill/>
          </a:ln>
        </p:spPr>
        <p:txBody>
          <a:bodyPr anchorCtr="0" anchor="t" bIns="0" lIns="0" spcFirstLastPara="1" rIns="0" wrap="square" tIns="13325">
            <a:spAutoFit/>
          </a:bodyPr>
          <a:lstStyle/>
          <a:p>
            <a:pPr indent="0" lvl="0" marL="511808" marR="0" rtl="0" algn="l">
              <a:lnSpc>
                <a:spcPct val="100000"/>
              </a:lnSpc>
              <a:spcBef>
                <a:spcPts val="0"/>
              </a:spcBef>
              <a:spcAft>
                <a:spcPts val="0"/>
              </a:spcAft>
              <a:buNone/>
            </a:pPr>
            <a:r>
              <a:rPr b="1" lang="en-US" sz="3200">
                <a:solidFill>
                  <a:srgbClr val="00007E"/>
                </a:solidFill>
                <a:latin typeface="Trebuchet MS"/>
                <a:ea typeface="Trebuchet MS"/>
                <a:cs typeface="Trebuchet MS"/>
                <a:sym typeface="Trebuchet MS"/>
              </a:rPr>
              <a:t>Example: The C Switch Statement</a:t>
            </a:r>
            <a:endParaRPr sz="3200">
              <a:latin typeface="Trebuchet MS"/>
              <a:ea typeface="Trebuchet MS"/>
              <a:cs typeface="Trebuchet MS"/>
              <a:sym typeface="Trebuchet MS"/>
            </a:endParaRPr>
          </a:p>
          <a:p>
            <a:pPr indent="-203200" lvl="0" marL="215265" marR="5080" rtl="0" algn="l">
              <a:lnSpc>
                <a:spcPct val="100000"/>
              </a:lnSpc>
              <a:spcBef>
                <a:spcPts val="3479"/>
              </a:spcBef>
              <a:spcAft>
                <a:spcPts val="0"/>
              </a:spcAft>
              <a:buClr>
                <a:srgbClr val="00007E"/>
              </a:buClr>
              <a:buSzPts val="2300"/>
              <a:buFont typeface="Noto Sans Symbols"/>
              <a:buChar char="❖"/>
            </a:pPr>
            <a:r>
              <a:rPr lang="en-US" sz="3200">
                <a:latin typeface="Times New Roman"/>
                <a:ea typeface="Times New Roman"/>
                <a:cs typeface="Times New Roman"/>
                <a:sym typeface="Times New Roman"/>
              </a:rPr>
              <a:t>Choose among four alternatives depending  on whether </a:t>
            </a:r>
            <a:r>
              <a:rPr lang="en-US" sz="3200">
                <a:latin typeface="Courier New"/>
                <a:ea typeface="Courier New"/>
                <a:cs typeface="Courier New"/>
                <a:sym typeface="Courier New"/>
              </a:rPr>
              <a:t>k </a:t>
            </a:r>
            <a:r>
              <a:rPr lang="en-US" sz="3200">
                <a:latin typeface="Times New Roman"/>
                <a:ea typeface="Times New Roman"/>
                <a:cs typeface="Times New Roman"/>
                <a:sym typeface="Times New Roman"/>
              </a:rPr>
              <a:t>has the value 0, 1, 2 or 3.  Compile this C code:</a:t>
            </a:r>
            <a:endParaRPr sz="3200">
              <a:latin typeface="Times New Roman"/>
              <a:ea typeface="Times New Roman"/>
              <a:cs typeface="Times New Roman"/>
              <a:sym typeface="Times New Roman"/>
            </a:endParaRPr>
          </a:p>
        </p:txBody>
      </p:sp>
      <p:graphicFrame>
        <p:nvGraphicFramePr>
          <p:cNvPr id="901" name="Google Shape;901;g23d6451c848_0_305"/>
          <p:cNvGraphicFramePr/>
          <p:nvPr/>
        </p:nvGraphicFramePr>
        <p:xfrm>
          <a:off x="745490" y="2693112"/>
          <a:ext cx="3000000" cy="3000000"/>
        </p:xfrm>
        <a:graphic>
          <a:graphicData uri="http://schemas.openxmlformats.org/drawingml/2006/table">
            <a:tbl>
              <a:tblPr bandRow="1" firstRow="1">
                <a:noFill/>
                <a:tableStyleId>{0B9DC0A3-F2E0-4B43-9110-FBCA3A68A366}</a:tableStyleId>
              </a:tblPr>
              <a:tblGrid>
                <a:gridCol w="1543050"/>
                <a:gridCol w="2070725"/>
                <a:gridCol w="1489700"/>
                <a:gridCol w="637550"/>
                <a:gridCol w="1207125"/>
              </a:tblGrid>
              <a:tr h="516450">
                <a:tc>
                  <a:txBody>
                    <a:bodyPr/>
                    <a:lstStyle/>
                    <a:p>
                      <a:pPr indent="0" lvl="0" marL="31750" marR="0" rtl="0" algn="l">
                        <a:lnSpc>
                          <a:spcPct val="103250"/>
                        </a:lnSpc>
                        <a:spcBef>
                          <a:spcPts val="0"/>
                        </a:spcBef>
                        <a:spcAft>
                          <a:spcPts val="0"/>
                        </a:spcAft>
                        <a:buNone/>
                      </a:pPr>
                      <a:r>
                        <a:rPr lang="en-US" sz="3200" u="none" cap="none" strike="noStrike">
                          <a:latin typeface="Courier New"/>
                          <a:ea typeface="Courier New"/>
                          <a:cs typeface="Courier New"/>
                          <a:sym typeface="Courier New"/>
                        </a:rPr>
                        <a:t>switch</a:t>
                      </a:r>
                      <a:endParaRPr sz="3200" u="none" cap="none" strike="noStrike">
                        <a:latin typeface="Courier New"/>
                        <a:ea typeface="Courier New"/>
                        <a:cs typeface="Courier New"/>
                        <a:sym typeface="Courier New"/>
                      </a:endParaRPr>
                    </a:p>
                  </a:txBody>
                  <a:tcPr marT="0" marB="0" marR="0" marL="0"/>
                </a:tc>
                <a:tc>
                  <a:txBody>
                    <a:bodyPr/>
                    <a:lstStyle/>
                    <a:p>
                      <a:pPr indent="0" lvl="0" marL="199390" marR="0" rtl="0" algn="l">
                        <a:lnSpc>
                          <a:spcPct val="103250"/>
                        </a:lnSpc>
                        <a:spcBef>
                          <a:spcPts val="0"/>
                        </a:spcBef>
                        <a:spcAft>
                          <a:spcPts val="0"/>
                        </a:spcAft>
                        <a:buNone/>
                      </a:pPr>
                      <a:r>
                        <a:rPr lang="en-US" sz="3200" u="none" cap="none" strike="noStrike">
                          <a:latin typeface="Courier New"/>
                          <a:ea typeface="Courier New"/>
                          <a:cs typeface="Courier New"/>
                          <a:sym typeface="Courier New"/>
                        </a:rPr>
                        <a:t>(k) {</a:t>
                      </a:r>
                      <a:endParaRPr sz="3200" u="none" cap="none" strike="noStrike">
                        <a:latin typeface="Courier New"/>
                        <a:ea typeface="Courier New"/>
                        <a:cs typeface="Courier New"/>
                        <a:sym typeface="Courier New"/>
                      </a:endParaRPr>
                    </a:p>
                  </a:txBody>
                  <a:tcPr marT="0" marB="0" marR="0" marL="0"/>
                </a:tc>
                <a:tc gridSpan="3">
                  <a:txBody>
                    <a:bodyPr/>
                    <a:lstStyle/>
                    <a:p>
                      <a:pPr indent="0" lvl="0" marL="0" marR="0" rtl="0" algn="l">
                        <a:lnSpc>
                          <a:spcPct val="100000"/>
                        </a:lnSpc>
                        <a:spcBef>
                          <a:spcPts val="0"/>
                        </a:spcBef>
                        <a:spcAft>
                          <a:spcPts val="0"/>
                        </a:spcAft>
                        <a:buNone/>
                      </a:pPr>
                      <a:r>
                        <a:t/>
                      </a:r>
                      <a:endParaRPr sz="3000" u="none" cap="none" strike="noStrike">
                        <a:latin typeface="Times New Roman"/>
                        <a:ea typeface="Times New Roman"/>
                        <a:cs typeface="Times New Roman"/>
                        <a:sym typeface="Times New Roman"/>
                      </a:endParaRPr>
                    </a:p>
                  </a:txBody>
                  <a:tcPr marT="0" marB="0" marR="0" marL="0"/>
                </a:tc>
                <a:tc hMerge="1"/>
                <a:tc hMerge="1"/>
              </a:tr>
              <a:tr h="512975">
                <a:tc>
                  <a:txBody>
                    <a:bodyPr/>
                    <a:lstStyle/>
                    <a:p>
                      <a:pPr indent="0" lvl="0" marL="527050" marR="0" rtl="0" algn="l">
                        <a:lnSpc>
                          <a:spcPct val="118750"/>
                        </a:lnSpc>
                        <a:spcBef>
                          <a:spcPts val="0"/>
                        </a:spcBef>
                        <a:spcAft>
                          <a:spcPts val="0"/>
                        </a:spcAft>
                        <a:buNone/>
                      </a:pPr>
                      <a:r>
                        <a:rPr lang="en-US" sz="2800" u="none" cap="none" strike="noStrike">
                          <a:latin typeface="Courier New"/>
                          <a:ea typeface="Courier New"/>
                          <a:cs typeface="Courier New"/>
                          <a:sym typeface="Courier New"/>
                        </a:rPr>
                        <a:t>case</a:t>
                      </a:r>
                      <a:endParaRPr sz="2800" u="none" cap="none" strike="noStrike">
                        <a:latin typeface="Courier New"/>
                        <a:ea typeface="Courier New"/>
                        <a:cs typeface="Courier New"/>
                        <a:sym typeface="Courier New"/>
                      </a:endParaRPr>
                    </a:p>
                  </a:txBody>
                  <a:tcPr marT="0" marB="0" marR="0" marL="0"/>
                </a:tc>
                <a:tc>
                  <a:txBody>
                    <a:bodyPr/>
                    <a:lstStyle/>
                    <a:p>
                      <a:pPr indent="0" lvl="0" marL="47625" marR="0" rtl="0" algn="l">
                        <a:lnSpc>
                          <a:spcPct val="118750"/>
                        </a:lnSpc>
                        <a:spcBef>
                          <a:spcPts val="0"/>
                        </a:spcBef>
                        <a:spcAft>
                          <a:spcPts val="0"/>
                        </a:spcAft>
                        <a:buNone/>
                      </a:pPr>
                      <a:r>
                        <a:rPr lang="en-US" sz="2800" u="none" cap="none" strike="noStrike">
                          <a:latin typeface="Courier New"/>
                          <a:ea typeface="Courier New"/>
                          <a:cs typeface="Courier New"/>
                          <a:sym typeface="Courier New"/>
                        </a:rPr>
                        <a:t>0: f=i+j;</a:t>
                      </a:r>
                      <a:endParaRPr sz="2800" u="none" cap="none" strike="noStrike">
                        <a:latin typeface="Courier New"/>
                        <a:ea typeface="Courier New"/>
                        <a:cs typeface="Courier New"/>
                        <a:sym typeface="Courier New"/>
                      </a:endParaRPr>
                    </a:p>
                  </a:txBody>
                  <a:tcPr marT="0" marB="0" marR="0" marL="0"/>
                </a:tc>
                <a:tc>
                  <a:txBody>
                    <a:bodyPr/>
                    <a:lstStyle/>
                    <a:p>
                      <a:pPr indent="0" lvl="0" marL="3175" marR="0" rtl="0" algn="ctr">
                        <a:lnSpc>
                          <a:spcPct val="118750"/>
                        </a:lnSpc>
                        <a:spcBef>
                          <a:spcPts val="0"/>
                        </a:spcBef>
                        <a:spcAft>
                          <a:spcPts val="0"/>
                        </a:spcAft>
                        <a:buNone/>
                      </a:pPr>
                      <a:r>
                        <a:rPr lang="en-US" sz="2800" u="none" cap="none" strike="noStrike">
                          <a:latin typeface="Courier New"/>
                          <a:ea typeface="Courier New"/>
                          <a:cs typeface="Courier New"/>
                          <a:sym typeface="Courier New"/>
                        </a:rPr>
                        <a:t>break;</a:t>
                      </a:r>
                      <a:endParaRPr sz="2800" u="none" cap="none" strike="noStrike">
                        <a:latin typeface="Courier New"/>
                        <a:ea typeface="Courier New"/>
                        <a:cs typeface="Courier New"/>
                        <a:sym typeface="Courier New"/>
                      </a:endParaRPr>
                    </a:p>
                  </a:txBody>
                  <a:tcPr marT="0" marB="0" marR="0" marL="0"/>
                </a:tc>
                <a:tc>
                  <a:txBody>
                    <a:bodyPr/>
                    <a:lstStyle/>
                    <a:p>
                      <a:pPr indent="0" lvl="0" marL="1905" marR="0" rtl="0" algn="ctr">
                        <a:lnSpc>
                          <a:spcPct val="118750"/>
                        </a:lnSpc>
                        <a:spcBef>
                          <a:spcPts val="0"/>
                        </a:spcBef>
                        <a:spcAft>
                          <a:spcPts val="0"/>
                        </a:spcAft>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750"/>
                        </a:lnSpc>
                        <a:spcBef>
                          <a:spcPts val="0"/>
                        </a:spcBef>
                        <a:spcAft>
                          <a:spcPts val="0"/>
                        </a:spcAft>
                        <a:buNone/>
                      </a:pPr>
                      <a:r>
                        <a:rPr lang="en-US" sz="2800" u="none" cap="none" strike="noStrike">
                          <a:latin typeface="Courier New"/>
                          <a:ea typeface="Courier New"/>
                          <a:cs typeface="Courier New"/>
                          <a:sym typeface="Courier New"/>
                        </a:rPr>
                        <a:t>k=0*/</a:t>
                      </a:r>
                      <a:endParaRPr sz="2800" u="none" cap="none" strike="noStrike">
                        <a:latin typeface="Courier New"/>
                        <a:ea typeface="Courier New"/>
                        <a:cs typeface="Courier New"/>
                        <a:sym typeface="Courier New"/>
                      </a:endParaRPr>
                    </a:p>
                  </a:txBody>
                  <a:tcPr marT="0" marB="0" marR="0" marL="0"/>
                </a:tc>
              </a:tr>
              <a:tr h="512075">
                <a:tc>
                  <a:txBody>
                    <a:bodyPr/>
                    <a:lstStyle/>
                    <a:p>
                      <a:pPr indent="0" lvl="0" marL="527050" marR="0" rtl="0" algn="l">
                        <a:lnSpc>
                          <a:spcPct val="118571"/>
                        </a:lnSpc>
                        <a:spcBef>
                          <a:spcPts val="0"/>
                        </a:spcBef>
                        <a:spcAft>
                          <a:spcPts val="0"/>
                        </a:spcAft>
                        <a:buNone/>
                      </a:pPr>
                      <a:r>
                        <a:rPr lang="en-US" sz="2800" u="none" cap="none" strike="noStrike">
                          <a:latin typeface="Courier New"/>
                          <a:ea typeface="Courier New"/>
                          <a:cs typeface="Courier New"/>
                          <a:sym typeface="Courier New"/>
                        </a:rPr>
                        <a:t>case</a:t>
                      </a:r>
                      <a:endParaRPr sz="2800" u="none" cap="none" strike="noStrike">
                        <a:latin typeface="Courier New"/>
                        <a:ea typeface="Courier New"/>
                        <a:cs typeface="Courier New"/>
                        <a:sym typeface="Courier New"/>
                      </a:endParaRPr>
                    </a:p>
                  </a:txBody>
                  <a:tcPr marT="0" marB="0" marR="0" marL="0"/>
                </a:tc>
                <a:tc>
                  <a:txBody>
                    <a:bodyPr/>
                    <a:lstStyle/>
                    <a:p>
                      <a:pPr indent="0" lvl="0" marL="46355" marR="0" rtl="0" algn="l">
                        <a:lnSpc>
                          <a:spcPct val="118571"/>
                        </a:lnSpc>
                        <a:spcBef>
                          <a:spcPts val="0"/>
                        </a:spcBef>
                        <a:spcAft>
                          <a:spcPts val="0"/>
                        </a:spcAft>
                        <a:buNone/>
                      </a:pPr>
                      <a:r>
                        <a:rPr lang="en-US" sz="2800" u="none" cap="none" strike="noStrike">
                          <a:latin typeface="Courier New"/>
                          <a:ea typeface="Courier New"/>
                          <a:cs typeface="Courier New"/>
                          <a:sym typeface="Courier New"/>
                        </a:rPr>
                        <a:t>1: f=g+h;</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break;</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0" marR="27305" rtl="0" algn="r">
                        <a:lnSpc>
                          <a:spcPct val="118571"/>
                        </a:lnSpc>
                        <a:spcBef>
                          <a:spcPts val="0"/>
                        </a:spcBef>
                        <a:spcAft>
                          <a:spcPts val="0"/>
                        </a:spcAft>
                        <a:buNone/>
                      </a:pPr>
                      <a:r>
                        <a:rPr lang="en-US" sz="2800" u="none" cap="none" strike="noStrike">
                          <a:latin typeface="Courier New"/>
                          <a:ea typeface="Courier New"/>
                          <a:cs typeface="Courier New"/>
                          <a:sym typeface="Courier New"/>
                        </a:rPr>
                        <a:t>k=1*/</a:t>
                      </a:r>
                      <a:endParaRPr sz="2800" u="none" cap="none" strike="noStrike">
                        <a:latin typeface="Courier New"/>
                        <a:ea typeface="Courier New"/>
                        <a:cs typeface="Courier New"/>
                        <a:sym typeface="Courier New"/>
                      </a:endParaRPr>
                    </a:p>
                  </a:txBody>
                  <a:tcPr marT="0" marB="0" marR="0" marL="0"/>
                </a:tc>
              </a:tr>
              <a:tr h="512425">
                <a:tc>
                  <a:txBody>
                    <a:bodyPr/>
                    <a:lstStyle/>
                    <a:p>
                      <a:pPr indent="0" lvl="0" marL="527050" marR="0" rtl="0" algn="l">
                        <a:lnSpc>
                          <a:spcPct val="118750"/>
                        </a:lnSpc>
                        <a:spcBef>
                          <a:spcPts val="0"/>
                        </a:spcBef>
                        <a:spcAft>
                          <a:spcPts val="0"/>
                        </a:spcAft>
                        <a:buNone/>
                      </a:pPr>
                      <a:r>
                        <a:rPr lang="en-US" sz="2800" u="none" cap="none" strike="noStrike">
                          <a:latin typeface="Courier New"/>
                          <a:ea typeface="Courier New"/>
                          <a:cs typeface="Courier New"/>
                          <a:sym typeface="Courier New"/>
                        </a:rPr>
                        <a:t>case</a:t>
                      </a:r>
                      <a:endParaRPr sz="2800" u="none" cap="none" strike="noStrike">
                        <a:latin typeface="Courier New"/>
                        <a:ea typeface="Courier New"/>
                        <a:cs typeface="Courier New"/>
                        <a:sym typeface="Courier New"/>
                      </a:endParaRPr>
                    </a:p>
                  </a:txBody>
                  <a:tcPr marT="0" marB="0" marR="0" marL="0"/>
                </a:tc>
                <a:tc>
                  <a:txBody>
                    <a:bodyPr/>
                    <a:lstStyle/>
                    <a:p>
                      <a:pPr indent="0" lvl="0" marL="47625" marR="0" rtl="0" algn="l">
                        <a:lnSpc>
                          <a:spcPct val="118750"/>
                        </a:lnSpc>
                        <a:spcBef>
                          <a:spcPts val="0"/>
                        </a:spcBef>
                        <a:spcAft>
                          <a:spcPts val="0"/>
                        </a:spcAft>
                        <a:buNone/>
                      </a:pPr>
                      <a:r>
                        <a:rPr lang="en-US" sz="2800" u="none" cap="none" strike="noStrike">
                          <a:latin typeface="Courier New"/>
                          <a:ea typeface="Courier New"/>
                          <a:cs typeface="Courier New"/>
                          <a:sym typeface="Courier New"/>
                        </a:rPr>
                        <a:t>2: f=g–h;</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750"/>
                        </a:lnSpc>
                        <a:spcBef>
                          <a:spcPts val="0"/>
                        </a:spcBef>
                        <a:spcAft>
                          <a:spcPts val="0"/>
                        </a:spcAft>
                        <a:buNone/>
                      </a:pPr>
                      <a:r>
                        <a:rPr lang="en-US" sz="2800" u="none" cap="none" strike="noStrike">
                          <a:latin typeface="Courier New"/>
                          <a:ea typeface="Courier New"/>
                          <a:cs typeface="Courier New"/>
                          <a:sym typeface="Courier New"/>
                        </a:rPr>
                        <a:t>break;</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750"/>
                        </a:lnSpc>
                        <a:spcBef>
                          <a:spcPts val="0"/>
                        </a:spcBef>
                        <a:spcAft>
                          <a:spcPts val="0"/>
                        </a:spcAft>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0" marR="26669" rtl="0" algn="r">
                        <a:lnSpc>
                          <a:spcPct val="118750"/>
                        </a:lnSpc>
                        <a:spcBef>
                          <a:spcPts val="0"/>
                        </a:spcBef>
                        <a:spcAft>
                          <a:spcPts val="0"/>
                        </a:spcAft>
                        <a:buNone/>
                      </a:pPr>
                      <a:r>
                        <a:rPr lang="en-US" sz="2800" u="none" cap="none" strike="noStrike">
                          <a:latin typeface="Courier New"/>
                          <a:ea typeface="Courier New"/>
                          <a:cs typeface="Courier New"/>
                          <a:sym typeface="Courier New"/>
                        </a:rPr>
                        <a:t>k=2*/</a:t>
                      </a:r>
                      <a:endParaRPr sz="2800" u="none" cap="none" strike="noStrike">
                        <a:latin typeface="Courier New"/>
                        <a:ea typeface="Courier New"/>
                        <a:cs typeface="Courier New"/>
                        <a:sym typeface="Courier New"/>
                      </a:endParaRPr>
                    </a:p>
                  </a:txBody>
                  <a:tcPr marT="0" marB="0" marR="0" marL="0"/>
                </a:tc>
              </a:tr>
              <a:tr h="976750">
                <a:tc>
                  <a:txBody>
                    <a:bodyPr/>
                    <a:lstStyle/>
                    <a:p>
                      <a:pPr indent="0" lvl="0" marL="527050" marR="0" rtl="0" algn="l">
                        <a:lnSpc>
                          <a:spcPct val="118571"/>
                        </a:lnSpc>
                        <a:spcBef>
                          <a:spcPts val="0"/>
                        </a:spcBef>
                        <a:spcAft>
                          <a:spcPts val="0"/>
                        </a:spcAft>
                        <a:buNone/>
                      </a:pPr>
                      <a:r>
                        <a:rPr lang="en-US" sz="2800" u="none" cap="none" strike="noStrike">
                          <a:latin typeface="Courier New"/>
                          <a:ea typeface="Courier New"/>
                          <a:cs typeface="Courier New"/>
                          <a:sym typeface="Courier New"/>
                        </a:rPr>
                        <a:t>case</a:t>
                      </a:r>
                      <a:endParaRPr sz="2800" u="none" cap="none" strike="noStrike">
                        <a:latin typeface="Courier New"/>
                        <a:ea typeface="Courier New"/>
                        <a:cs typeface="Courier New"/>
                        <a:sym typeface="Courier New"/>
                      </a:endParaRPr>
                    </a:p>
                    <a:p>
                      <a:pPr indent="0" lvl="0" marL="527050" marR="0" rtl="0" algn="l">
                        <a:lnSpc>
                          <a:spcPct val="100000"/>
                        </a:lnSpc>
                        <a:spcBef>
                          <a:spcPts val="730"/>
                        </a:spcBef>
                        <a:spcAft>
                          <a:spcPts val="0"/>
                        </a:spcAft>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46355" marR="0" rtl="0" algn="l">
                        <a:lnSpc>
                          <a:spcPct val="118571"/>
                        </a:lnSpc>
                        <a:spcBef>
                          <a:spcPts val="0"/>
                        </a:spcBef>
                        <a:spcAft>
                          <a:spcPts val="0"/>
                        </a:spcAft>
                        <a:buNone/>
                      </a:pPr>
                      <a:r>
                        <a:rPr lang="en-US" sz="2800" u="none" cap="none" strike="noStrike">
                          <a:latin typeface="Courier New"/>
                          <a:ea typeface="Courier New"/>
                          <a:cs typeface="Courier New"/>
                          <a:sym typeface="Courier New"/>
                        </a:rPr>
                        <a:t>3: f=i–j;</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break;</a:t>
                      </a:r>
                      <a:endParaRPr sz="2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71"/>
                        </a:lnSpc>
                        <a:spcBef>
                          <a:spcPts val="0"/>
                        </a:spcBef>
                        <a:spcAft>
                          <a:spcPts val="0"/>
                        </a:spcAft>
                        <a:buNone/>
                      </a:pPr>
                      <a:r>
                        <a:rPr lang="en-US" sz="2800" u="none" cap="none" strike="noStrike">
                          <a:latin typeface="Courier New"/>
                          <a:ea typeface="Courier New"/>
                          <a:cs typeface="Courier New"/>
                          <a:sym typeface="Courier New"/>
                        </a:rPr>
                        <a:t>/*</a:t>
                      </a:r>
                      <a:endParaRPr sz="2800" u="none" cap="none" strike="noStrike">
                        <a:latin typeface="Courier New"/>
                        <a:ea typeface="Courier New"/>
                        <a:cs typeface="Courier New"/>
                        <a:sym typeface="Courier New"/>
                      </a:endParaRPr>
                    </a:p>
                  </a:txBody>
                  <a:tcPr marT="0" marB="0" marR="0" marL="0"/>
                </a:tc>
                <a:tc>
                  <a:txBody>
                    <a:bodyPr/>
                    <a:lstStyle/>
                    <a:p>
                      <a:pPr indent="0" lvl="0" marL="0" marR="28575" rtl="0" algn="r">
                        <a:lnSpc>
                          <a:spcPct val="118571"/>
                        </a:lnSpc>
                        <a:spcBef>
                          <a:spcPts val="0"/>
                        </a:spcBef>
                        <a:spcAft>
                          <a:spcPts val="0"/>
                        </a:spcAft>
                        <a:buNone/>
                      </a:pPr>
                      <a:r>
                        <a:rPr lang="en-US" sz="2800" u="none" cap="none" strike="noStrike">
                          <a:latin typeface="Courier New"/>
                          <a:ea typeface="Courier New"/>
                          <a:cs typeface="Courier New"/>
                          <a:sym typeface="Courier New"/>
                        </a:rPr>
                        <a:t>k=3*/</a:t>
                      </a:r>
                      <a:endParaRPr sz="2800" u="none" cap="none" strike="noStrike">
                        <a:latin typeface="Courier New"/>
                        <a:ea typeface="Courier New"/>
                        <a:cs typeface="Courier New"/>
                        <a:sym typeface="Courier New"/>
                      </a:endParaRPr>
                    </a:p>
                  </a:txBody>
                  <a:tcPr marT="0" marB="0" marR="0" marL="0"/>
                </a:tc>
              </a:tr>
            </a:tbl>
          </a:graphicData>
        </a:graphic>
      </p:graphicFrame>
      <p:sp>
        <p:nvSpPr>
          <p:cNvPr id="902" name="Google Shape;902;g23d6451c848_0_305"/>
          <p:cNvSpPr txBox="1"/>
          <p:nvPr/>
        </p:nvSpPr>
        <p:spPr>
          <a:xfrm>
            <a:off x="0" y="6355250"/>
            <a:ext cx="1662900" cy="5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lt1"/>
                </a:solidFill>
                <a:highlight>
                  <a:schemeClr val="lt1"/>
                </a:highlight>
                <a:latin typeface="Calibri"/>
                <a:ea typeface="Calibri"/>
                <a:cs typeface="Calibri"/>
                <a:sym typeface="Calibri"/>
              </a:rPr>
              <a:t>hfghdfghhhhhhhhhhghfghfghhhhhhhhhh</a:t>
            </a:r>
            <a:endParaRPr>
              <a:solidFill>
                <a:schemeClr val="lt1"/>
              </a:solidFill>
              <a:highlight>
                <a:schemeClr val="lt1"/>
              </a:highlight>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6" name="Shape 906"/>
        <p:cNvGrpSpPr/>
        <p:nvPr/>
      </p:nvGrpSpPr>
      <p:grpSpPr>
        <a:xfrm>
          <a:off x="0" y="0"/>
          <a:ext cx="0" cy="0"/>
          <a:chOff x="0" y="0"/>
          <a:chExt cx="0" cy="0"/>
        </a:xfrm>
      </p:grpSpPr>
      <p:sp>
        <p:nvSpPr>
          <p:cNvPr id="907" name="Google Shape;907;g23d6451c848_0_311"/>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908" name="Google Shape;908;g23d6451c848_0_311"/>
          <p:cNvSpPr txBox="1"/>
          <p:nvPr>
            <p:ph type="title"/>
          </p:nvPr>
        </p:nvSpPr>
        <p:spPr>
          <a:xfrm>
            <a:off x="1303400" y="156159"/>
            <a:ext cx="66090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3200"/>
              <a:t>Example: The C Switch Statement</a:t>
            </a:r>
            <a:endParaRPr sz="3200"/>
          </a:p>
        </p:txBody>
      </p:sp>
      <p:sp>
        <p:nvSpPr>
          <p:cNvPr id="909" name="Google Shape;909;g23d6451c848_0_311"/>
          <p:cNvSpPr txBox="1"/>
          <p:nvPr/>
        </p:nvSpPr>
        <p:spPr>
          <a:xfrm>
            <a:off x="764540" y="1065627"/>
            <a:ext cx="7120200" cy="5008800"/>
          </a:xfrm>
          <a:prstGeom prst="rect">
            <a:avLst/>
          </a:prstGeom>
          <a:noFill/>
          <a:ln>
            <a:noFill/>
          </a:ln>
        </p:spPr>
        <p:txBody>
          <a:bodyPr anchorCtr="0" anchor="t" bIns="0" lIns="0" spcFirstLastPara="1" rIns="0" wrap="square" tIns="109850">
            <a:spAutoFit/>
          </a:bodyPr>
          <a:lstStyle/>
          <a:p>
            <a:pPr indent="-272415" lvl="0" marL="284480" marR="0" rtl="0" algn="l">
              <a:lnSpc>
                <a:spcPct val="100000"/>
              </a:lnSpc>
              <a:spcBef>
                <a:spcPts val="0"/>
              </a:spcBef>
              <a:spcAft>
                <a:spcPts val="0"/>
              </a:spcAft>
              <a:buClr>
                <a:srgbClr val="00007E"/>
              </a:buClr>
              <a:buSzPts val="2300"/>
              <a:buFont typeface="Noto Sans Symbols"/>
              <a:buChar char="❖"/>
            </a:pPr>
            <a:r>
              <a:rPr lang="en-US" sz="3200">
                <a:latin typeface="Times New Roman"/>
                <a:ea typeface="Times New Roman"/>
                <a:cs typeface="Times New Roman"/>
                <a:sym typeface="Times New Roman"/>
              </a:rPr>
              <a:t>This is complicated, so </a:t>
            </a:r>
            <a:r>
              <a:rPr lang="en-US" sz="3200">
                <a:solidFill>
                  <a:srgbClr val="3333CC"/>
                </a:solidFill>
                <a:latin typeface="Times New Roman"/>
                <a:ea typeface="Times New Roman"/>
                <a:cs typeface="Times New Roman"/>
                <a:sym typeface="Times New Roman"/>
              </a:rPr>
              <a:t>simplify</a:t>
            </a:r>
            <a:r>
              <a:rPr lang="en-US" sz="3200">
                <a:latin typeface="Times New Roman"/>
                <a:ea typeface="Times New Roman"/>
                <a:cs typeface="Times New Roman"/>
                <a:sym typeface="Times New Roman"/>
              </a:rPr>
              <a:t>.</a:t>
            </a:r>
            <a:endParaRPr sz="3200">
              <a:latin typeface="Times New Roman"/>
              <a:ea typeface="Times New Roman"/>
              <a:cs typeface="Times New Roman"/>
              <a:sym typeface="Times New Roman"/>
            </a:endParaRPr>
          </a:p>
          <a:p>
            <a:pPr indent="-203200" lvl="0" marL="215265" marR="24130" rtl="0" algn="l">
              <a:lnSpc>
                <a:spcPct val="100000"/>
              </a:lnSpc>
              <a:spcBef>
                <a:spcPts val="770"/>
              </a:spcBef>
              <a:spcAft>
                <a:spcPts val="0"/>
              </a:spcAft>
              <a:buClr>
                <a:srgbClr val="00007E"/>
              </a:buClr>
              <a:buSzPts val="2300"/>
              <a:buFont typeface="Noto Sans Symbols"/>
              <a:buChar char="❖"/>
            </a:pPr>
            <a:r>
              <a:rPr lang="en-US" sz="3200">
                <a:latin typeface="Times New Roman"/>
                <a:ea typeface="Times New Roman"/>
                <a:cs typeface="Times New Roman"/>
                <a:sym typeface="Times New Roman"/>
              </a:rPr>
              <a:t>Rewrite it as a chain of if-else statements,  which we already know how to compile:</a:t>
            </a:r>
            <a:endParaRPr sz="3200">
              <a:latin typeface="Times New Roman"/>
              <a:ea typeface="Times New Roman"/>
              <a:cs typeface="Times New Roman"/>
              <a:sym typeface="Times New Roman"/>
            </a:endParaRPr>
          </a:p>
          <a:p>
            <a:pPr indent="0" lvl="0" marL="508000" marR="0" rtl="0" algn="l">
              <a:lnSpc>
                <a:spcPct val="100000"/>
              </a:lnSpc>
              <a:spcBef>
                <a:spcPts val="450"/>
              </a:spcBef>
              <a:spcAft>
                <a:spcPts val="0"/>
              </a:spcAft>
              <a:buNone/>
            </a:pPr>
            <a:r>
              <a:rPr lang="en-US" sz="2800">
                <a:latin typeface="Courier New"/>
                <a:ea typeface="Courier New"/>
                <a:cs typeface="Courier New"/>
                <a:sym typeface="Courier New"/>
              </a:rPr>
              <a:t>if(k==0) f=i+j;</a:t>
            </a:r>
            <a:endParaRPr sz="2800">
              <a:latin typeface="Courier New"/>
              <a:ea typeface="Courier New"/>
              <a:cs typeface="Courier New"/>
              <a:sym typeface="Courier New"/>
            </a:endParaRPr>
          </a:p>
          <a:p>
            <a:pPr indent="-425450" lvl="0" marL="1335405" marR="1517015" rtl="0" algn="l">
              <a:lnSpc>
                <a:spcPct val="100000"/>
              </a:lnSpc>
              <a:spcBef>
                <a:spcPts val="0"/>
              </a:spcBef>
              <a:spcAft>
                <a:spcPts val="0"/>
              </a:spcAft>
              <a:buNone/>
            </a:pPr>
            <a:r>
              <a:rPr lang="en-US" sz="2800">
                <a:latin typeface="Courier New"/>
                <a:ea typeface="Courier New"/>
                <a:cs typeface="Courier New"/>
                <a:sym typeface="Courier New"/>
              </a:rPr>
              <a:t>else if(k==1) f=g+h;  else if(k==2) f=g–h;</a:t>
            </a:r>
            <a:endParaRPr sz="2800">
              <a:latin typeface="Courier New"/>
              <a:ea typeface="Courier New"/>
              <a:cs typeface="Courier New"/>
              <a:sym typeface="Courier New"/>
            </a:endParaRPr>
          </a:p>
          <a:p>
            <a:pPr indent="0" lvl="0" marL="1760854" marR="0" rtl="0" algn="l">
              <a:lnSpc>
                <a:spcPct val="100000"/>
              </a:lnSpc>
              <a:spcBef>
                <a:spcPts val="0"/>
              </a:spcBef>
              <a:spcAft>
                <a:spcPts val="0"/>
              </a:spcAft>
              <a:buNone/>
            </a:pPr>
            <a:r>
              <a:rPr lang="en-US" sz="2800">
                <a:latin typeface="Courier New"/>
                <a:ea typeface="Courier New"/>
                <a:cs typeface="Courier New"/>
                <a:sym typeface="Courier New"/>
              </a:rPr>
              <a:t>else if(k==3) f=i–j;</a:t>
            </a:r>
            <a:endParaRPr sz="2800">
              <a:latin typeface="Courier New"/>
              <a:ea typeface="Courier New"/>
              <a:cs typeface="Courier New"/>
              <a:sym typeface="Courier New"/>
            </a:endParaRPr>
          </a:p>
          <a:p>
            <a:pPr indent="-272415" lvl="0" marL="284480" marR="0" rtl="0" algn="l">
              <a:lnSpc>
                <a:spcPct val="100000"/>
              </a:lnSpc>
              <a:spcBef>
                <a:spcPts val="994"/>
              </a:spcBef>
              <a:spcAft>
                <a:spcPts val="0"/>
              </a:spcAft>
              <a:buClr>
                <a:srgbClr val="00007E"/>
              </a:buClr>
              <a:buSzPts val="2300"/>
              <a:buFont typeface="Noto Sans Symbols"/>
              <a:buChar char="❖"/>
            </a:pPr>
            <a:r>
              <a:rPr lang="en-US" sz="3200">
                <a:latin typeface="Times New Roman"/>
                <a:ea typeface="Times New Roman"/>
                <a:cs typeface="Times New Roman"/>
                <a:sym typeface="Times New Roman"/>
              </a:rPr>
              <a:t>Use this mapping:</a:t>
            </a:r>
            <a:endParaRPr sz="3200">
              <a:latin typeface="Times New Roman"/>
              <a:ea typeface="Times New Roman"/>
              <a:cs typeface="Times New Roman"/>
              <a:sym typeface="Times New Roman"/>
            </a:endParaRPr>
          </a:p>
          <a:p>
            <a:pPr indent="-190500" lvl="0" marL="698500" marR="5080" rtl="0" algn="l">
              <a:lnSpc>
                <a:spcPct val="100000"/>
              </a:lnSpc>
              <a:spcBef>
                <a:spcPts val="450"/>
              </a:spcBef>
              <a:spcAft>
                <a:spcPts val="0"/>
              </a:spcAft>
              <a:buNone/>
            </a:pPr>
            <a:r>
              <a:rPr lang="en-US" sz="2800">
                <a:latin typeface="Courier New"/>
                <a:ea typeface="Courier New"/>
                <a:cs typeface="Courier New"/>
                <a:sym typeface="Courier New"/>
              </a:rPr>
              <a:t>f: $r0, g: $r1, h: $r2, i: $r3,  j: r4, k: $r5</a:t>
            </a:r>
            <a:endParaRPr sz="2800">
              <a:latin typeface="Courier New"/>
              <a:ea typeface="Courier New"/>
              <a:cs typeface="Courier New"/>
              <a:sym typeface="Courier New"/>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3" name="Shape 913"/>
        <p:cNvGrpSpPr/>
        <p:nvPr/>
      </p:nvGrpSpPr>
      <p:grpSpPr>
        <a:xfrm>
          <a:off x="0" y="0"/>
          <a:ext cx="0" cy="0"/>
          <a:chOff x="0" y="0"/>
          <a:chExt cx="0" cy="0"/>
        </a:xfrm>
      </p:grpSpPr>
      <p:sp>
        <p:nvSpPr>
          <p:cNvPr id="914" name="Google Shape;914;g23d6451c848_0_317"/>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915" name="Google Shape;915;g23d6451c848_0_317"/>
          <p:cNvSpPr txBox="1"/>
          <p:nvPr>
            <p:ph type="title"/>
          </p:nvPr>
        </p:nvSpPr>
        <p:spPr>
          <a:xfrm>
            <a:off x="1339722" y="156159"/>
            <a:ext cx="66090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3200"/>
              <a:t>Example: The C Switch Statement</a:t>
            </a:r>
            <a:endParaRPr sz="3200"/>
          </a:p>
        </p:txBody>
      </p:sp>
      <p:sp>
        <p:nvSpPr>
          <p:cNvPr id="916" name="Google Shape;916;g23d6451c848_0_317"/>
          <p:cNvSpPr txBox="1"/>
          <p:nvPr/>
        </p:nvSpPr>
        <p:spPr>
          <a:xfrm>
            <a:off x="1298194" y="961414"/>
            <a:ext cx="1534800" cy="757800"/>
          </a:xfrm>
          <a:prstGeom prst="rect">
            <a:avLst/>
          </a:prstGeom>
          <a:noFill/>
          <a:ln>
            <a:noFill/>
          </a:ln>
        </p:spPr>
        <p:txBody>
          <a:bodyPr anchorCtr="0" anchor="t" bIns="0" lIns="0" spcFirstLastPara="1" rIns="0" wrap="square" tIns="12700">
            <a:spAutoFit/>
          </a:bodyPr>
          <a:lstStyle/>
          <a:p>
            <a:pPr indent="0" lvl="0" marL="12700" marR="5080" rtl="0" algn="l">
              <a:lnSpc>
                <a:spcPct val="120000"/>
              </a:lnSpc>
              <a:spcBef>
                <a:spcPts val="0"/>
              </a:spcBef>
              <a:spcAft>
                <a:spcPts val="0"/>
              </a:spcAft>
              <a:buNone/>
            </a:pPr>
            <a:r>
              <a:rPr lang="en-US" sz="2200">
                <a:latin typeface="Courier New"/>
                <a:ea typeface="Courier New"/>
                <a:cs typeface="Courier New"/>
                <a:sym typeface="Courier New"/>
              </a:rPr>
              <a:t>CMP r5,#0  BNE L1</a:t>
            </a:r>
            <a:endParaRPr sz="2200">
              <a:latin typeface="Courier New"/>
              <a:ea typeface="Courier New"/>
              <a:cs typeface="Courier New"/>
              <a:sym typeface="Courier New"/>
            </a:endParaRPr>
          </a:p>
        </p:txBody>
      </p:sp>
      <p:sp>
        <p:nvSpPr>
          <p:cNvPr id="917" name="Google Shape;917;g23d6451c848_0_317"/>
          <p:cNvSpPr txBox="1"/>
          <p:nvPr/>
        </p:nvSpPr>
        <p:spPr>
          <a:xfrm>
            <a:off x="4041775" y="961414"/>
            <a:ext cx="2377500" cy="825300"/>
          </a:xfrm>
          <a:prstGeom prst="rect">
            <a:avLst/>
          </a:prstGeom>
          <a:noFill/>
          <a:ln>
            <a:noFill/>
          </a:ln>
        </p:spPr>
        <p:txBody>
          <a:bodyPr anchorCtr="0" anchor="t" bIns="0" lIns="0" spcFirstLastPara="1" rIns="0" wrap="square" tIns="79375">
            <a:spAutoFit/>
          </a:bodyPr>
          <a:lstStyle/>
          <a:p>
            <a:pPr indent="0" lvl="0" marL="12700" marR="0" rtl="0" algn="l">
              <a:lnSpc>
                <a:spcPct val="100000"/>
              </a:lnSpc>
              <a:spcBef>
                <a:spcPts val="0"/>
              </a:spcBef>
              <a:spcAft>
                <a:spcPts val="0"/>
              </a:spcAft>
              <a:buNone/>
            </a:pPr>
            <a:r>
              <a:rPr lang="en-US" sz="2200">
                <a:latin typeface="Courier New"/>
                <a:ea typeface="Courier New"/>
                <a:cs typeface="Courier New"/>
                <a:sym typeface="Courier New"/>
              </a:rPr>
              <a:t>; compare k, 0</a:t>
            </a:r>
            <a:endParaRPr sz="2200">
              <a:latin typeface="Courier New"/>
              <a:ea typeface="Courier New"/>
              <a:cs typeface="Courier New"/>
              <a:sym typeface="Courier New"/>
            </a:endParaRPr>
          </a:p>
          <a:p>
            <a:pPr indent="0" lvl="0" marL="12700" marR="0" rtl="0" algn="l">
              <a:lnSpc>
                <a:spcPct val="100000"/>
              </a:lnSpc>
              <a:spcBef>
                <a:spcPts val="530"/>
              </a:spcBef>
              <a:spcAft>
                <a:spcPts val="0"/>
              </a:spcAft>
              <a:buNone/>
            </a:pPr>
            <a:r>
              <a:rPr i="1" lang="en-US" sz="2200">
                <a:latin typeface="Courier New"/>
                <a:ea typeface="Courier New"/>
                <a:cs typeface="Courier New"/>
                <a:sym typeface="Courier New"/>
              </a:rPr>
              <a:t>; branch k!=0</a:t>
            </a:r>
            <a:endParaRPr sz="2200">
              <a:latin typeface="Courier New"/>
              <a:ea typeface="Courier New"/>
              <a:cs typeface="Courier New"/>
              <a:sym typeface="Courier New"/>
            </a:endParaRPr>
          </a:p>
        </p:txBody>
      </p:sp>
      <p:graphicFrame>
        <p:nvGraphicFramePr>
          <p:cNvPr id="918" name="Google Shape;918;g23d6451c848_0_317"/>
          <p:cNvGraphicFramePr/>
          <p:nvPr/>
        </p:nvGraphicFramePr>
        <p:xfrm>
          <a:off x="567181" y="1826105"/>
          <a:ext cx="3000000" cy="3000000"/>
        </p:xfrm>
        <a:graphic>
          <a:graphicData uri="http://schemas.openxmlformats.org/drawingml/2006/table">
            <a:tbl>
              <a:tblPr bandRow="1" firstRow="1">
                <a:noFill/>
                <a:tableStyleId>{0B9DC0A3-F2E0-4B43-9110-FBCA3A68A366}</a:tableStyleId>
              </a:tblPr>
              <a:tblGrid>
                <a:gridCol w="711825"/>
                <a:gridCol w="618500"/>
                <a:gridCol w="1790700"/>
                <a:gridCol w="616575"/>
                <a:gridCol w="754375"/>
                <a:gridCol w="505450"/>
                <a:gridCol w="671825"/>
                <a:gridCol w="588000"/>
                <a:gridCol w="786125"/>
              </a:tblGrid>
              <a:tr h="651600">
                <a:tc gridSpan="2">
                  <a:txBody>
                    <a:bodyPr/>
                    <a:lstStyle/>
                    <a:p>
                      <a:pPr indent="0" lvl="0" marL="743585" marR="0" rtl="0" algn="l">
                        <a:lnSpc>
                          <a:spcPct val="103181"/>
                        </a:lnSpc>
                        <a:spcBef>
                          <a:spcPts val="0"/>
                        </a:spcBef>
                        <a:spcAft>
                          <a:spcPts val="0"/>
                        </a:spcAft>
                        <a:buNone/>
                      </a:pPr>
                      <a:r>
                        <a:rPr lang="en-US" sz="2100" u="none" cap="none" strike="noStrike">
                          <a:latin typeface="Courier New"/>
                          <a:ea typeface="Courier New"/>
                          <a:cs typeface="Courier New"/>
                          <a:sym typeface="Courier New"/>
                        </a:rPr>
                        <a:t>ADD</a:t>
                      </a:r>
                      <a:endParaRPr sz="2100" u="none" cap="none" strike="noStrike">
                        <a:latin typeface="Courier New"/>
                        <a:ea typeface="Courier New"/>
                        <a:cs typeface="Courier New"/>
                        <a:sym typeface="Courier New"/>
                      </a:endParaRPr>
                    </a:p>
                    <a:p>
                      <a:pPr indent="0" lvl="0" marL="743585" marR="0" rtl="0" algn="l">
                        <a:lnSpc>
                          <a:spcPct val="100000"/>
                        </a:lnSpc>
                        <a:spcBef>
                          <a:spcPts val="0"/>
                        </a:spcBef>
                        <a:spcAft>
                          <a:spcPts val="0"/>
                        </a:spcAft>
                        <a:buNone/>
                      </a:pPr>
                      <a:r>
                        <a:rPr lang="en-US" sz="2100" u="none" cap="none" strike="noStrike">
                          <a:latin typeface="Courier New"/>
                          <a:ea typeface="Courier New"/>
                          <a:cs typeface="Courier New"/>
                          <a:sym typeface="Courier New"/>
                        </a:rPr>
                        <a:t>B</a:t>
                      </a:r>
                      <a:endParaRPr sz="2100" u="none" cap="none" strike="noStrike">
                        <a:latin typeface="Courier New"/>
                        <a:ea typeface="Courier New"/>
                        <a:cs typeface="Courier New"/>
                        <a:sym typeface="Courier New"/>
                      </a:endParaRPr>
                    </a:p>
                  </a:txBody>
                  <a:tcPr marT="0" marB="0" marR="0" marL="0"/>
                </a:tc>
                <a:tc hMerge="1"/>
                <a:tc>
                  <a:txBody>
                    <a:bodyPr/>
                    <a:lstStyle/>
                    <a:p>
                      <a:pPr indent="0" lvl="0" marL="84455" marR="0" rtl="0" algn="l">
                        <a:lnSpc>
                          <a:spcPct val="103181"/>
                        </a:lnSpc>
                        <a:spcBef>
                          <a:spcPts val="0"/>
                        </a:spcBef>
                        <a:spcAft>
                          <a:spcPts val="0"/>
                        </a:spcAft>
                        <a:buNone/>
                      </a:pPr>
                      <a:r>
                        <a:rPr lang="en-US" sz="2100" u="none" cap="none" strike="noStrike">
                          <a:latin typeface="Courier New"/>
                          <a:ea typeface="Courier New"/>
                          <a:cs typeface="Courier New"/>
                          <a:sym typeface="Courier New"/>
                        </a:rPr>
                        <a:t>r0,r3,r4</a:t>
                      </a:r>
                      <a:endParaRPr sz="2100" u="none" cap="none" strike="noStrike">
                        <a:latin typeface="Courier New"/>
                        <a:ea typeface="Courier New"/>
                        <a:cs typeface="Courier New"/>
                        <a:sym typeface="Courier New"/>
                      </a:endParaRPr>
                    </a:p>
                    <a:p>
                      <a:pPr indent="0" lvl="0" marL="84455" marR="0" rtl="0" algn="l">
                        <a:lnSpc>
                          <a:spcPct val="100000"/>
                        </a:lnSpc>
                        <a:spcBef>
                          <a:spcPts val="0"/>
                        </a:spcBef>
                        <a:spcAft>
                          <a:spcPts val="0"/>
                        </a:spcAft>
                        <a:buNone/>
                      </a:pPr>
                      <a:r>
                        <a:rPr lang="en-US" sz="2100" u="none" cap="none" strike="noStrike">
                          <a:latin typeface="Courier New"/>
                          <a:ea typeface="Courier New"/>
                          <a:cs typeface="Courier New"/>
                          <a:sym typeface="Courier New"/>
                        </a:rPr>
                        <a:t>Exit</a:t>
                      </a:r>
                      <a:endParaRPr sz="2100" u="none" cap="none" strike="noStrike">
                        <a:latin typeface="Courier New"/>
                        <a:ea typeface="Courier New"/>
                        <a:cs typeface="Courier New"/>
                        <a:sym typeface="Courier New"/>
                      </a:endParaRPr>
                    </a:p>
                  </a:txBody>
                  <a:tcPr marT="0" marB="0" marR="0" marL="0"/>
                </a:tc>
                <a:tc>
                  <a:txBody>
                    <a:bodyPr/>
                    <a:lstStyle/>
                    <a:p>
                      <a:pPr indent="0" lvl="0" marL="365125" marR="0" rtl="0" algn="l">
                        <a:lnSpc>
                          <a:spcPct val="103181"/>
                        </a:lnSpc>
                        <a:spcBef>
                          <a:spcPts val="0"/>
                        </a:spcBef>
                        <a:spcAft>
                          <a:spcPts val="0"/>
                        </a:spcAft>
                        <a:buNone/>
                      </a:pPr>
                      <a:r>
                        <a:rPr i="1"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p>
                      <a:pPr indent="0" lvl="0" marL="365125" marR="0" rtl="0" algn="l">
                        <a:lnSpc>
                          <a:spcPct val="100000"/>
                        </a:lnSpc>
                        <a:spcBef>
                          <a:spcPts val="0"/>
                        </a:spcBef>
                        <a:spcAft>
                          <a:spcPts val="0"/>
                        </a:spcAft>
                        <a:buNone/>
                      </a:pPr>
                      <a:r>
                        <a:rPr i="1"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txBody>
                  <a:tcPr marT="0" marB="0" marR="0" marL="0"/>
                </a:tc>
                <a:tc>
                  <a:txBody>
                    <a:bodyPr/>
                    <a:lstStyle/>
                    <a:p>
                      <a:pPr indent="0" lvl="0" marL="83185" marR="0" rtl="0" algn="l">
                        <a:lnSpc>
                          <a:spcPct val="103181"/>
                        </a:lnSpc>
                        <a:spcBef>
                          <a:spcPts val="0"/>
                        </a:spcBef>
                        <a:spcAft>
                          <a:spcPts val="0"/>
                        </a:spcAft>
                        <a:buNone/>
                      </a:pPr>
                      <a:r>
                        <a:rPr i="1" lang="en-US" sz="2100" u="none" cap="none" strike="noStrike">
                          <a:latin typeface="Courier New"/>
                          <a:ea typeface="Courier New"/>
                          <a:cs typeface="Courier New"/>
                          <a:sym typeface="Courier New"/>
                        </a:rPr>
                        <a:t>k==0</a:t>
                      </a:r>
                      <a:endParaRPr sz="2100" u="none" cap="none" strike="noStrike">
                        <a:latin typeface="Courier New"/>
                        <a:ea typeface="Courier New"/>
                        <a:cs typeface="Courier New"/>
                        <a:sym typeface="Courier New"/>
                      </a:endParaRPr>
                    </a:p>
                    <a:p>
                      <a:pPr indent="0" lvl="0" marL="83185" marR="0" rtl="0" algn="l">
                        <a:lnSpc>
                          <a:spcPct val="100000"/>
                        </a:lnSpc>
                        <a:spcBef>
                          <a:spcPts val="0"/>
                        </a:spcBef>
                        <a:spcAft>
                          <a:spcPts val="0"/>
                        </a:spcAft>
                        <a:buNone/>
                      </a:pPr>
                      <a:r>
                        <a:rPr i="1" lang="en-US" sz="2100" u="none" cap="none" strike="noStrike">
                          <a:latin typeface="Courier New"/>
                          <a:ea typeface="Courier New"/>
                          <a:cs typeface="Courier New"/>
                          <a:sym typeface="Courier New"/>
                        </a:rPr>
                        <a:t>end</a:t>
                      </a:r>
                      <a:endParaRPr sz="2100" u="none" cap="none" strike="noStrike">
                        <a:latin typeface="Courier New"/>
                        <a:ea typeface="Courier New"/>
                        <a:cs typeface="Courier New"/>
                        <a:sym typeface="Courier New"/>
                      </a:endParaRPr>
                    </a:p>
                  </a:txBody>
                  <a:tcPr marT="0" marB="0" marR="0" marL="0"/>
                </a:tc>
                <a:tc>
                  <a:txBody>
                    <a:bodyPr/>
                    <a:lstStyle/>
                    <a:p>
                      <a:pPr indent="0" lvl="0" marL="169545" marR="0" rtl="0" algn="l">
                        <a:lnSpc>
                          <a:spcPct val="103181"/>
                        </a:lnSpc>
                        <a:spcBef>
                          <a:spcPts val="0"/>
                        </a:spcBef>
                        <a:spcAft>
                          <a:spcPts val="0"/>
                        </a:spcAft>
                        <a:buNone/>
                      </a:pPr>
                      <a:r>
                        <a:rPr i="1" lang="en-US" sz="2100" u="none" cap="none" strike="noStrike">
                          <a:latin typeface="Courier New"/>
                          <a:ea typeface="Courier New"/>
                          <a:cs typeface="Courier New"/>
                          <a:sym typeface="Courier New"/>
                        </a:rPr>
                        <a:t>so</a:t>
                      </a:r>
                      <a:endParaRPr sz="2100" u="none" cap="none" strike="noStrike">
                        <a:latin typeface="Courier New"/>
                        <a:ea typeface="Courier New"/>
                        <a:cs typeface="Courier New"/>
                        <a:sym typeface="Courier New"/>
                      </a:endParaRPr>
                    </a:p>
                    <a:p>
                      <a:pPr indent="0" lvl="0" marL="635" marR="0" rtl="0" algn="l">
                        <a:lnSpc>
                          <a:spcPct val="100000"/>
                        </a:lnSpc>
                        <a:spcBef>
                          <a:spcPts val="0"/>
                        </a:spcBef>
                        <a:spcAft>
                          <a:spcPts val="0"/>
                        </a:spcAft>
                        <a:buNone/>
                      </a:pPr>
                      <a:r>
                        <a:rPr i="1" lang="en-US" sz="2100" u="none" cap="none" strike="noStrike">
                          <a:latin typeface="Courier New"/>
                          <a:ea typeface="Courier New"/>
                          <a:cs typeface="Courier New"/>
                          <a:sym typeface="Courier New"/>
                        </a:rPr>
                        <a:t>of</a:t>
                      </a:r>
                      <a:endParaRPr sz="2100" u="none" cap="none" strike="noStrike">
                        <a:latin typeface="Courier New"/>
                        <a:ea typeface="Courier New"/>
                        <a:cs typeface="Courier New"/>
                        <a:sym typeface="Courier New"/>
                      </a:endParaRPr>
                    </a:p>
                  </a:txBody>
                  <a:tcPr marT="0" marB="0" marR="0" marL="0"/>
                </a:tc>
                <a:tc gridSpan="2">
                  <a:txBody>
                    <a:bodyPr/>
                    <a:lstStyle/>
                    <a:p>
                      <a:pPr indent="0" lvl="0" marL="0" marR="79375" rtl="0" algn="ctr">
                        <a:lnSpc>
                          <a:spcPct val="103181"/>
                        </a:lnSpc>
                        <a:spcBef>
                          <a:spcPts val="0"/>
                        </a:spcBef>
                        <a:spcAft>
                          <a:spcPts val="0"/>
                        </a:spcAft>
                        <a:buNone/>
                      </a:pPr>
                      <a:r>
                        <a:rPr i="1" lang="en-US" sz="2100" u="none" cap="none" strike="noStrike">
                          <a:latin typeface="Courier New"/>
                          <a:ea typeface="Courier New"/>
                          <a:cs typeface="Courier New"/>
                          <a:sym typeface="Courier New"/>
                        </a:rPr>
                        <a:t>f=i+j</a:t>
                      </a:r>
                      <a:endParaRPr sz="2100" u="none" cap="none" strike="noStrike">
                        <a:latin typeface="Courier New"/>
                        <a:ea typeface="Courier New"/>
                        <a:cs typeface="Courier New"/>
                        <a:sym typeface="Courier New"/>
                      </a:endParaRPr>
                    </a:p>
                    <a:p>
                      <a:pPr indent="0" lvl="0" marL="0" marR="76200" rtl="0" algn="ctr">
                        <a:lnSpc>
                          <a:spcPct val="100000"/>
                        </a:lnSpc>
                        <a:spcBef>
                          <a:spcPts val="0"/>
                        </a:spcBef>
                        <a:spcAft>
                          <a:spcPts val="0"/>
                        </a:spcAft>
                        <a:buNone/>
                      </a:pPr>
                      <a:r>
                        <a:rPr i="1" lang="en-US" sz="2100" u="none" cap="none" strike="noStrike">
                          <a:latin typeface="Courier New"/>
                          <a:ea typeface="Courier New"/>
                          <a:cs typeface="Courier New"/>
                          <a:sym typeface="Courier New"/>
                        </a:rPr>
                        <a:t>case so</a:t>
                      </a:r>
                      <a:endParaRPr sz="2100" u="none" cap="none" strike="noStrike">
                        <a:latin typeface="Courier New"/>
                        <a:ea typeface="Courier New"/>
                        <a:cs typeface="Courier New"/>
                        <a:sym typeface="Courier New"/>
                      </a:endParaRPr>
                    </a:p>
                  </a:txBody>
                  <a:tcPr marT="0" marB="0" marR="0" marL="0"/>
                </a:tc>
                <a:tc hMerge="1"/>
                <a:tc>
                  <a:txBody>
                    <a:bodyPr/>
                    <a:lstStyle/>
                    <a:p>
                      <a:pPr indent="0" lvl="0" marL="0" marR="0" rtl="0" algn="l">
                        <a:lnSpc>
                          <a:spcPct val="100000"/>
                        </a:lnSpc>
                        <a:spcBef>
                          <a:spcPts val="0"/>
                        </a:spcBef>
                        <a:spcAft>
                          <a:spcPts val="0"/>
                        </a:spcAft>
                        <a:buNone/>
                      </a:pPr>
                      <a:r>
                        <a:t/>
                      </a:r>
                      <a:endParaRPr sz="1950" u="none" cap="none" strike="noStrike">
                        <a:latin typeface="Times New Roman"/>
                        <a:ea typeface="Times New Roman"/>
                        <a:cs typeface="Times New Roman"/>
                        <a:sym typeface="Times New Roman"/>
                      </a:endParaRPr>
                    </a:p>
                    <a:p>
                      <a:pPr indent="0" lvl="0" marL="0" marR="24130" rtl="0" algn="r">
                        <a:lnSpc>
                          <a:spcPct val="100000"/>
                        </a:lnSpc>
                        <a:spcBef>
                          <a:spcPts val="0"/>
                        </a:spcBef>
                        <a:spcAft>
                          <a:spcPts val="0"/>
                        </a:spcAft>
                        <a:buNone/>
                      </a:pPr>
                      <a:r>
                        <a:rPr i="1" lang="en-US" sz="2200" u="none" cap="none" strike="noStrike">
                          <a:latin typeface="Courier New"/>
                          <a:ea typeface="Courier New"/>
                          <a:cs typeface="Courier New"/>
                          <a:sym typeface="Courier New"/>
                        </a:rPr>
                        <a:t>Exit</a:t>
                      </a:r>
                      <a:endParaRPr sz="2200" u="none" cap="none" strike="noStrike">
                        <a:latin typeface="Courier New"/>
                        <a:ea typeface="Courier New"/>
                        <a:cs typeface="Courier New"/>
                        <a:sym typeface="Courier New"/>
                      </a:endParaRPr>
                    </a:p>
                  </a:txBody>
                  <a:tcPr marT="3175" marB="0" marR="0" marL="0"/>
                </a:tc>
              </a:tr>
              <a:tr h="344950">
                <a:tc>
                  <a:txBody>
                    <a:bodyPr/>
                    <a:lstStyle/>
                    <a:p>
                      <a:pPr indent="0" lvl="0" marL="31750" marR="0" rtl="0" algn="l">
                        <a:lnSpc>
                          <a:spcPct val="110000"/>
                        </a:lnSpc>
                        <a:spcBef>
                          <a:spcPts val="0"/>
                        </a:spcBef>
                        <a:spcAft>
                          <a:spcPts val="0"/>
                        </a:spcAft>
                        <a:buNone/>
                      </a:pPr>
                      <a:r>
                        <a:rPr lang="en-US" sz="2100" u="none" cap="none" strike="noStrike">
                          <a:latin typeface="Courier New"/>
                          <a:ea typeface="Courier New"/>
                          <a:cs typeface="Courier New"/>
                          <a:sym typeface="Courier New"/>
                        </a:rPr>
                        <a:t>L1</a:t>
                      </a:r>
                      <a:endParaRPr sz="2100" u="none" cap="none" strike="noStrike">
                        <a:latin typeface="Courier New"/>
                        <a:ea typeface="Courier New"/>
                        <a:cs typeface="Courier New"/>
                        <a:sym typeface="Courier New"/>
                      </a:endParaRPr>
                    </a:p>
                  </a:txBody>
                  <a:tcPr marT="0" marB="0" marR="0" marL="0"/>
                </a:tc>
                <a:tc>
                  <a:txBody>
                    <a:bodyPr/>
                    <a:lstStyle/>
                    <a:p>
                      <a:pPr indent="0" lvl="0" marL="31750" marR="0" rtl="0" algn="l">
                        <a:lnSpc>
                          <a:spcPct val="110000"/>
                        </a:lnSpc>
                        <a:spcBef>
                          <a:spcPts val="0"/>
                        </a:spcBef>
                        <a:spcAft>
                          <a:spcPts val="0"/>
                        </a:spcAft>
                        <a:buNone/>
                      </a:pPr>
                      <a:r>
                        <a:rPr lang="en-US" sz="2100" u="none" cap="none" strike="noStrike">
                          <a:latin typeface="Courier New"/>
                          <a:ea typeface="Courier New"/>
                          <a:cs typeface="Courier New"/>
                          <a:sym typeface="Courier New"/>
                        </a:rPr>
                        <a:t>CMP</a:t>
                      </a:r>
                      <a:endParaRPr sz="2100" u="none" cap="none" strike="noStrike">
                        <a:latin typeface="Courier New"/>
                        <a:ea typeface="Courier New"/>
                        <a:cs typeface="Courier New"/>
                        <a:sym typeface="Courier New"/>
                      </a:endParaRPr>
                    </a:p>
                  </a:txBody>
                  <a:tcPr marT="0" marB="0" marR="0" marL="0"/>
                </a:tc>
                <a:tc>
                  <a:txBody>
                    <a:bodyPr/>
                    <a:lstStyle/>
                    <a:p>
                      <a:pPr indent="0" lvl="0" marL="84455" marR="0" rtl="0" algn="l">
                        <a:lnSpc>
                          <a:spcPct val="110000"/>
                        </a:lnSpc>
                        <a:spcBef>
                          <a:spcPts val="0"/>
                        </a:spcBef>
                        <a:spcAft>
                          <a:spcPts val="0"/>
                        </a:spcAft>
                        <a:buNone/>
                      </a:pPr>
                      <a:r>
                        <a:rPr lang="en-US" sz="2100" u="none" cap="none" strike="noStrike">
                          <a:latin typeface="Courier New"/>
                          <a:ea typeface="Courier New"/>
                          <a:cs typeface="Courier New"/>
                          <a:sym typeface="Courier New"/>
                        </a:rPr>
                        <a:t>r5,#1</a:t>
                      </a:r>
                      <a:endParaRPr sz="2100" u="none" cap="none" strike="noStrike">
                        <a:latin typeface="Courier New"/>
                        <a:ea typeface="Courier New"/>
                        <a:cs typeface="Courier New"/>
                        <a:sym typeface="Courier New"/>
                      </a:endParaRPr>
                    </a:p>
                  </a:txBody>
                  <a:tcPr marT="0" marB="0" marR="0" marL="0"/>
                </a:tc>
                <a:tc>
                  <a:txBody>
                    <a:bodyPr/>
                    <a:lstStyle/>
                    <a:p>
                      <a:pPr indent="0" lvl="0" marL="0" marR="75565" rtl="0" algn="r">
                        <a:lnSpc>
                          <a:spcPct val="110000"/>
                        </a:lnSpc>
                        <a:spcBef>
                          <a:spcPts val="0"/>
                        </a:spcBef>
                        <a:spcAft>
                          <a:spcPts val="0"/>
                        </a:spcAft>
                        <a:buNone/>
                      </a:pPr>
                      <a:r>
                        <a:rPr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txBody>
                  <a:tcPr marT="0" marB="0" marR="0" marL="0"/>
                </a:tc>
                <a:tc gridSpan="2">
                  <a:txBody>
                    <a:bodyPr/>
                    <a:lstStyle/>
                    <a:p>
                      <a:pPr indent="0" lvl="0" marL="83820" marR="0" rtl="0" algn="l">
                        <a:lnSpc>
                          <a:spcPct val="110000"/>
                        </a:lnSpc>
                        <a:spcBef>
                          <a:spcPts val="0"/>
                        </a:spcBef>
                        <a:spcAft>
                          <a:spcPts val="0"/>
                        </a:spcAft>
                        <a:buNone/>
                      </a:pPr>
                      <a:r>
                        <a:rPr i="1" lang="en-US" sz="2100" u="none" cap="none" strike="noStrike">
                          <a:latin typeface="Courier New"/>
                          <a:ea typeface="Courier New"/>
                          <a:cs typeface="Courier New"/>
                          <a:sym typeface="Courier New"/>
                        </a:rPr>
                        <a:t>compare</a:t>
                      </a:r>
                      <a:endParaRPr sz="2100" u="none" cap="none" strike="noStrike">
                        <a:latin typeface="Courier New"/>
                        <a:ea typeface="Courier New"/>
                        <a:cs typeface="Courier New"/>
                        <a:sym typeface="Courier New"/>
                      </a:endParaRPr>
                    </a:p>
                  </a:txBody>
                  <a:tcPr marT="0" marB="0" marR="0" marL="0"/>
                </a:tc>
                <a:tc hMerge="1"/>
                <a:tc>
                  <a:txBody>
                    <a:bodyPr/>
                    <a:lstStyle/>
                    <a:p>
                      <a:pPr indent="0" lvl="0" marL="168910" marR="0" rtl="0" algn="l">
                        <a:lnSpc>
                          <a:spcPct val="110000"/>
                        </a:lnSpc>
                        <a:spcBef>
                          <a:spcPts val="0"/>
                        </a:spcBef>
                        <a:spcAft>
                          <a:spcPts val="0"/>
                        </a:spcAft>
                        <a:buNone/>
                      </a:pPr>
                      <a:r>
                        <a:rPr i="1" lang="en-US" sz="2100" u="none" cap="none" strike="noStrike">
                          <a:latin typeface="Courier New"/>
                          <a:ea typeface="Courier New"/>
                          <a:cs typeface="Courier New"/>
                          <a:sym typeface="Courier New"/>
                        </a:rPr>
                        <a:t>k,</a:t>
                      </a:r>
                      <a:endParaRPr sz="2100" u="none" cap="none" strike="noStrike">
                        <a:latin typeface="Courier New"/>
                        <a:ea typeface="Courier New"/>
                        <a:cs typeface="Courier New"/>
                        <a:sym typeface="Courier New"/>
                      </a:endParaRPr>
                    </a:p>
                  </a:txBody>
                  <a:tcPr marT="0" marB="0" marR="0" marL="0"/>
                </a:tc>
                <a:tc gridSpan="2">
                  <a:txBody>
                    <a:bodyPr/>
                    <a:lstStyle/>
                    <a:p>
                      <a:pPr indent="0" lvl="0" marL="1905" marR="0" rtl="0" algn="l">
                        <a:lnSpc>
                          <a:spcPct val="110000"/>
                        </a:lnSpc>
                        <a:spcBef>
                          <a:spcPts val="0"/>
                        </a:spcBef>
                        <a:spcAft>
                          <a:spcPts val="0"/>
                        </a:spcAft>
                        <a:buNone/>
                      </a:pPr>
                      <a:r>
                        <a:rPr i="1" lang="en-US" sz="2100" u="none" cap="none" strike="noStrike">
                          <a:latin typeface="Courier New"/>
                          <a:ea typeface="Courier New"/>
                          <a:cs typeface="Courier New"/>
                          <a:sym typeface="Courier New"/>
                        </a:rPr>
                        <a:t>-1</a:t>
                      </a:r>
                      <a:endParaRPr sz="2100" u="none" cap="none" strike="noStrike">
                        <a:latin typeface="Courier New"/>
                        <a:ea typeface="Courier New"/>
                        <a:cs typeface="Courier New"/>
                        <a:sym typeface="Courier New"/>
                      </a:endParaRPr>
                    </a:p>
                  </a:txBody>
                  <a:tcPr marT="0" marB="0" marR="0" marL="0"/>
                </a:tc>
                <a:tc hMerge="1"/>
              </a:tr>
              <a:tr h="325600">
                <a:tc>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tc>
                <a:tc>
                  <a:txBody>
                    <a:bodyPr/>
                    <a:lstStyle/>
                    <a:p>
                      <a:pPr indent="0" lvl="0" marL="31750"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BNE</a:t>
                      </a:r>
                      <a:endParaRPr sz="2100" u="none" cap="none" strike="noStrike">
                        <a:latin typeface="Courier New"/>
                        <a:ea typeface="Courier New"/>
                        <a:cs typeface="Courier New"/>
                        <a:sym typeface="Courier New"/>
                      </a:endParaRPr>
                    </a:p>
                  </a:txBody>
                  <a:tcPr marT="0" marB="0" marR="0" marL="0"/>
                </a:tc>
                <a:tc>
                  <a:txBody>
                    <a:bodyPr/>
                    <a:lstStyle/>
                    <a:p>
                      <a:pPr indent="0" lvl="0" marL="84455"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L2</a:t>
                      </a:r>
                      <a:endParaRPr sz="21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tc>
                <a:tc gridSpan="2">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tc>
                <a:tc hMerge="1"/>
                <a:tc>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tc>
                <a:tc gridSpan="2">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tc>
                <a:tc hMerge="1"/>
              </a:tr>
              <a:tr h="412300">
                <a:tc gridSpan="2">
                  <a:txBody>
                    <a:bodyPr/>
                    <a:lstStyle/>
                    <a:p>
                      <a:pPr indent="0" lvl="0" marL="743585" marR="0" rtl="0" algn="l">
                        <a:lnSpc>
                          <a:spcPct val="100000"/>
                        </a:lnSpc>
                        <a:spcBef>
                          <a:spcPts val="0"/>
                        </a:spcBef>
                        <a:spcAft>
                          <a:spcPts val="0"/>
                        </a:spcAft>
                        <a:buNone/>
                      </a:pPr>
                      <a:r>
                        <a:rPr lang="en-US" sz="2100" u="none" cap="none" strike="noStrike">
                          <a:latin typeface="Courier New"/>
                          <a:ea typeface="Courier New"/>
                          <a:cs typeface="Courier New"/>
                          <a:sym typeface="Courier New"/>
                        </a:rPr>
                        <a:t>ADD</a:t>
                      </a:r>
                      <a:endParaRPr sz="2100" u="none" cap="none" strike="noStrike">
                        <a:latin typeface="Courier New"/>
                        <a:ea typeface="Courier New"/>
                        <a:cs typeface="Courier New"/>
                        <a:sym typeface="Courier New"/>
                      </a:endParaRPr>
                    </a:p>
                  </a:txBody>
                  <a:tcPr marT="39375" marB="0" marR="0" marL="0"/>
                </a:tc>
                <a:tc hMerge="1"/>
                <a:tc>
                  <a:txBody>
                    <a:bodyPr/>
                    <a:lstStyle/>
                    <a:p>
                      <a:pPr indent="0" lvl="0" marL="84455" marR="0" rtl="0" algn="l">
                        <a:lnSpc>
                          <a:spcPct val="100000"/>
                        </a:lnSpc>
                        <a:spcBef>
                          <a:spcPts val="0"/>
                        </a:spcBef>
                        <a:spcAft>
                          <a:spcPts val="0"/>
                        </a:spcAft>
                        <a:buNone/>
                      </a:pPr>
                      <a:r>
                        <a:rPr lang="en-US" sz="2100" u="none" cap="none" strike="noStrike">
                          <a:latin typeface="Courier New"/>
                          <a:ea typeface="Courier New"/>
                          <a:cs typeface="Courier New"/>
                          <a:sym typeface="Courier New"/>
                        </a:rPr>
                        <a:t>r0,r1,r2</a:t>
                      </a:r>
                      <a:endParaRPr sz="2100" u="none" cap="none" strike="noStrike">
                        <a:latin typeface="Courier New"/>
                        <a:ea typeface="Courier New"/>
                        <a:cs typeface="Courier New"/>
                        <a:sym typeface="Courier New"/>
                      </a:endParaRPr>
                    </a:p>
                  </a:txBody>
                  <a:tcPr marT="39375" marB="0" marR="0" marL="0"/>
                </a:tc>
                <a:tc>
                  <a:txBody>
                    <a:bodyPr/>
                    <a:lstStyle/>
                    <a:p>
                      <a:pPr indent="0" lvl="0" marL="0" marR="75565" rtl="0" algn="r">
                        <a:lnSpc>
                          <a:spcPct val="100000"/>
                        </a:lnSpc>
                        <a:spcBef>
                          <a:spcPts val="0"/>
                        </a:spcBef>
                        <a:spcAft>
                          <a:spcPts val="0"/>
                        </a:spcAft>
                        <a:buNone/>
                      </a:pPr>
                      <a:r>
                        <a:rPr i="1"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txBody>
                  <a:tcPr marT="39375" marB="0" marR="0" marL="0"/>
                </a:tc>
                <a:tc>
                  <a:txBody>
                    <a:bodyPr/>
                    <a:lstStyle/>
                    <a:p>
                      <a:pPr indent="0" lvl="0" marL="83820" marR="0" rtl="0" algn="l">
                        <a:lnSpc>
                          <a:spcPct val="100000"/>
                        </a:lnSpc>
                        <a:spcBef>
                          <a:spcPts val="0"/>
                        </a:spcBef>
                        <a:spcAft>
                          <a:spcPts val="0"/>
                        </a:spcAft>
                        <a:buNone/>
                      </a:pPr>
                      <a:r>
                        <a:rPr i="1" lang="en-US" sz="2100" u="none" cap="none" strike="noStrike">
                          <a:latin typeface="Courier New"/>
                          <a:ea typeface="Courier New"/>
                          <a:cs typeface="Courier New"/>
                          <a:sym typeface="Courier New"/>
                        </a:rPr>
                        <a:t>k==1</a:t>
                      </a:r>
                      <a:endParaRPr sz="2100" u="none" cap="none" strike="noStrike">
                        <a:latin typeface="Courier New"/>
                        <a:ea typeface="Courier New"/>
                        <a:cs typeface="Courier New"/>
                        <a:sym typeface="Courier New"/>
                      </a:endParaRPr>
                    </a:p>
                  </a:txBody>
                  <a:tcPr marT="39375" marB="0" marR="0" marL="0"/>
                </a:tc>
                <a:tc>
                  <a:txBody>
                    <a:bodyPr/>
                    <a:lstStyle/>
                    <a:p>
                      <a:pPr indent="0" lvl="0" marL="170180" marR="0" rtl="0" algn="l">
                        <a:lnSpc>
                          <a:spcPct val="100000"/>
                        </a:lnSpc>
                        <a:spcBef>
                          <a:spcPts val="0"/>
                        </a:spcBef>
                        <a:spcAft>
                          <a:spcPts val="0"/>
                        </a:spcAft>
                        <a:buNone/>
                      </a:pPr>
                      <a:r>
                        <a:rPr i="1" lang="en-US" sz="2100" u="none" cap="none" strike="noStrike">
                          <a:latin typeface="Courier New"/>
                          <a:ea typeface="Courier New"/>
                          <a:cs typeface="Courier New"/>
                          <a:sym typeface="Courier New"/>
                        </a:rPr>
                        <a:t>so</a:t>
                      </a:r>
                      <a:endParaRPr sz="2100" u="none" cap="none" strike="noStrike">
                        <a:latin typeface="Courier New"/>
                        <a:ea typeface="Courier New"/>
                        <a:cs typeface="Courier New"/>
                        <a:sym typeface="Courier New"/>
                      </a:endParaRPr>
                    </a:p>
                  </a:txBody>
                  <a:tcPr marT="39375" marB="0" marR="0" marL="0"/>
                </a:tc>
                <a:tc gridSpan="2">
                  <a:txBody>
                    <a:bodyPr/>
                    <a:lstStyle/>
                    <a:p>
                      <a:pPr indent="0" lvl="0" marL="168275" marR="0" rtl="0" algn="l">
                        <a:lnSpc>
                          <a:spcPct val="100000"/>
                        </a:lnSpc>
                        <a:spcBef>
                          <a:spcPts val="0"/>
                        </a:spcBef>
                        <a:spcAft>
                          <a:spcPts val="0"/>
                        </a:spcAft>
                        <a:buNone/>
                      </a:pPr>
                      <a:r>
                        <a:rPr i="1" lang="en-US" sz="2100" u="none" cap="none" strike="noStrike">
                          <a:latin typeface="Courier New"/>
                          <a:ea typeface="Courier New"/>
                          <a:cs typeface="Courier New"/>
                          <a:sym typeface="Courier New"/>
                        </a:rPr>
                        <a:t>f=g+h</a:t>
                      </a:r>
                      <a:endParaRPr sz="2100" u="none" cap="none" strike="noStrike">
                        <a:latin typeface="Courier New"/>
                        <a:ea typeface="Courier New"/>
                        <a:cs typeface="Courier New"/>
                        <a:sym typeface="Courier New"/>
                      </a:endParaRPr>
                    </a:p>
                  </a:txBody>
                  <a:tcPr marT="39375" marB="0" marR="0" marL="0"/>
                </a:tc>
                <a:tc hMerge="1"/>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tc>
              </a:tr>
              <a:tr h="325550">
                <a:tc gridSpan="2">
                  <a:txBody>
                    <a:bodyPr/>
                    <a:lstStyle/>
                    <a:p>
                      <a:pPr indent="0" lvl="0" marL="743585"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B</a:t>
                      </a:r>
                      <a:endParaRPr sz="2100" u="none" cap="none" strike="noStrike">
                        <a:latin typeface="Courier New"/>
                        <a:ea typeface="Courier New"/>
                        <a:cs typeface="Courier New"/>
                        <a:sym typeface="Courier New"/>
                      </a:endParaRPr>
                    </a:p>
                  </a:txBody>
                  <a:tcPr marT="0" marB="0" marR="0" marL="0"/>
                </a:tc>
                <a:tc hMerge="1"/>
                <a:tc>
                  <a:txBody>
                    <a:bodyPr/>
                    <a:lstStyle/>
                    <a:p>
                      <a:pPr indent="0" lvl="0" marL="84455"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Exit</a:t>
                      </a:r>
                      <a:endParaRPr sz="2100" u="none" cap="none" strike="noStrike">
                        <a:latin typeface="Courier New"/>
                        <a:ea typeface="Courier New"/>
                        <a:cs typeface="Courier New"/>
                        <a:sym typeface="Courier New"/>
                      </a:endParaRPr>
                    </a:p>
                  </a:txBody>
                  <a:tcPr marT="0" marB="0" marR="0" marL="0"/>
                </a:tc>
                <a:tc>
                  <a:txBody>
                    <a:bodyPr/>
                    <a:lstStyle/>
                    <a:p>
                      <a:pPr indent="0" lvl="0" marL="0" marR="75565" rtl="0" algn="r">
                        <a:lnSpc>
                          <a:spcPct val="106590"/>
                        </a:lnSpc>
                        <a:spcBef>
                          <a:spcPts val="0"/>
                        </a:spcBef>
                        <a:spcAft>
                          <a:spcPts val="0"/>
                        </a:spcAft>
                        <a:buNone/>
                      </a:pPr>
                      <a:r>
                        <a:rPr i="1"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txBody>
                  <a:tcPr marT="0" marB="0" marR="0" marL="0"/>
                </a:tc>
                <a:tc>
                  <a:txBody>
                    <a:bodyPr/>
                    <a:lstStyle/>
                    <a:p>
                      <a:pPr indent="0" lvl="0" marL="83185"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end</a:t>
                      </a:r>
                      <a:endParaRPr sz="2100" u="none" cap="none" strike="noStrike">
                        <a:latin typeface="Courier New"/>
                        <a:ea typeface="Courier New"/>
                        <a:cs typeface="Courier New"/>
                        <a:sym typeface="Courier New"/>
                      </a:endParaRPr>
                    </a:p>
                  </a:txBody>
                  <a:tcPr marT="0" marB="0" marR="0" marL="0"/>
                </a:tc>
                <a:tc>
                  <a:txBody>
                    <a:bodyPr/>
                    <a:lstStyle/>
                    <a:p>
                      <a:pPr indent="0" lvl="0" marL="635"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of</a:t>
                      </a:r>
                      <a:endParaRPr sz="2100" u="none" cap="none" strike="noStrike">
                        <a:latin typeface="Courier New"/>
                        <a:ea typeface="Courier New"/>
                        <a:cs typeface="Courier New"/>
                        <a:sym typeface="Courier New"/>
                      </a:endParaRPr>
                    </a:p>
                  </a:txBody>
                  <a:tcPr marT="0" marB="0" marR="0" marL="0"/>
                </a:tc>
                <a:tc gridSpan="2">
                  <a:txBody>
                    <a:bodyPr/>
                    <a:lstStyle/>
                    <a:p>
                      <a:pPr indent="0" lvl="0" marL="0"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case so</a:t>
                      </a:r>
                      <a:endParaRPr sz="2100" u="none" cap="none" strike="noStrike">
                        <a:latin typeface="Courier New"/>
                        <a:ea typeface="Courier New"/>
                        <a:cs typeface="Courier New"/>
                        <a:sym typeface="Courier New"/>
                      </a:endParaRPr>
                    </a:p>
                  </a:txBody>
                  <a:tcPr marT="0" marB="0" marR="0" marL="0"/>
                </a:tc>
                <a:tc hMerge="1"/>
                <a:tc>
                  <a:txBody>
                    <a:bodyPr/>
                    <a:lstStyle/>
                    <a:p>
                      <a:pPr indent="0" lvl="0" marL="0" marR="24130" rtl="0" algn="r">
                        <a:lnSpc>
                          <a:spcPct val="106590"/>
                        </a:lnSpc>
                        <a:spcBef>
                          <a:spcPts val="0"/>
                        </a:spcBef>
                        <a:spcAft>
                          <a:spcPts val="0"/>
                        </a:spcAft>
                        <a:buNone/>
                      </a:pPr>
                      <a:r>
                        <a:rPr i="1" lang="en-US" sz="2200" u="none" cap="none" strike="noStrike">
                          <a:latin typeface="Courier New"/>
                          <a:ea typeface="Courier New"/>
                          <a:cs typeface="Courier New"/>
                          <a:sym typeface="Courier New"/>
                        </a:rPr>
                        <a:t>Exit</a:t>
                      </a:r>
                      <a:endParaRPr sz="2200" u="none" cap="none" strike="noStrike">
                        <a:latin typeface="Courier New"/>
                        <a:ea typeface="Courier New"/>
                        <a:cs typeface="Courier New"/>
                        <a:sym typeface="Courier New"/>
                      </a:endParaRPr>
                    </a:p>
                  </a:txBody>
                  <a:tcPr marT="0" marB="0" marR="0" marL="0"/>
                </a:tc>
              </a:tr>
              <a:tr h="344950">
                <a:tc>
                  <a:txBody>
                    <a:bodyPr/>
                    <a:lstStyle/>
                    <a:p>
                      <a:pPr indent="0" lvl="0" marL="31750" marR="0" rtl="0" algn="l">
                        <a:lnSpc>
                          <a:spcPct val="110000"/>
                        </a:lnSpc>
                        <a:spcBef>
                          <a:spcPts val="0"/>
                        </a:spcBef>
                        <a:spcAft>
                          <a:spcPts val="0"/>
                        </a:spcAft>
                        <a:buNone/>
                      </a:pPr>
                      <a:r>
                        <a:rPr lang="en-US" sz="2100" u="none" cap="none" strike="noStrike">
                          <a:latin typeface="Courier New"/>
                          <a:ea typeface="Courier New"/>
                          <a:cs typeface="Courier New"/>
                          <a:sym typeface="Courier New"/>
                        </a:rPr>
                        <a:t>L2</a:t>
                      </a:r>
                      <a:endParaRPr sz="2100" u="none" cap="none" strike="noStrike">
                        <a:latin typeface="Courier New"/>
                        <a:ea typeface="Courier New"/>
                        <a:cs typeface="Courier New"/>
                        <a:sym typeface="Courier New"/>
                      </a:endParaRPr>
                    </a:p>
                  </a:txBody>
                  <a:tcPr marT="0" marB="0" marR="0" marL="0"/>
                </a:tc>
                <a:tc>
                  <a:txBody>
                    <a:bodyPr/>
                    <a:lstStyle/>
                    <a:p>
                      <a:pPr indent="0" lvl="0" marL="31750" marR="0" rtl="0" algn="l">
                        <a:lnSpc>
                          <a:spcPct val="110000"/>
                        </a:lnSpc>
                        <a:spcBef>
                          <a:spcPts val="0"/>
                        </a:spcBef>
                        <a:spcAft>
                          <a:spcPts val="0"/>
                        </a:spcAft>
                        <a:buNone/>
                      </a:pPr>
                      <a:r>
                        <a:rPr lang="en-US" sz="2100" u="none" cap="none" strike="noStrike">
                          <a:latin typeface="Courier New"/>
                          <a:ea typeface="Courier New"/>
                          <a:cs typeface="Courier New"/>
                          <a:sym typeface="Courier New"/>
                        </a:rPr>
                        <a:t>CMP</a:t>
                      </a:r>
                      <a:endParaRPr sz="2100" u="none" cap="none" strike="noStrike">
                        <a:latin typeface="Courier New"/>
                        <a:ea typeface="Courier New"/>
                        <a:cs typeface="Courier New"/>
                        <a:sym typeface="Courier New"/>
                      </a:endParaRPr>
                    </a:p>
                  </a:txBody>
                  <a:tcPr marT="0" marB="0" marR="0" marL="0"/>
                </a:tc>
                <a:tc>
                  <a:txBody>
                    <a:bodyPr/>
                    <a:lstStyle/>
                    <a:p>
                      <a:pPr indent="0" lvl="0" marL="84455" marR="0" rtl="0" algn="l">
                        <a:lnSpc>
                          <a:spcPct val="110000"/>
                        </a:lnSpc>
                        <a:spcBef>
                          <a:spcPts val="0"/>
                        </a:spcBef>
                        <a:spcAft>
                          <a:spcPts val="0"/>
                        </a:spcAft>
                        <a:buNone/>
                      </a:pPr>
                      <a:r>
                        <a:rPr lang="en-US" sz="2100" u="none" cap="none" strike="noStrike">
                          <a:latin typeface="Courier New"/>
                          <a:ea typeface="Courier New"/>
                          <a:cs typeface="Courier New"/>
                          <a:sym typeface="Courier New"/>
                        </a:rPr>
                        <a:t>r5,#2</a:t>
                      </a:r>
                      <a:endParaRPr sz="2100" u="none" cap="none" strike="noStrike">
                        <a:latin typeface="Courier New"/>
                        <a:ea typeface="Courier New"/>
                        <a:cs typeface="Courier New"/>
                        <a:sym typeface="Courier New"/>
                      </a:endParaRPr>
                    </a:p>
                  </a:txBody>
                  <a:tcPr marT="0" marB="0" marR="0" marL="0"/>
                </a:tc>
                <a:tc>
                  <a:txBody>
                    <a:bodyPr/>
                    <a:lstStyle/>
                    <a:p>
                      <a:pPr indent="0" lvl="0" marL="0" marR="75565" rtl="0" algn="r">
                        <a:lnSpc>
                          <a:spcPct val="110000"/>
                        </a:lnSpc>
                        <a:spcBef>
                          <a:spcPts val="0"/>
                        </a:spcBef>
                        <a:spcAft>
                          <a:spcPts val="0"/>
                        </a:spcAft>
                        <a:buNone/>
                      </a:pPr>
                      <a:r>
                        <a:rPr i="1"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txBody>
                  <a:tcPr marT="0" marB="0" marR="0" marL="0"/>
                </a:tc>
                <a:tc gridSpan="2">
                  <a:txBody>
                    <a:bodyPr/>
                    <a:lstStyle/>
                    <a:p>
                      <a:pPr indent="0" lvl="0" marL="83820" marR="0" rtl="0" algn="l">
                        <a:lnSpc>
                          <a:spcPct val="110000"/>
                        </a:lnSpc>
                        <a:spcBef>
                          <a:spcPts val="0"/>
                        </a:spcBef>
                        <a:spcAft>
                          <a:spcPts val="0"/>
                        </a:spcAft>
                        <a:buNone/>
                      </a:pPr>
                      <a:r>
                        <a:rPr i="1" lang="en-US" sz="2100" u="none" cap="none" strike="noStrike">
                          <a:latin typeface="Courier New"/>
                          <a:ea typeface="Courier New"/>
                          <a:cs typeface="Courier New"/>
                          <a:sym typeface="Courier New"/>
                        </a:rPr>
                        <a:t>compare</a:t>
                      </a:r>
                      <a:endParaRPr sz="2100" u="none" cap="none" strike="noStrike">
                        <a:latin typeface="Courier New"/>
                        <a:ea typeface="Courier New"/>
                        <a:cs typeface="Courier New"/>
                        <a:sym typeface="Courier New"/>
                      </a:endParaRPr>
                    </a:p>
                  </a:txBody>
                  <a:tcPr marT="0" marB="0" marR="0" marL="0"/>
                </a:tc>
                <a:tc hMerge="1"/>
                <a:tc>
                  <a:txBody>
                    <a:bodyPr/>
                    <a:lstStyle/>
                    <a:p>
                      <a:pPr indent="0" lvl="0" marL="168275" marR="0" rtl="0" algn="l">
                        <a:lnSpc>
                          <a:spcPct val="110000"/>
                        </a:lnSpc>
                        <a:spcBef>
                          <a:spcPts val="0"/>
                        </a:spcBef>
                        <a:spcAft>
                          <a:spcPts val="0"/>
                        </a:spcAft>
                        <a:buNone/>
                      </a:pPr>
                      <a:r>
                        <a:rPr i="1" lang="en-US" sz="2100" u="none" cap="none" strike="noStrike">
                          <a:latin typeface="Courier New"/>
                          <a:ea typeface="Courier New"/>
                          <a:cs typeface="Courier New"/>
                          <a:sym typeface="Courier New"/>
                        </a:rPr>
                        <a:t>k,</a:t>
                      </a:r>
                      <a:endParaRPr sz="2100" u="none" cap="none" strike="noStrike">
                        <a:latin typeface="Courier New"/>
                        <a:ea typeface="Courier New"/>
                        <a:cs typeface="Courier New"/>
                        <a:sym typeface="Courier New"/>
                      </a:endParaRPr>
                    </a:p>
                  </a:txBody>
                  <a:tcPr marT="0" marB="0" marR="0" marL="0"/>
                </a:tc>
                <a:tc gridSpan="2">
                  <a:txBody>
                    <a:bodyPr/>
                    <a:lstStyle/>
                    <a:p>
                      <a:pPr indent="0" lvl="0" marL="0" marR="0" rtl="0" algn="l">
                        <a:lnSpc>
                          <a:spcPct val="110000"/>
                        </a:lnSpc>
                        <a:spcBef>
                          <a:spcPts val="0"/>
                        </a:spcBef>
                        <a:spcAft>
                          <a:spcPts val="0"/>
                        </a:spcAft>
                        <a:buNone/>
                      </a:pPr>
                      <a:r>
                        <a:rPr i="1" lang="en-US" sz="2100" u="none" cap="none" strike="noStrike">
                          <a:latin typeface="Courier New"/>
                          <a:ea typeface="Courier New"/>
                          <a:cs typeface="Courier New"/>
                          <a:sym typeface="Courier New"/>
                        </a:rPr>
                        <a:t>2</a:t>
                      </a:r>
                      <a:endParaRPr sz="2100" u="none" cap="none" strike="noStrike">
                        <a:latin typeface="Courier New"/>
                        <a:ea typeface="Courier New"/>
                        <a:cs typeface="Courier New"/>
                        <a:sym typeface="Courier New"/>
                      </a:endParaRPr>
                    </a:p>
                  </a:txBody>
                  <a:tcPr marT="0" marB="0" marR="0" marL="0"/>
                </a:tc>
                <a:tc hMerge="1"/>
              </a:tr>
              <a:tr h="335275">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tc>
                <a:tc>
                  <a:txBody>
                    <a:bodyPr/>
                    <a:lstStyle/>
                    <a:p>
                      <a:pPr indent="0" lvl="0" marL="31750"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BNE</a:t>
                      </a:r>
                      <a:endParaRPr sz="2100" u="none" cap="none" strike="noStrike">
                        <a:latin typeface="Courier New"/>
                        <a:ea typeface="Courier New"/>
                        <a:cs typeface="Courier New"/>
                        <a:sym typeface="Courier New"/>
                      </a:endParaRPr>
                    </a:p>
                  </a:txBody>
                  <a:tcPr marT="0" marB="0" marR="0" marL="0"/>
                </a:tc>
                <a:tc>
                  <a:txBody>
                    <a:bodyPr/>
                    <a:lstStyle/>
                    <a:p>
                      <a:pPr indent="0" lvl="0" marL="84455"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L3</a:t>
                      </a:r>
                      <a:endParaRPr sz="2100" u="none" cap="none" strike="noStrike">
                        <a:latin typeface="Courier New"/>
                        <a:ea typeface="Courier New"/>
                        <a:cs typeface="Courier New"/>
                        <a:sym typeface="Courier New"/>
                      </a:endParaRPr>
                    </a:p>
                  </a:txBody>
                  <a:tcPr marT="0" marB="0" marR="0" marL="0"/>
                </a:tc>
                <a:tc>
                  <a:txBody>
                    <a:bodyPr/>
                    <a:lstStyle/>
                    <a:p>
                      <a:pPr indent="0" lvl="0" marL="0" marR="75565" rtl="0" algn="r">
                        <a:lnSpc>
                          <a:spcPct val="106590"/>
                        </a:lnSpc>
                        <a:spcBef>
                          <a:spcPts val="0"/>
                        </a:spcBef>
                        <a:spcAft>
                          <a:spcPts val="0"/>
                        </a:spcAft>
                        <a:buNone/>
                      </a:pPr>
                      <a:r>
                        <a:rPr i="1"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txBody>
                  <a:tcPr marT="0" marB="0" marR="0" marL="0"/>
                </a:tc>
                <a:tc gridSpan="2">
                  <a:txBody>
                    <a:bodyPr/>
                    <a:lstStyle/>
                    <a:p>
                      <a:pPr indent="0" lvl="0" marL="83820"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branch</a:t>
                      </a:r>
                      <a:endParaRPr sz="2100" u="none" cap="none" strike="noStrike">
                        <a:latin typeface="Courier New"/>
                        <a:ea typeface="Courier New"/>
                        <a:cs typeface="Courier New"/>
                        <a:sym typeface="Courier New"/>
                      </a:endParaRPr>
                    </a:p>
                  </a:txBody>
                  <a:tcPr marT="0" marB="0" marR="0" marL="0"/>
                </a:tc>
                <a:tc hMerge="1"/>
                <a:tc>
                  <a:txBody>
                    <a:bodyPr/>
                    <a:lstStyle/>
                    <a:p>
                      <a:pPr indent="0" lvl="0" marL="0" marR="0" rtl="0" algn="r">
                        <a:lnSpc>
                          <a:spcPct val="106590"/>
                        </a:lnSpc>
                        <a:spcBef>
                          <a:spcPts val="0"/>
                        </a:spcBef>
                        <a:spcAft>
                          <a:spcPts val="0"/>
                        </a:spcAft>
                        <a:buNone/>
                      </a:pPr>
                      <a:r>
                        <a:rPr i="1" lang="en-US" sz="2100" u="none" cap="none" strike="noStrike">
                          <a:latin typeface="Courier New"/>
                          <a:ea typeface="Courier New"/>
                          <a:cs typeface="Courier New"/>
                          <a:sym typeface="Courier New"/>
                        </a:rPr>
                        <a:t>k!=2</a:t>
                      </a:r>
                      <a:endParaRPr sz="2100" u="none" cap="none" strike="noStrike">
                        <a:latin typeface="Courier New"/>
                        <a:ea typeface="Courier New"/>
                        <a:cs typeface="Courier New"/>
                        <a:sym typeface="Courier New"/>
                      </a:endParaRPr>
                    </a:p>
                  </a:txBody>
                  <a:tcPr marT="0" marB="0" marR="0" marL="0"/>
                </a:tc>
                <a:tc gridSpan="2">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tc>
                <a:tc hMerge="1"/>
              </a:tr>
              <a:tr h="335575">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tc>
                <a:tc>
                  <a:txBody>
                    <a:bodyPr/>
                    <a:lstStyle/>
                    <a:p>
                      <a:pPr indent="0" lvl="0" marL="31750"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SUB</a:t>
                      </a:r>
                      <a:endParaRPr sz="2100" u="none" cap="none" strike="noStrike">
                        <a:latin typeface="Courier New"/>
                        <a:ea typeface="Courier New"/>
                        <a:cs typeface="Courier New"/>
                        <a:sym typeface="Courier New"/>
                      </a:endParaRPr>
                    </a:p>
                  </a:txBody>
                  <a:tcPr marT="0" marB="0" marR="0" marL="0"/>
                </a:tc>
                <a:tc>
                  <a:txBody>
                    <a:bodyPr/>
                    <a:lstStyle/>
                    <a:p>
                      <a:pPr indent="0" lvl="0" marL="84455"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r0,r1,r2</a:t>
                      </a:r>
                      <a:endParaRPr sz="2100" u="none" cap="none" strike="noStrike">
                        <a:latin typeface="Courier New"/>
                        <a:ea typeface="Courier New"/>
                        <a:cs typeface="Courier New"/>
                        <a:sym typeface="Courier New"/>
                      </a:endParaRPr>
                    </a:p>
                  </a:txBody>
                  <a:tcPr marT="0" marB="0" marR="0" marL="0"/>
                </a:tc>
                <a:tc>
                  <a:txBody>
                    <a:bodyPr/>
                    <a:lstStyle/>
                    <a:p>
                      <a:pPr indent="0" lvl="0" marL="0" marR="75565" rtl="0" algn="r">
                        <a:lnSpc>
                          <a:spcPct val="106590"/>
                        </a:lnSpc>
                        <a:spcBef>
                          <a:spcPts val="0"/>
                        </a:spcBef>
                        <a:spcAft>
                          <a:spcPts val="0"/>
                        </a:spcAft>
                        <a:buNone/>
                      </a:pPr>
                      <a:r>
                        <a:rPr i="1"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txBody>
                  <a:tcPr marT="0" marB="0" marR="0" marL="0"/>
                </a:tc>
                <a:tc gridSpan="2">
                  <a:txBody>
                    <a:bodyPr/>
                    <a:lstStyle/>
                    <a:p>
                      <a:pPr indent="0" lvl="0" marL="83820"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k==2 so</a:t>
                      </a:r>
                      <a:endParaRPr sz="2100" u="none" cap="none" strike="noStrike">
                        <a:latin typeface="Courier New"/>
                        <a:ea typeface="Courier New"/>
                        <a:cs typeface="Courier New"/>
                        <a:sym typeface="Courier New"/>
                      </a:endParaRPr>
                    </a:p>
                  </a:txBody>
                  <a:tcPr marT="0" marB="0" marR="0" marL="0"/>
                </a:tc>
                <a:tc hMerge="1"/>
                <a:tc>
                  <a:txBody>
                    <a:bodyPr/>
                    <a:lstStyle/>
                    <a:p>
                      <a:pPr indent="0" lvl="0" marL="0" marR="0" rtl="0" algn="r">
                        <a:lnSpc>
                          <a:spcPct val="106590"/>
                        </a:lnSpc>
                        <a:spcBef>
                          <a:spcPts val="0"/>
                        </a:spcBef>
                        <a:spcAft>
                          <a:spcPts val="0"/>
                        </a:spcAft>
                        <a:buNone/>
                      </a:pPr>
                      <a:r>
                        <a:rPr i="1" lang="en-US" sz="2100" u="none" cap="none" strike="noStrike">
                          <a:latin typeface="Courier New"/>
                          <a:ea typeface="Courier New"/>
                          <a:cs typeface="Courier New"/>
                          <a:sym typeface="Courier New"/>
                        </a:rPr>
                        <a:t>f=g</a:t>
                      </a:r>
                      <a:endParaRPr sz="2100" u="none" cap="none" strike="noStrike">
                        <a:latin typeface="Courier New"/>
                        <a:ea typeface="Courier New"/>
                        <a:cs typeface="Courier New"/>
                        <a:sym typeface="Courier New"/>
                      </a:endParaRPr>
                    </a:p>
                  </a:txBody>
                  <a:tcPr marT="0" marB="0" marR="0" marL="0"/>
                </a:tc>
                <a:tc gridSpan="2">
                  <a:txBody>
                    <a:bodyPr/>
                    <a:lstStyle/>
                    <a:p>
                      <a:pPr indent="0" lvl="0" marL="635"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-h</a:t>
                      </a:r>
                      <a:endParaRPr sz="2100" u="none" cap="none" strike="noStrike">
                        <a:latin typeface="Courier New"/>
                        <a:ea typeface="Courier New"/>
                        <a:cs typeface="Courier New"/>
                        <a:sym typeface="Courier New"/>
                      </a:endParaRPr>
                    </a:p>
                  </a:txBody>
                  <a:tcPr marT="0" marB="0" marR="0" marL="0"/>
                </a:tc>
                <a:tc hMerge="1"/>
              </a:tr>
              <a:tr h="335225">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tc>
                <a:tc>
                  <a:txBody>
                    <a:bodyPr/>
                    <a:lstStyle/>
                    <a:p>
                      <a:pPr indent="0" lvl="0" marL="31750"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B</a:t>
                      </a:r>
                      <a:endParaRPr sz="2100" u="none" cap="none" strike="noStrike">
                        <a:latin typeface="Courier New"/>
                        <a:ea typeface="Courier New"/>
                        <a:cs typeface="Courier New"/>
                        <a:sym typeface="Courier New"/>
                      </a:endParaRPr>
                    </a:p>
                  </a:txBody>
                  <a:tcPr marT="0" marB="0" marR="0" marL="0"/>
                </a:tc>
                <a:tc>
                  <a:txBody>
                    <a:bodyPr/>
                    <a:lstStyle/>
                    <a:p>
                      <a:pPr indent="0" lvl="0" marL="84455"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Exit</a:t>
                      </a:r>
                      <a:endParaRPr sz="2100" u="none" cap="none" strike="noStrike">
                        <a:latin typeface="Courier New"/>
                        <a:ea typeface="Courier New"/>
                        <a:cs typeface="Courier New"/>
                        <a:sym typeface="Courier New"/>
                      </a:endParaRPr>
                    </a:p>
                  </a:txBody>
                  <a:tcPr marT="0" marB="0" marR="0" marL="0"/>
                </a:tc>
                <a:tc>
                  <a:txBody>
                    <a:bodyPr/>
                    <a:lstStyle/>
                    <a:p>
                      <a:pPr indent="0" lvl="0" marL="0" marR="75565" rtl="0" algn="r">
                        <a:lnSpc>
                          <a:spcPct val="106590"/>
                        </a:lnSpc>
                        <a:spcBef>
                          <a:spcPts val="0"/>
                        </a:spcBef>
                        <a:spcAft>
                          <a:spcPts val="0"/>
                        </a:spcAft>
                        <a:buNone/>
                      </a:pPr>
                      <a:r>
                        <a:rPr i="1"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txBody>
                  <a:tcPr marT="0" marB="0" marR="0" marL="0"/>
                </a:tc>
                <a:tc gridSpan="2">
                  <a:txBody>
                    <a:bodyPr/>
                    <a:lstStyle/>
                    <a:p>
                      <a:pPr indent="0" lvl="0" marL="83185"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end of</a:t>
                      </a:r>
                      <a:endParaRPr sz="2100" u="none" cap="none" strike="noStrike">
                        <a:latin typeface="Courier New"/>
                        <a:ea typeface="Courier New"/>
                        <a:cs typeface="Courier New"/>
                        <a:sym typeface="Courier New"/>
                      </a:endParaRPr>
                    </a:p>
                  </a:txBody>
                  <a:tcPr marT="0" marB="0" marR="0" marL="0"/>
                </a:tc>
                <a:tc hMerge="1"/>
                <a:tc>
                  <a:txBody>
                    <a:bodyPr/>
                    <a:lstStyle/>
                    <a:p>
                      <a:pPr indent="0" lvl="0" marL="0" marR="0" rtl="0" algn="r">
                        <a:lnSpc>
                          <a:spcPct val="106590"/>
                        </a:lnSpc>
                        <a:spcBef>
                          <a:spcPts val="0"/>
                        </a:spcBef>
                        <a:spcAft>
                          <a:spcPts val="0"/>
                        </a:spcAft>
                        <a:buNone/>
                      </a:pPr>
                      <a:r>
                        <a:rPr i="1" lang="en-US" sz="2100" u="none" cap="none" strike="noStrike">
                          <a:latin typeface="Courier New"/>
                          <a:ea typeface="Courier New"/>
                          <a:cs typeface="Courier New"/>
                          <a:sym typeface="Courier New"/>
                        </a:rPr>
                        <a:t>case</a:t>
                      </a:r>
                      <a:endParaRPr sz="2100" u="none" cap="none" strike="noStrike">
                        <a:latin typeface="Courier New"/>
                        <a:ea typeface="Courier New"/>
                        <a:cs typeface="Courier New"/>
                        <a:sym typeface="Courier New"/>
                      </a:endParaRPr>
                    </a:p>
                  </a:txBody>
                  <a:tcPr marT="0" marB="0" marR="0" marL="0"/>
                </a:tc>
                <a:tc gridSpan="2">
                  <a:txBody>
                    <a:bodyPr/>
                    <a:lstStyle/>
                    <a:p>
                      <a:pPr indent="0" lvl="0" marL="168910"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so Exit</a:t>
                      </a:r>
                      <a:endParaRPr sz="2100" u="none" cap="none" strike="noStrike">
                        <a:latin typeface="Courier New"/>
                        <a:ea typeface="Courier New"/>
                        <a:cs typeface="Courier New"/>
                        <a:sym typeface="Courier New"/>
                      </a:endParaRPr>
                    </a:p>
                  </a:txBody>
                  <a:tcPr marT="0" marB="0" marR="0" marL="0"/>
                </a:tc>
                <a:tc hMerge="1"/>
              </a:tr>
              <a:tr h="335300">
                <a:tc>
                  <a:txBody>
                    <a:bodyPr/>
                    <a:lstStyle/>
                    <a:p>
                      <a:pPr indent="0" lvl="0" marL="31750"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L3</a:t>
                      </a:r>
                      <a:endParaRPr sz="2100" u="none" cap="none" strike="noStrike">
                        <a:latin typeface="Courier New"/>
                        <a:ea typeface="Courier New"/>
                        <a:cs typeface="Courier New"/>
                        <a:sym typeface="Courier New"/>
                      </a:endParaRPr>
                    </a:p>
                  </a:txBody>
                  <a:tcPr marT="0" marB="0" marR="0" marL="0"/>
                </a:tc>
                <a:tc>
                  <a:txBody>
                    <a:bodyPr/>
                    <a:lstStyle/>
                    <a:p>
                      <a:pPr indent="0" lvl="0" marL="31750"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CMP</a:t>
                      </a:r>
                      <a:endParaRPr sz="2100" u="none" cap="none" strike="noStrike">
                        <a:latin typeface="Courier New"/>
                        <a:ea typeface="Courier New"/>
                        <a:cs typeface="Courier New"/>
                        <a:sym typeface="Courier New"/>
                      </a:endParaRPr>
                    </a:p>
                  </a:txBody>
                  <a:tcPr marT="0" marB="0" marR="0" marL="0"/>
                </a:tc>
                <a:tc>
                  <a:txBody>
                    <a:bodyPr/>
                    <a:lstStyle/>
                    <a:p>
                      <a:pPr indent="0" lvl="0" marL="84455"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r5,#3</a:t>
                      </a:r>
                      <a:endParaRPr sz="2100" u="none" cap="none" strike="noStrike">
                        <a:latin typeface="Courier New"/>
                        <a:ea typeface="Courier New"/>
                        <a:cs typeface="Courier New"/>
                        <a:sym typeface="Courier New"/>
                      </a:endParaRPr>
                    </a:p>
                  </a:txBody>
                  <a:tcPr marT="0" marB="0" marR="0" marL="0"/>
                </a:tc>
                <a:tc>
                  <a:txBody>
                    <a:bodyPr/>
                    <a:lstStyle/>
                    <a:p>
                      <a:pPr indent="0" lvl="0" marL="0" marR="75565" rtl="0" algn="r">
                        <a:lnSpc>
                          <a:spcPct val="106590"/>
                        </a:lnSpc>
                        <a:spcBef>
                          <a:spcPts val="0"/>
                        </a:spcBef>
                        <a:spcAft>
                          <a:spcPts val="0"/>
                        </a:spcAft>
                        <a:buNone/>
                      </a:pPr>
                      <a:r>
                        <a:rPr i="1"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txBody>
                  <a:tcPr marT="0" marB="0" marR="0" marL="0"/>
                </a:tc>
                <a:tc gridSpan="2">
                  <a:txBody>
                    <a:bodyPr/>
                    <a:lstStyle/>
                    <a:p>
                      <a:pPr indent="0" lvl="0" marL="83820"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compare</a:t>
                      </a:r>
                      <a:endParaRPr sz="2100" u="none" cap="none" strike="noStrike">
                        <a:latin typeface="Courier New"/>
                        <a:ea typeface="Courier New"/>
                        <a:cs typeface="Courier New"/>
                        <a:sym typeface="Courier New"/>
                      </a:endParaRPr>
                    </a:p>
                  </a:txBody>
                  <a:tcPr marT="0" marB="0" marR="0" marL="0"/>
                </a:tc>
                <a:tc hMerge="1"/>
                <a:tc>
                  <a:txBody>
                    <a:bodyPr/>
                    <a:lstStyle/>
                    <a:p>
                      <a:pPr indent="0" lvl="0" marL="168275"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k,</a:t>
                      </a:r>
                      <a:endParaRPr sz="2100" u="none" cap="none" strike="noStrike">
                        <a:latin typeface="Courier New"/>
                        <a:ea typeface="Courier New"/>
                        <a:cs typeface="Courier New"/>
                        <a:sym typeface="Courier New"/>
                      </a:endParaRPr>
                    </a:p>
                  </a:txBody>
                  <a:tcPr marT="0" marB="0" marR="0" marL="0"/>
                </a:tc>
                <a:tc gridSpan="2">
                  <a:txBody>
                    <a:bodyPr/>
                    <a:lstStyle/>
                    <a:p>
                      <a:pPr indent="0" lvl="0" marL="0"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3</a:t>
                      </a:r>
                      <a:endParaRPr sz="2100" u="none" cap="none" strike="noStrike">
                        <a:latin typeface="Courier New"/>
                        <a:ea typeface="Courier New"/>
                        <a:cs typeface="Courier New"/>
                        <a:sym typeface="Courier New"/>
                      </a:endParaRPr>
                    </a:p>
                  </a:txBody>
                  <a:tcPr marT="0" marB="0" marR="0" marL="0"/>
                </a:tc>
                <a:tc hMerge="1"/>
              </a:tr>
              <a:tr h="368850">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tc>
                <a:tc>
                  <a:txBody>
                    <a:bodyPr/>
                    <a:lstStyle/>
                    <a:p>
                      <a:pPr indent="0" lvl="0" marL="31750"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BNE</a:t>
                      </a:r>
                      <a:endParaRPr sz="2100" u="none" cap="none" strike="noStrike">
                        <a:latin typeface="Courier New"/>
                        <a:ea typeface="Courier New"/>
                        <a:cs typeface="Courier New"/>
                        <a:sym typeface="Courier New"/>
                      </a:endParaRPr>
                    </a:p>
                  </a:txBody>
                  <a:tcPr marT="0" marB="0" marR="0" marL="0"/>
                </a:tc>
                <a:tc>
                  <a:txBody>
                    <a:bodyPr/>
                    <a:lstStyle/>
                    <a:p>
                      <a:pPr indent="0" lvl="0" marL="84455" marR="0" rtl="0" algn="l">
                        <a:lnSpc>
                          <a:spcPct val="106590"/>
                        </a:lnSpc>
                        <a:spcBef>
                          <a:spcPts val="0"/>
                        </a:spcBef>
                        <a:spcAft>
                          <a:spcPts val="0"/>
                        </a:spcAft>
                        <a:buNone/>
                      </a:pPr>
                      <a:r>
                        <a:rPr lang="en-US" sz="2100" u="none" cap="none" strike="noStrike">
                          <a:latin typeface="Courier New"/>
                          <a:ea typeface="Courier New"/>
                          <a:cs typeface="Courier New"/>
                          <a:sym typeface="Courier New"/>
                        </a:rPr>
                        <a:t>Exit</a:t>
                      </a:r>
                      <a:endParaRPr sz="2100" u="none" cap="none" strike="noStrike">
                        <a:latin typeface="Courier New"/>
                        <a:ea typeface="Courier New"/>
                        <a:cs typeface="Courier New"/>
                        <a:sym typeface="Courier New"/>
                      </a:endParaRPr>
                    </a:p>
                  </a:txBody>
                  <a:tcPr marT="0" marB="0" marR="0" marL="0"/>
                </a:tc>
                <a:tc>
                  <a:txBody>
                    <a:bodyPr/>
                    <a:lstStyle/>
                    <a:p>
                      <a:pPr indent="0" lvl="0" marL="0" marR="75565" rtl="0" algn="r">
                        <a:lnSpc>
                          <a:spcPct val="106590"/>
                        </a:lnSpc>
                        <a:spcBef>
                          <a:spcPts val="0"/>
                        </a:spcBef>
                        <a:spcAft>
                          <a:spcPts val="0"/>
                        </a:spcAft>
                        <a:buNone/>
                      </a:pPr>
                      <a:r>
                        <a:rPr i="1"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txBody>
                  <a:tcPr marT="0" marB="0" marR="0" marL="0"/>
                </a:tc>
                <a:tc gridSpan="2">
                  <a:txBody>
                    <a:bodyPr/>
                    <a:lstStyle/>
                    <a:p>
                      <a:pPr indent="0" lvl="0" marL="83820" marR="0" rtl="0" algn="l">
                        <a:lnSpc>
                          <a:spcPct val="106590"/>
                        </a:lnSpc>
                        <a:spcBef>
                          <a:spcPts val="0"/>
                        </a:spcBef>
                        <a:spcAft>
                          <a:spcPts val="0"/>
                        </a:spcAft>
                        <a:buNone/>
                      </a:pPr>
                      <a:r>
                        <a:rPr i="1" lang="en-US" sz="2100" u="none" cap="none" strike="noStrike">
                          <a:latin typeface="Courier New"/>
                          <a:ea typeface="Courier New"/>
                          <a:cs typeface="Courier New"/>
                          <a:sym typeface="Courier New"/>
                        </a:rPr>
                        <a:t>branch</a:t>
                      </a:r>
                      <a:endParaRPr sz="2100" u="none" cap="none" strike="noStrike">
                        <a:latin typeface="Courier New"/>
                        <a:ea typeface="Courier New"/>
                        <a:cs typeface="Courier New"/>
                        <a:sym typeface="Courier New"/>
                      </a:endParaRPr>
                    </a:p>
                  </a:txBody>
                  <a:tcPr marT="0" marB="0" marR="0" marL="0"/>
                </a:tc>
                <a:tc hMerge="1"/>
                <a:tc>
                  <a:txBody>
                    <a:bodyPr/>
                    <a:lstStyle/>
                    <a:p>
                      <a:pPr indent="0" lvl="0" marL="0" marR="0" rtl="0" algn="r">
                        <a:lnSpc>
                          <a:spcPct val="106590"/>
                        </a:lnSpc>
                        <a:spcBef>
                          <a:spcPts val="0"/>
                        </a:spcBef>
                        <a:spcAft>
                          <a:spcPts val="0"/>
                        </a:spcAft>
                        <a:buNone/>
                      </a:pPr>
                      <a:r>
                        <a:rPr i="1" lang="en-US" sz="2100" u="none" cap="none" strike="noStrike">
                          <a:latin typeface="Courier New"/>
                          <a:ea typeface="Courier New"/>
                          <a:cs typeface="Courier New"/>
                          <a:sym typeface="Courier New"/>
                        </a:rPr>
                        <a:t>k!=3</a:t>
                      </a:r>
                      <a:endParaRPr sz="2100" u="none" cap="none" strike="noStrike">
                        <a:latin typeface="Courier New"/>
                        <a:ea typeface="Courier New"/>
                        <a:cs typeface="Courier New"/>
                        <a:sym typeface="Courier New"/>
                      </a:endParaRPr>
                    </a:p>
                  </a:txBody>
                  <a:tcPr marT="0" marB="0" marR="0" marL="0"/>
                </a:tc>
                <a:tc gridSpan="2">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tc>
                <a:tc hMerge="1"/>
              </a:tr>
              <a:tr h="359500">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tc>
                <a:tc>
                  <a:txBody>
                    <a:bodyPr/>
                    <a:lstStyle/>
                    <a:p>
                      <a:pPr indent="0" lvl="0" marL="31750" marR="0" rtl="0" algn="l">
                        <a:lnSpc>
                          <a:spcPct val="118636"/>
                        </a:lnSpc>
                        <a:spcBef>
                          <a:spcPts val="0"/>
                        </a:spcBef>
                        <a:spcAft>
                          <a:spcPts val="0"/>
                        </a:spcAft>
                        <a:buNone/>
                      </a:pPr>
                      <a:r>
                        <a:rPr lang="en-US" sz="2100" u="none" cap="none" strike="noStrike">
                          <a:latin typeface="Courier New"/>
                          <a:ea typeface="Courier New"/>
                          <a:cs typeface="Courier New"/>
                          <a:sym typeface="Courier New"/>
                        </a:rPr>
                        <a:t>SUB</a:t>
                      </a:r>
                      <a:endParaRPr sz="2100" u="none" cap="none" strike="noStrike">
                        <a:latin typeface="Courier New"/>
                        <a:ea typeface="Courier New"/>
                        <a:cs typeface="Courier New"/>
                        <a:sym typeface="Courier New"/>
                      </a:endParaRPr>
                    </a:p>
                  </a:txBody>
                  <a:tcPr marT="0" marB="0" marR="0" marL="0"/>
                </a:tc>
                <a:tc>
                  <a:txBody>
                    <a:bodyPr/>
                    <a:lstStyle/>
                    <a:p>
                      <a:pPr indent="0" lvl="0" marL="84455" marR="0" rtl="0" algn="l">
                        <a:lnSpc>
                          <a:spcPct val="118636"/>
                        </a:lnSpc>
                        <a:spcBef>
                          <a:spcPts val="0"/>
                        </a:spcBef>
                        <a:spcAft>
                          <a:spcPts val="0"/>
                        </a:spcAft>
                        <a:buNone/>
                      </a:pPr>
                      <a:r>
                        <a:rPr lang="en-US" sz="2100" u="none" cap="none" strike="noStrike">
                          <a:latin typeface="Courier New"/>
                          <a:ea typeface="Courier New"/>
                          <a:cs typeface="Courier New"/>
                          <a:sym typeface="Courier New"/>
                        </a:rPr>
                        <a:t>r0,r3,r4</a:t>
                      </a:r>
                      <a:endParaRPr sz="2100" u="none" cap="none" strike="noStrike">
                        <a:latin typeface="Courier New"/>
                        <a:ea typeface="Courier New"/>
                        <a:cs typeface="Courier New"/>
                        <a:sym typeface="Courier New"/>
                      </a:endParaRPr>
                    </a:p>
                  </a:txBody>
                  <a:tcPr marT="0" marB="0" marR="0" marL="0"/>
                </a:tc>
                <a:tc>
                  <a:txBody>
                    <a:bodyPr/>
                    <a:lstStyle/>
                    <a:p>
                      <a:pPr indent="0" lvl="0" marL="0" marR="75565" rtl="0" algn="r">
                        <a:lnSpc>
                          <a:spcPct val="118636"/>
                        </a:lnSpc>
                        <a:spcBef>
                          <a:spcPts val="0"/>
                        </a:spcBef>
                        <a:spcAft>
                          <a:spcPts val="0"/>
                        </a:spcAft>
                        <a:buNone/>
                      </a:pPr>
                      <a:r>
                        <a:rPr i="1" lang="en-US" sz="2100" u="none" cap="none" strike="noStrike">
                          <a:latin typeface="Courier New"/>
                          <a:ea typeface="Courier New"/>
                          <a:cs typeface="Courier New"/>
                          <a:sym typeface="Courier New"/>
                        </a:rPr>
                        <a:t>;</a:t>
                      </a:r>
                      <a:endParaRPr sz="2100" u="none" cap="none" strike="noStrike">
                        <a:latin typeface="Courier New"/>
                        <a:ea typeface="Courier New"/>
                        <a:cs typeface="Courier New"/>
                        <a:sym typeface="Courier New"/>
                      </a:endParaRPr>
                    </a:p>
                  </a:txBody>
                  <a:tcPr marT="0" marB="0" marR="0" marL="0"/>
                </a:tc>
                <a:tc gridSpan="2">
                  <a:txBody>
                    <a:bodyPr/>
                    <a:lstStyle/>
                    <a:p>
                      <a:pPr indent="0" lvl="0" marL="83820" marR="0" rtl="0" algn="l">
                        <a:lnSpc>
                          <a:spcPct val="118636"/>
                        </a:lnSpc>
                        <a:spcBef>
                          <a:spcPts val="0"/>
                        </a:spcBef>
                        <a:spcAft>
                          <a:spcPts val="0"/>
                        </a:spcAft>
                        <a:buNone/>
                      </a:pPr>
                      <a:r>
                        <a:rPr i="1" lang="en-US" sz="2100" u="none" cap="none" strike="noStrike">
                          <a:latin typeface="Courier New"/>
                          <a:ea typeface="Courier New"/>
                          <a:cs typeface="Courier New"/>
                          <a:sym typeface="Courier New"/>
                        </a:rPr>
                        <a:t>k==3 so</a:t>
                      </a:r>
                      <a:endParaRPr sz="2100" u="none" cap="none" strike="noStrike">
                        <a:latin typeface="Courier New"/>
                        <a:ea typeface="Courier New"/>
                        <a:cs typeface="Courier New"/>
                        <a:sym typeface="Courier New"/>
                      </a:endParaRPr>
                    </a:p>
                  </a:txBody>
                  <a:tcPr marT="0" marB="0" marR="0" marL="0"/>
                </a:tc>
                <a:tc hMerge="1"/>
                <a:tc>
                  <a:txBody>
                    <a:bodyPr/>
                    <a:lstStyle/>
                    <a:p>
                      <a:pPr indent="0" lvl="0" marL="0" marR="0" rtl="0" algn="r">
                        <a:lnSpc>
                          <a:spcPct val="118636"/>
                        </a:lnSpc>
                        <a:spcBef>
                          <a:spcPts val="0"/>
                        </a:spcBef>
                        <a:spcAft>
                          <a:spcPts val="0"/>
                        </a:spcAft>
                        <a:buNone/>
                      </a:pPr>
                      <a:r>
                        <a:rPr i="1" lang="en-US" sz="2100" u="none" cap="none" strike="noStrike">
                          <a:latin typeface="Courier New"/>
                          <a:ea typeface="Courier New"/>
                          <a:cs typeface="Courier New"/>
                          <a:sym typeface="Courier New"/>
                        </a:rPr>
                        <a:t>f=i</a:t>
                      </a:r>
                      <a:endParaRPr sz="2100" u="none" cap="none" strike="noStrike">
                        <a:latin typeface="Courier New"/>
                        <a:ea typeface="Courier New"/>
                        <a:cs typeface="Courier New"/>
                        <a:sym typeface="Courier New"/>
                      </a:endParaRPr>
                    </a:p>
                  </a:txBody>
                  <a:tcPr marT="0" marB="0" marR="0" marL="0"/>
                </a:tc>
                <a:tc gridSpan="2">
                  <a:txBody>
                    <a:bodyPr/>
                    <a:lstStyle/>
                    <a:p>
                      <a:pPr indent="0" lvl="0" marL="635" marR="0" rtl="0" algn="l">
                        <a:lnSpc>
                          <a:spcPct val="118636"/>
                        </a:lnSpc>
                        <a:spcBef>
                          <a:spcPts val="0"/>
                        </a:spcBef>
                        <a:spcAft>
                          <a:spcPts val="0"/>
                        </a:spcAft>
                        <a:buNone/>
                      </a:pPr>
                      <a:r>
                        <a:rPr i="1" lang="en-US" sz="2100" u="none" cap="none" strike="noStrike">
                          <a:latin typeface="Courier New"/>
                          <a:ea typeface="Courier New"/>
                          <a:cs typeface="Courier New"/>
                          <a:sym typeface="Courier New"/>
                        </a:rPr>
                        <a:t>-j</a:t>
                      </a:r>
                      <a:endParaRPr sz="2100" u="none" cap="none" strike="noStrike">
                        <a:latin typeface="Courier New"/>
                        <a:ea typeface="Courier New"/>
                        <a:cs typeface="Courier New"/>
                        <a:sym typeface="Courier New"/>
                      </a:endParaRPr>
                    </a:p>
                  </a:txBody>
                  <a:tcPr marT="0" marB="0" marR="0" marL="0"/>
                </a:tc>
                <a:tc hMerge="1"/>
              </a:tr>
            </a:tbl>
          </a:graphicData>
        </a:graphic>
      </p:graphicFrame>
      <p:sp>
        <p:nvSpPr>
          <p:cNvPr id="919" name="Google Shape;919;g23d6451c848_0_317"/>
          <p:cNvSpPr txBox="1"/>
          <p:nvPr/>
        </p:nvSpPr>
        <p:spPr>
          <a:xfrm>
            <a:off x="-12700" y="6260693"/>
            <a:ext cx="9169500" cy="3507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200" u="sng">
                <a:latin typeface="Courier New"/>
                <a:ea typeface="Courier New"/>
                <a:cs typeface="Courier New"/>
                <a:sym typeface="Courier New"/>
              </a:rPr>
              <a:t> 	Exit:	</a:t>
            </a:r>
            <a:endParaRPr sz="2200">
              <a:latin typeface="Courier New"/>
              <a:ea typeface="Courier New"/>
              <a:cs typeface="Courier New"/>
              <a:sym typeface="Courier New"/>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3" name="Shape 923"/>
        <p:cNvGrpSpPr/>
        <p:nvPr/>
      </p:nvGrpSpPr>
      <p:grpSpPr>
        <a:xfrm>
          <a:off x="0" y="0"/>
          <a:ext cx="0" cy="0"/>
          <a:chOff x="0" y="0"/>
          <a:chExt cx="0" cy="0"/>
        </a:xfrm>
      </p:grpSpPr>
      <p:sp>
        <p:nvSpPr>
          <p:cNvPr id="924" name="Google Shape;924;g23d6451c848_0_326"/>
          <p:cNvSpPr/>
          <p:nvPr/>
        </p:nvSpPr>
        <p:spPr>
          <a:xfrm>
            <a:off x="0" y="914400"/>
            <a:ext cx="9144000" cy="76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925" name="Google Shape;925;g23d6451c848_0_326"/>
          <p:cNvSpPr txBox="1"/>
          <p:nvPr>
            <p:ph type="title"/>
          </p:nvPr>
        </p:nvSpPr>
        <p:spPr>
          <a:xfrm>
            <a:off x="2012060" y="165303"/>
            <a:ext cx="51168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Predicated Instructions</a:t>
            </a:r>
            <a:endParaRPr/>
          </a:p>
        </p:txBody>
      </p:sp>
      <p:graphicFrame>
        <p:nvGraphicFramePr>
          <p:cNvPr id="926" name="Google Shape;926;g23d6451c848_0_326"/>
          <p:cNvGraphicFramePr/>
          <p:nvPr/>
        </p:nvGraphicFramePr>
        <p:xfrm>
          <a:off x="694087" y="3142475"/>
          <a:ext cx="3000000" cy="3000000"/>
        </p:xfrm>
        <a:graphic>
          <a:graphicData uri="http://schemas.openxmlformats.org/drawingml/2006/table">
            <a:tbl>
              <a:tblPr bandRow="1" firstRow="1">
                <a:noFill/>
                <a:tableStyleId>{0B9DC0A3-F2E0-4B43-9110-FBCA3A68A366}</a:tableStyleId>
              </a:tblPr>
              <a:tblGrid>
                <a:gridCol w="373375"/>
                <a:gridCol w="342900"/>
                <a:gridCol w="272425"/>
                <a:gridCol w="410850"/>
                <a:gridCol w="273675"/>
                <a:gridCol w="662300"/>
                <a:gridCol w="376550"/>
                <a:gridCol w="841375"/>
                <a:gridCol w="546100"/>
                <a:gridCol w="546725"/>
                <a:gridCol w="731525"/>
                <a:gridCol w="397500"/>
                <a:gridCol w="1116325"/>
                <a:gridCol w="621675"/>
                <a:gridCol w="478800"/>
                <a:gridCol w="457825"/>
              </a:tblGrid>
              <a:tr h="597600">
                <a:tc>
                  <a:txBody>
                    <a:bodyPr/>
                    <a:lstStyle/>
                    <a:p>
                      <a:pPr indent="0" lvl="0" marL="89535"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if</a:t>
                      </a:r>
                      <a:endParaRPr sz="1800" u="none" cap="none" strike="noStrike">
                        <a:latin typeface="Courier New"/>
                        <a:ea typeface="Courier New"/>
                        <a:cs typeface="Courier New"/>
                        <a:sym typeface="Courier New"/>
                      </a:endParaRPr>
                    </a:p>
                    <a:p>
                      <a:pPr indent="0" lvl="0" marL="89535" marR="3175" rtl="0" algn="l">
                        <a:lnSpc>
                          <a:spcPct val="100000"/>
                        </a:lnSpc>
                        <a:spcBef>
                          <a:spcPts val="0"/>
                        </a:spcBef>
                        <a:spcAft>
                          <a:spcPts val="0"/>
                        </a:spcAft>
                        <a:buNone/>
                      </a:pPr>
                      <a:r>
                        <a:rPr b="1"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19675" marB="0" marR="0" marL="0">
                    <a:lnT cap="flat" cmpd="sng" w="19050">
                      <a:solidFill>
                        <a:srgbClr val="1D305B"/>
                      </a:solidFill>
                      <a:prstDash val="solid"/>
                      <a:round/>
                      <a:headEnd len="sm" w="sm" type="none"/>
                      <a:tailEnd len="sm" w="sm" type="none"/>
                    </a:lnT>
                  </a:tcPr>
                </a:tc>
                <a:tc gridSpan="2">
                  <a:txBody>
                    <a:bodyPr/>
                    <a:lstStyle/>
                    <a:p>
                      <a:pPr indent="0" lvl="0" marL="135255"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(r0</a:t>
                      </a:r>
                      <a:endParaRPr sz="1800" u="none" cap="none" strike="noStrike">
                        <a:latin typeface="Courier New"/>
                        <a:ea typeface="Courier New"/>
                        <a:cs typeface="Courier New"/>
                        <a:sym typeface="Courier New"/>
                      </a:endParaRPr>
                    </a:p>
                  </a:txBody>
                  <a:tcPr marT="19675" marB="0" marR="0" marL="0">
                    <a:lnT cap="flat" cmpd="sng" w="19050">
                      <a:solidFill>
                        <a:srgbClr val="1D305B"/>
                      </a:solidFill>
                      <a:prstDash val="solid"/>
                      <a:round/>
                      <a:headEnd len="sm" w="sm" type="none"/>
                      <a:tailEnd len="sm" w="sm" type="none"/>
                    </a:lnT>
                  </a:tcPr>
                </a:tc>
                <a:tc hMerge="1"/>
                <a:tc>
                  <a:txBody>
                    <a:bodyPr/>
                    <a:lstStyle/>
                    <a:p>
                      <a:pPr indent="0" lvl="0" marL="0" marR="0" rtl="0" algn="ctr">
                        <a:lnSpc>
                          <a:spcPct val="100000"/>
                        </a:lnSpc>
                        <a:spcBef>
                          <a:spcPts val="0"/>
                        </a:spcBef>
                        <a:spcAft>
                          <a:spcPts val="0"/>
                        </a:spcAft>
                        <a:buNone/>
                      </a:pPr>
                      <a:r>
                        <a:rPr b="1"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19675" marB="0" marR="0" marL="0">
                    <a:lnT cap="flat" cmpd="sng" w="19050">
                      <a:solidFill>
                        <a:srgbClr val="1D305B"/>
                      </a:solidFill>
                      <a:prstDash val="solid"/>
                      <a:round/>
                      <a:headEnd len="sm" w="sm" type="none"/>
                      <a:tailEnd len="sm" w="sm" type="none"/>
                    </a:lnT>
                  </a:tcPr>
                </a:tc>
                <a:tc gridSpan="2">
                  <a:txBody>
                    <a:bodyPr/>
                    <a:lstStyle/>
                    <a:p>
                      <a:pPr indent="0" lvl="0" marL="68580"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19675" marB="0" marR="0" marL="0">
                    <a:lnT cap="flat" cmpd="sng" w="19050">
                      <a:solidFill>
                        <a:srgbClr val="1D305B"/>
                      </a:solidFill>
                      <a:prstDash val="solid"/>
                      <a:round/>
                      <a:headEnd len="sm" w="sm" type="none"/>
                      <a:tailEnd len="sm" w="sm" type="none"/>
                    </a:lnT>
                  </a:tcPr>
                </a:tc>
                <a:tc hMerge="1"/>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tc>
                <a:tc>
                  <a:txBody>
                    <a:bodyPr/>
                    <a:lstStyle/>
                    <a:p>
                      <a:pPr indent="0" lvl="0" marL="363220" marR="58418" rtl="0" algn="l">
                        <a:lnSpc>
                          <a:spcPct val="1000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CMP  BNE</a:t>
                      </a:r>
                      <a:endParaRPr sz="1800" u="none" cap="none" strike="noStrike">
                        <a:latin typeface="Courier New"/>
                        <a:ea typeface="Courier New"/>
                        <a:cs typeface="Courier New"/>
                        <a:sym typeface="Courier New"/>
                      </a:endParaRPr>
                    </a:p>
                  </a:txBody>
                  <a:tcPr marT="19675" marB="0" marR="0" marL="0">
                    <a:lnT cap="flat" cmpd="sng" w="19050">
                      <a:solidFill>
                        <a:srgbClr val="1D305B"/>
                      </a:solidFill>
                      <a:prstDash val="solid"/>
                      <a:round/>
                      <a:headEnd len="sm" w="sm" type="none"/>
                      <a:tailEnd len="sm" w="sm" type="none"/>
                    </a:lnT>
                  </a:tcPr>
                </a:tc>
                <a:tc gridSpan="3">
                  <a:txBody>
                    <a:bodyPr/>
                    <a:lstStyle/>
                    <a:p>
                      <a:pPr indent="0" lvl="0" marL="66040" marR="0" rtl="0" algn="l">
                        <a:lnSpc>
                          <a:spcPct val="1000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r0, #0</a:t>
                      </a:r>
                      <a:endParaRPr sz="1800" u="none" cap="none" strike="noStrike">
                        <a:latin typeface="Courier New"/>
                        <a:ea typeface="Courier New"/>
                        <a:cs typeface="Courier New"/>
                        <a:sym typeface="Courier New"/>
                      </a:endParaRPr>
                    </a:p>
                    <a:p>
                      <a:pPr indent="0" lvl="0" marL="66040" marR="0" rtl="0" algn="l">
                        <a:lnSpc>
                          <a:spcPct val="100000"/>
                        </a:lnSpc>
                        <a:spcBef>
                          <a:spcPts val="5"/>
                        </a:spcBef>
                        <a:spcAft>
                          <a:spcPts val="0"/>
                        </a:spcAft>
                        <a:buNone/>
                      </a:pPr>
                      <a:r>
                        <a:rPr b="1" lang="en-US" sz="1800" u="none" cap="none" strike="noStrike">
                          <a:solidFill>
                            <a:srgbClr val="336600"/>
                          </a:solidFill>
                          <a:latin typeface="Courier New"/>
                          <a:ea typeface="Courier New"/>
                          <a:cs typeface="Courier New"/>
                          <a:sym typeface="Courier New"/>
                        </a:rPr>
                        <a:t>else</a:t>
                      </a:r>
                      <a:endParaRPr sz="1800" u="none" cap="none" strike="noStrike">
                        <a:latin typeface="Courier New"/>
                        <a:ea typeface="Courier New"/>
                        <a:cs typeface="Courier New"/>
                        <a:sym typeface="Courier New"/>
                      </a:endParaRPr>
                    </a:p>
                  </a:txBody>
                  <a:tcPr marT="19675" marB="0" marR="0" marL="0">
                    <a:lnT cap="flat" cmpd="sng" w="19050">
                      <a:solidFill>
                        <a:srgbClr val="1D305B"/>
                      </a:solidFill>
                      <a:prstDash val="solid"/>
                      <a:round/>
                      <a:headEnd len="sm" w="sm" type="none"/>
                      <a:tailEnd len="sm" w="sm" type="none"/>
                    </a:lnT>
                  </a:tcPr>
                </a:tc>
                <a:tc hMerge="1"/>
                <a:tc hMerge="1"/>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tc>
                <a:tc gridSpan="2">
                  <a:txBody>
                    <a:bodyPr/>
                    <a:lstStyle/>
                    <a:p>
                      <a:pPr indent="0" lvl="0" marL="363855" marR="0" rtl="0" algn="l">
                        <a:lnSpc>
                          <a:spcPct val="1000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CMP r0, #0  ADDEQ r1,</a:t>
                      </a:r>
                      <a:endParaRPr sz="1800" u="none" cap="none" strike="noStrike">
                        <a:latin typeface="Courier New"/>
                        <a:ea typeface="Courier New"/>
                        <a:cs typeface="Courier New"/>
                        <a:sym typeface="Courier New"/>
                      </a:endParaRPr>
                    </a:p>
                  </a:txBody>
                  <a:tcPr marT="19675" marB="0" marR="0" marL="0">
                    <a:lnT cap="flat" cmpd="sng" w="19050">
                      <a:solidFill>
                        <a:srgbClr val="1D305B"/>
                      </a:solidFill>
                      <a:prstDash val="solid"/>
                      <a:round/>
                      <a:headEnd len="sm" w="sm" type="none"/>
                      <a:tailEnd len="sm" w="sm" type="none"/>
                    </a:lnT>
                  </a:tcPr>
                </a:tc>
                <a:tc hMerge="1"/>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1900" marB="0" marR="0" marL="0">
                    <a:lnT cap="flat" cmpd="sng" w="19050">
                      <a:solidFill>
                        <a:srgbClr val="1D305B"/>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66675" marR="0" rtl="0" algn="l">
                        <a:lnSpc>
                          <a:spcPct val="1000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1900" marB="0" marR="0" marL="0">
                    <a:lnT cap="flat" cmpd="sng" w="19050">
                      <a:solidFill>
                        <a:srgbClr val="1D305B"/>
                      </a:solidFill>
                      <a:prstDash val="solid"/>
                      <a:round/>
                      <a:headEnd len="sm" w="sm" type="none"/>
                      <a:tailEnd len="sm" w="sm" type="none"/>
                    </a:lnT>
                  </a:tcPr>
                </a:tc>
              </a:tr>
              <a:tr h="274325">
                <a:tc gridSpan="2">
                  <a:txBody>
                    <a:bodyPr/>
                    <a:lstStyle/>
                    <a:p>
                      <a:pPr indent="0" lvl="0" marL="362585" marR="0" rtl="0" algn="l">
                        <a:lnSpc>
                          <a:spcPct val="107500"/>
                        </a:lnSpc>
                        <a:spcBef>
                          <a:spcPts val="0"/>
                        </a:spcBef>
                        <a:spcAft>
                          <a:spcPts val="0"/>
                        </a:spcAft>
                        <a:buNone/>
                      </a:pPr>
                      <a:r>
                        <a:rPr b="1" lang="en-US" sz="1800" u="none" cap="none" strike="noStrike">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hMerge="1"/>
                <a:tc>
                  <a:txBody>
                    <a:bodyPr/>
                    <a:lstStyle/>
                    <a:p>
                      <a:pPr indent="0" lvl="0" marL="0" marR="0" rtl="0" algn="ctr">
                        <a:lnSpc>
                          <a:spcPct val="107500"/>
                        </a:lnSpc>
                        <a:spcBef>
                          <a:spcPts val="0"/>
                        </a:spcBef>
                        <a:spcAft>
                          <a:spcPts val="0"/>
                        </a:spcAft>
                        <a:buNone/>
                      </a:pPr>
                      <a:r>
                        <a:rPr b="1"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7500"/>
                        </a:lnSpc>
                        <a:spcBef>
                          <a:spcPts val="0"/>
                        </a:spcBef>
                        <a:spcAft>
                          <a:spcPts val="0"/>
                        </a:spcAft>
                        <a:buNone/>
                      </a:pPr>
                      <a:r>
                        <a:rPr b="1" lang="en-US" sz="1800" u="none" cap="none" strike="noStrike">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07500"/>
                        </a:lnSpc>
                        <a:spcBef>
                          <a:spcPts val="0"/>
                        </a:spcBef>
                        <a:spcAft>
                          <a:spcPts val="0"/>
                        </a:spcAft>
                        <a:buNone/>
                      </a:pPr>
                      <a:r>
                        <a:rPr b="1"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67310" marR="0" rtl="0" algn="l">
                        <a:lnSpc>
                          <a:spcPct val="107500"/>
                        </a:lnSpc>
                        <a:spcBef>
                          <a:spcPts val="0"/>
                        </a:spcBef>
                        <a:spcAft>
                          <a:spcPts val="0"/>
                        </a:spcAft>
                        <a:buNone/>
                      </a:pPr>
                      <a:r>
                        <a:rPr b="1" lang="en-US" sz="1800" u="none" cap="none" strike="noStrike">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0" marB="0" marR="0" marL="0"/>
                </a:tc>
                <a:tc gridSpan="2">
                  <a:txBody>
                    <a:bodyPr/>
                    <a:lstStyle/>
                    <a:p>
                      <a:pPr indent="0" lvl="0" marL="739140" marR="0" rtl="0" algn="l">
                        <a:lnSpc>
                          <a:spcPct val="103333"/>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ADD</a:t>
                      </a:r>
                      <a:endParaRPr sz="1800" u="none" cap="none" strike="noStrike">
                        <a:latin typeface="Courier New"/>
                        <a:ea typeface="Courier New"/>
                        <a:cs typeface="Courier New"/>
                        <a:sym typeface="Courier New"/>
                      </a:endParaRPr>
                    </a:p>
                  </a:txBody>
                  <a:tcPr marT="0" marB="0" marR="0" marL="0"/>
                </a:tc>
                <a:tc hMerge="1"/>
                <a:tc>
                  <a:txBody>
                    <a:bodyPr/>
                    <a:lstStyle/>
                    <a:p>
                      <a:pPr indent="0" lvl="0" marL="66040" marR="0" rtl="0" algn="l">
                        <a:lnSpc>
                          <a:spcPct val="103333"/>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a:txBody>
                    <a:bodyPr/>
                    <a:lstStyle/>
                    <a:p>
                      <a:pPr indent="0" lvl="0" marL="0" marR="59055" rtl="0" algn="r">
                        <a:lnSpc>
                          <a:spcPct val="103333"/>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a:txBody>
                    <a:bodyPr/>
                    <a:lstStyle/>
                    <a:p>
                      <a:pPr indent="0" lvl="0" marL="66675" marR="0" rtl="0" algn="l">
                        <a:lnSpc>
                          <a:spcPct val="103333"/>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0" marB="0" marR="0" marL="0"/>
                </a:tc>
                <a:tc gridSpan="2">
                  <a:txBody>
                    <a:bodyPr/>
                    <a:lstStyle/>
                    <a:p>
                      <a:pPr indent="0" lvl="0" marL="760730" marR="0" rtl="0" algn="l">
                        <a:lnSpc>
                          <a:spcPct val="1075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ADDNE</a:t>
                      </a:r>
                      <a:endParaRPr sz="1800" u="none" cap="none" strike="noStrike">
                        <a:latin typeface="Courier New"/>
                        <a:ea typeface="Courier New"/>
                        <a:cs typeface="Courier New"/>
                        <a:sym typeface="Courier New"/>
                      </a:endParaRPr>
                    </a:p>
                  </a:txBody>
                  <a:tcPr marT="0" marB="0" marR="0" marL="0"/>
                </a:tc>
                <a:tc hMerge="1"/>
                <a:tc>
                  <a:txBody>
                    <a:bodyPr/>
                    <a:lstStyle/>
                    <a:p>
                      <a:pPr indent="0" lvl="0" marL="66040" marR="3175" rtl="0" algn="l">
                        <a:lnSpc>
                          <a:spcPct val="1075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75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66675" marR="0" rtl="0" algn="l">
                        <a:lnSpc>
                          <a:spcPct val="1075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0" marB="0" marR="0" marL="0"/>
                </a:tc>
              </a:tr>
              <a:tr h="1556950">
                <a:tc gridSpan="2">
                  <a:txBody>
                    <a:bodyPr/>
                    <a:lstStyle/>
                    <a:p>
                      <a:pPr indent="0" lvl="0" marL="89535" marR="0" rtl="0" algn="l">
                        <a:lnSpc>
                          <a:spcPct val="107500"/>
                        </a:lnSpc>
                        <a:spcBef>
                          <a:spcPts val="0"/>
                        </a:spcBef>
                        <a:spcAft>
                          <a:spcPts val="0"/>
                        </a:spcAft>
                        <a:buNone/>
                      </a:pPr>
                      <a:r>
                        <a:rPr b="1"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p>
                      <a:pPr indent="0" lvl="0" marL="89535"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else</a:t>
                      </a:r>
                      <a:endParaRPr sz="1800" u="none" cap="none" strike="noStrike">
                        <a:latin typeface="Courier New"/>
                        <a:ea typeface="Courier New"/>
                        <a:cs typeface="Courier New"/>
                        <a:sym typeface="Courier New"/>
                      </a:endParaRPr>
                    </a:p>
                    <a:p>
                      <a:pPr indent="0" lvl="0" marL="89535"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p>
                      <a:pPr indent="0" lvl="0" marL="362585"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p>
                      <a:pPr indent="0" lvl="0" marL="89535"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hMerge="1"/>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ctr">
                        <a:lnSpc>
                          <a:spcPct val="100000"/>
                        </a:lnSpc>
                        <a:spcBef>
                          <a:spcPts val="1655"/>
                        </a:spcBef>
                        <a:spcAft>
                          <a:spcPts val="0"/>
                        </a:spcAft>
                        <a:buNone/>
                      </a:pPr>
                      <a:r>
                        <a:rPr b="1"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ctr">
                        <a:lnSpc>
                          <a:spcPct val="100000"/>
                        </a:lnSpc>
                        <a:spcBef>
                          <a:spcPts val="1655"/>
                        </a:spcBef>
                        <a:spcAft>
                          <a:spcPts val="0"/>
                        </a:spcAft>
                        <a:buNone/>
                      </a:pPr>
                      <a:r>
                        <a:rPr b="1" lang="en-US" sz="1800" u="none" cap="none" strike="noStrike">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67945" marR="0" rtl="0" algn="l">
                        <a:lnSpc>
                          <a:spcPct val="100000"/>
                        </a:lnSpc>
                        <a:spcBef>
                          <a:spcPts val="1655"/>
                        </a:spcBef>
                        <a:spcAft>
                          <a:spcPts val="0"/>
                        </a:spcAft>
                        <a:buNone/>
                      </a:pPr>
                      <a:r>
                        <a:rPr b="1" lang="en-US" sz="1800" u="none" cap="none" strike="noStrike">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67310" marR="0" rtl="0" algn="l">
                        <a:lnSpc>
                          <a:spcPct val="100000"/>
                        </a:lnSpc>
                        <a:spcBef>
                          <a:spcPts val="1655"/>
                        </a:spcBef>
                        <a:spcAft>
                          <a:spcPts val="0"/>
                        </a:spcAft>
                        <a:buNone/>
                      </a:pPr>
                      <a:r>
                        <a:rPr b="1" lang="en-US" sz="1800" u="none" cap="none" strike="noStrike">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0" marB="0" marR="0" marL="0"/>
                </a:tc>
                <a:tc gridSpan="3">
                  <a:txBody>
                    <a:bodyPr/>
                    <a:lstStyle/>
                    <a:p>
                      <a:pPr indent="0" lvl="0" marL="739140" marR="0" rtl="0" algn="l">
                        <a:lnSpc>
                          <a:spcPct val="103333"/>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B end</a:t>
                      </a:r>
                      <a:endParaRPr sz="1800" u="none" cap="none" strike="noStrike">
                        <a:latin typeface="Courier New"/>
                        <a:ea typeface="Courier New"/>
                        <a:cs typeface="Courier New"/>
                        <a:sym typeface="Courier New"/>
                      </a:endParaRPr>
                    </a:p>
                    <a:p>
                      <a:pPr indent="0" lvl="0" marL="466090" marR="0" rtl="0" algn="l">
                        <a:lnSpc>
                          <a:spcPct val="1000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else:</a:t>
                      </a:r>
                      <a:endParaRPr sz="1800" u="none" cap="none" strike="noStrike">
                        <a:latin typeface="Courier New"/>
                        <a:ea typeface="Courier New"/>
                        <a:cs typeface="Courier New"/>
                        <a:sym typeface="Courier New"/>
                      </a:endParaRPr>
                    </a:p>
                    <a:p>
                      <a:pPr indent="0" lvl="0" marL="739140" marR="0" rtl="0" algn="l">
                        <a:lnSpc>
                          <a:spcPct val="1000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ADD r2,</a:t>
                      </a:r>
                      <a:endParaRPr sz="1800" u="none" cap="none" strike="noStrike">
                        <a:latin typeface="Courier New"/>
                        <a:ea typeface="Courier New"/>
                        <a:cs typeface="Courier New"/>
                        <a:sym typeface="Courier New"/>
                      </a:endParaRPr>
                    </a:p>
                    <a:p>
                      <a:pPr indent="0" lvl="0" marL="466090" marR="0" rtl="0" algn="l">
                        <a:lnSpc>
                          <a:spcPct val="1000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end</a:t>
                      </a:r>
                      <a:endParaRPr sz="1800" u="none" cap="none" strike="noStrike">
                        <a:latin typeface="Courier New"/>
                        <a:ea typeface="Courier New"/>
                        <a:cs typeface="Courier New"/>
                        <a:sym typeface="Courier New"/>
                      </a:endParaRPr>
                    </a:p>
                    <a:p>
                      <a:pPr indent="0" lvl="0" marL="739140" marR="0" rtl="0" algn="l">
                        <a:lnSpc>
                          <a:spcPct val="1000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hMerge="1"/>
                <a:tc hMerge="1"/>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59055" rtl="0" algn="r">
                        <a:lnSpc>
                          <a:spcPct val="100000"/>
                        </a:lnSpc>
                        <a:spcBef>
                          <a:spcPts val="1720"/>
                        </a:spcBef>
                        <a:spcAft>
                          <a:spcPts val="0"/>
                        </a:spcAft>
                        <a:buNone/>
                      </a:pPr>
                      <a:r>
                        <a:rPr b="1" lang="en-US" sz="1800" u="none" cap="none" strike="noStrike">
                          <a:solidFill>
                            <a:srgbClr val="336600"/>
                          </a:solidFill>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66675" marR="0" rtl="0" algn="l">
                        <a:lnSpc>
                          <a:spcPct val="100000"/>
                        </a:lnSpc>
                        <a:spcBef>
                          <a:spcPts val="1720"/>
                        </a:spcBef>
                        <a:spcAft>
                          <a:spcPts val="0"/>
                        </a:spcAft>
                        <a:buNone/>
                      </a:pPr>
                      <a:r>
                        <a:rPr b="1" lang="en-US" sz="1800" u="none" cap="none" strike="noStrike">
                          <a:solidFill>
                            <a:srgbClr val="336600"/>
                          </a:solidFill>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0" marB="0" marR="0" marL="0"/>
                </a:tc>
                <a:tc gridSpan="5">
                  <a:txBody>
                    <a:bodyPr/>
                    <a:lstStyle/>
                    <a:p>
                      <a:pPr indent="0" lvl="0" marL="760730" marR="0" rtl="0" algn="l">
                        <a:lnSpc>
                          <a:spcPct val="107500"/>
                        </a:lnSpc>
                        <a:spcBef>
                          <a:spcPts val="0"/>
                        </a:spcBef>
                        <a:spcAft>
                          <a:spcPts val="0"/>
                        </a:spcAft>
                        <a:buNone/>
                      </a:pPr>
                      <a:r>
                        <a:rPr b="1" lang="en-US" sz="1800" u="none" cap="none" strike="noStrike">
                          <a:solidFill>
                            <a:srgbClr val="336600"/>
                          </a:solidFill>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tc>
                <a:tc hMerge="1"/>
                <a:tc hMerge="1"/>
                <a:tc hMerge="1"/>
                <a:tc hMerge="1"/>
              </a:tr>
            </a:tbl>
          </a:graphicData>
        </a:graphic>
      </p:graphicFrame>
      <p:sp>
        <p:nvSpPr>
          <p:cNvPr id="927" name="Google Shape;927;g23d6451c848_0_326"/>
          <p:cNvSpPr txBox="1"/>
          <p:nvPr/>
        </p:nvSpPr>
        <p:spPr>
          <a:xfrm>
            <a:off x="761796" y="2164207"/>
            <a:ext cx="1389300" cy="289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a:latin typeface="Times New Roman"/>
                <a:ea typeface="Times New Roman"/>
                <a:cs typeface="Times New Roman"/>
                <a:sym typeface="Times New Roman"/>
              </a:rPr>
              <a:t>C source code</a:t>
            </a:r>
            <a:endParaRPr sz="1800">
              <a:latin typeface="Times New Roman"/>
              <a:ea typeface="Times New Roman"/>
              <a:cs typeface="Times New Roman"/>
              <a:sym typeface="Times New Roman"/>
            </a:endParaRPr>
          </a:p>
        </p:txBody>
      </p:sp>
      <p:graphicFrame>
        <p:nvGraphicFramePr>
          <p:cNvPr id="928" name="Google Shape;928;g23d6451c848_0_326"/>
          <p:cNvGraphicFramePr/>
          <p:nvPr/>
        </p:nvGraphicFramePr>
        <p:xfrm>
          <a:off x="3603878" y="5442449"/>
          <a:ext cx="3000000" cy="3000000"/>
        </p:xfrm>
        <a:graphic>
          <a:graphicData uri="http://schemas.openxmlformats.org/drawingml/2006/table">
            <a:tbl>
              <a:tblPr bandRow="1" firstRow="1">
                <a:noFill/>
                <a:tableStyleId>{0B9DC0A3-F2E0-4B43-9110-FBCA3A68A366}</a:tableStyleId>
              </a:tblPr>
              <a:tblGrid>
                <a:gridCol w="208325"/>
                <a:gridCol w="2274325"/>
                <a:gridCol w="1088150"/>
                <a:gridCol w="1395125"/>
              </a:tblGrid>
              <a:tr h="576075">
                <a:tc>
                  <a:txBody>
                    <a:bodyPr/>
                    <a:lstStyle/>
                    <a:p>
                      <a:pPr indent="0" lvl="0" marL="0" marR="17145" rtl="0" algn="ctr">
                        <a:lnSpc>
                          <a:spcPct val="116666"/>
                        </a:lnSpc>
                        <a:spcBef>
                          <a:spcPts val="0"/>
                        </a:spcBef>
                        <a:spcAft>
                          <a:spcPts val="0"/>
                        </a:spcAft>
                        <a:buNone/>
                      </a:pPr>
                      <a:r>
                        <a:rPr lang="en-US" sz="1800" u="none" cap="none" strike="noStrike">
                          <a:latin typeface="Noto Sans Symbols"/>
                          <a:ea typeface="Noto Sans Symbols"/>
                          <a:cs typeface="Noto Sans Symbols"/>
                          <a:sym typeface="Noto Sans Symbols"/>
                        </a:rPr>
                        <a:t>▪</a:t>
                      </a:r>
                      <a:endParaRPr sz="1800" u="none" cap="none" strike="noStrike">
                        <a:latin typeface="Noto Sans Symbols"/>
                        <a:ea typeface="Noto Sans Symbols"/>
                        <a:cs typeface="Noto Sans Symbols"/>
                        <a:sym typeface="Noto Sans Symbols"/>
                      </a:endParaRPr>
                    </a:p>
                  </a:txBody>
                  <a:tcPr marT="0" marB="0" marR="0" marL="0"/>
                </a:tc>
                <a:tc>
                  <a:txBody>
                    <a:bodyPr/>
                    <a:lstStyle/>
                    <a:p>
                      <a:pPr indent="0" lvl="0" marL="56514" marR="0" rtl="0" algn="l">
                        <a:lnSpc>
                          <a:spcPct val="116666"/>
                        </a:lnSpc>
                        <a:spcBef>
                          <a:spcPts val="0"/>
                        </a:spcBef>
                        <a:spcAft>
                          <a:spcPts val="0"/>
                        </a:spcAft>
                        <a:buNone/>
                      </a:pPr>
                      <a:r>
                        <a:rPr lang="en-US" sz="1800" u="none" cap="none" strike="noStrike">
                          <a:latin typeface="Times New Roman"/>
                          <a:ea typeface="Times New Roman"/>
                          <a:cs typeface="Times New Roman"/>
                          <a:sym typeface="Times New Roman"/>
                        </a:rPr>
                        <a:t>5 instructions</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0" marR="48895" rtl="0" algn="r">
                        <a:lnSpc>
                          <a:spcPct val="110000"/>
                        </a:lnSpc>
                        <a:spcBef>
                          <a:spcPts val="0"/>
                        </a:spcBef>
                        <a:spcAft>
                          <a:spcPts val="0"/>
                        </a:spcAft>
                        <a:buNone/>
                      </a:pPr>
                      <a:r>
                        <a:rPr lang="en-US" sz="1800" u="none" cap="none" strike="noStrike">
                          <a:latin typeface="Noto Sans Symbols"/>
                          <a:ea typeface="Noto Sans Symbols"/>
                          <a:cs typeface="Noto Sans Symbols"/>
                          <a:sym typeface="Noto Sans Symbols"/>
                        </a:rPr>
                        <a:t>▪</a:t>
                      </a:r>
                      <a:endParaRPr sz="1800" u="none" cap="none" strike="noStrike">
                        <a:latin typeface="Noto Sans Symbols"/>
                        <a:ea typeface="Noto Sans Symbols"/>
                        <a:cs typeface="Noto Sans Symbols"/>
                        <a:sym typeface="Noto Sans Symbols"/>
                      </a:endParaRPr>
                    </a:p>
                  </a:txBody>
                  <a:tcPr marT="0" marB="0" marR="0" marL="0"/>
                </a:tc>
                <a:tc>
                  <a:txBody>
                    <a:bodyPr/>
                    <a:lstStyle/>
                    <a:p>
                      <a:pPr indent="0" lvl="0" marL="56514" marR="0" rtl="0" algn="l">
                        <a:lnSpc>
                          <a:spcPct val="110000"/>
                        </a:lnSpc>
                        <a:spcBef>
                          <a:spcPts val="0"/>
                        </a:spcBef>
                        <a:spcAft>
                          <a:spcPts val="0"/>
                        </a:spcAft>
                        <a:buNone/>
                      </a:pPr>
                      <a:r>
                        <a:rPr lang="en-US" sz="1800" u="none" cap="none" strike="noStrike">
                          <a:latin typeface="Times New Roman"/>
                          <a:ea typeface="Times New Roman"/>
                          <a:cs typeface="Times New Roman"/>
                          <a:sym typeface="Times New Roman"/>
                        </a:rPr>
                        <a:t>3 instructions</a:t>
                      </a:r>
                      <a:endParaRPr sz="1800" u="none" cap="none" strike="noStrike">
                        <a:latin typeface="Times New Roman"/>
                        <a:ea typeface="Times New Roman"/>
                        <a:cs typeface="Times New Roman"/>
                        <a:sym typeface="Times New Roman"/>
                      </a:endParaRPr>
                    </a:p>
                  </a:txBody>
                  <a:tcPr marT="0" marB="0" marR="0" marL="0"/>
                </a:tc>
              </a:tr>
              <a:tr h="274475">
                <a:tc>
                  <a:txBody>
                    <a:bodyPr/>
                    <a:lstStyle/>
                    <a:p>
                      <a:pPr indent="0" lvl="0" marL="0" marR="17145" rtl="0" algn="ctr">
                        <a:lnSpc>
                          <a:spcPct val="114444"/>
                        </a:lnSpc>
                        <a:spcBef>
                          <a:spcPts val="0"/>
                        </a:spcBef>
                        <a:spcAft>
                          <a:spcPts val="0"/>
                        </a:spcAft>
                        <a:buNone/>
                      </a:pPr>
                      <a:r>
                        <a:rPr lang="en-US" sz="1800" u="none" cap="none" strike="noStrike">
                          <a:latin typeface="Noto Sans Symbols"/>
                          <a:ea typeface="Noto Sans Symbols"/>
                          <a:cs typeface="Noto Sans Symbols"/>
                          <a:sym typeface="Noto Sans Symbols"/>
                        </a:rPr>
                        <a:t>▪</a:t>
                      </a:r>
                      <a:endParaRPr sz="1800" u="none" cap="none" strike="noStrike">
                        <a:latin typeface="Noto Sans Symbols"/>
                        <a:ea typeface="Noto Sans Symbols"/>
                        <a:cs typeface="Noto Sans Symbols"/>
                        <a:sym typeface="Noto Sans Symbols"/>
                      </a:endParaRPr>
                    </a:p>
                  </a:txBody>
                  <a:tcPr marT="0" marB="0" marR="0" marL="0"/>
                </a:tc>
                <a:tc>
                  <a:txBody>
                    <a:bodyPr/>
                    <a:lstStyle/>
                    <a:p>
                      <a:pPr indent="0" lvl="0" marL="56514" marR="0" rtl="0" algn="l">
                        <a:lnSpc>
                          <a:spcPct val="114444"/>
                        </a:lnSpc>
                        <a:spcBef>
                          <a:spcPts val="0"/>
                        </a:spcBef>
                        <a:spcAft>
                          <a:spcPts val="0"/>
                        </a:spcAft>
                        <a:buNone/>
                      </a:pPr>
                      <a:r>
                        <a:rPr lang="en-US" sz="1800" u="none" cap="none" strike="noStrike">
                          <a:latin typeface="Times New Roman"/>
                          <a:ea typeface="Times New Roman"/>
                          <a:cs typeface="Times New Roman"/>
                          <a:sym typeface="Times New Roman"/>
                        </a:rPr>
                        <a:t>5 words</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0" marR="48895" rtl="0" algn="r">
                        <a:lnSpc>
                          <a:spcPct val="107500"/>
                        </a:lnSpc>
                        <a:spcBef>
                          <a:spcPts val="0"/>
                        </a:spcBef>
                        <a:spcAft>
                          <a:spcPts val="0"/>
                        </a:spcAft>
                        <a:buNone/>
                      </a:pPr>
                      <a:r>
                        <a:rPr lang="en-US" sz="1800" u="none" cap="none" strike="noStrike">
                          <a:latin typeface="Noto Sans Symbols"/>
                          <a:ea typeface="Noto Sans Symbols"/>
                          <a:cs typeface="Noto Sans Symbols"/>
                          <a:sym typeface="Noto Sans Symbols"/>
                        </a:rPr>
                        <a:t>▪</a:t>
                      </a:r>
                      <a:endParaRPr sz="1800" u="none" cap="none" strike="noStrike">
                        <a:latin typeface="Noto Sans Symbols"/>
                        <a:ea typeface="Noto Sans Symbols"/>
                        <a:cs typeface="Noto Sans Symbols"/>
                        <a:sym typeface="Noto Sans Symbols"/>
                      </a:endParaRPr>
                    </a:p>
                  </a:txBody>
                  <a:tcPr marT="0" marB="0" marR="0" marL="0"/>
                </a:tc>
                <a:tc>
                  <a:txBody>
                    <a:bodyPr/>
                    <a:lstStyle/>
                    <a:p>
                      <a:pPr indent="0" lvl="0" marL="56514" marR="0" rtl="0" algn="l">
                        <a:lnSpc>
                          <a:spcPct val="107500"/>
                        </a:lnSpc>
                        <a:spcBef>
                          <a:spcPts val="0"/>
                        </a:spcBef>
                        <a:spcAft>
                          <a:spcPts val="0"/>
                        </a:spcAft>
                        <a:buNone/>
                      </a:pPr>
                      <a:r>
                        <a:rPr lang="en-US" sz="1800" u="none" cap="none" strike="noStrike">
                          <a:latin typeface="Times New Roman"/>
                          <a:ea typeface="Times New Roman"/>
                          <a:cs typeface="Times New Roman"/>
                          <a:sym typeface="Times New Roman"/>
                        </a:rPr>
                        <a:t>3 words</a:t>
                      </a:r>
                      <a:endParaRPr sz="1800" u="none" cap="none" strike="noStrike">
                        <a:latin typeface="Times New Roman"/>
                        <a:ea typeface="Times New Roman"/>
                        <a:cs typeface="Times New Roman"/>
                        <a:sym typeface="Times New Roman"/>
                      </a:endParaRPr>
                    </a:p>
                  </a:txBody>
                  <a:tcPr marT="0" marB="0" marR="0" marL="0"/>
                </a:tc>
              </a:tr>
              <a:tr h="279425">
                <a:tc>
                  <a:txBody>
                    <a:bodyPr/>
                    <a:lstStyle/>
                    <a:p>
                      <a:pPr indent="0" lvl="0" marL="0" marR="17145" rtl="0" algn="ctr">
                        <a:lnSpc>
                          <a:spcPct val="115833"/>
                        </a:lnSpc>
                        <a:spcBef>
                          <a:spcPts val="0"/>
                        </a:spcBef>
                        <a:spcAft>
                          <a:spcPts val="0"/>
                        </a:spcAft>
                        <a:buNone/>
                      </a:pPr>
                      <a:r>
                        <a:rPr lang="en-US" sz="1800" u="none" cap="none" strike="noStrike">
                          <a:latin typeface="Noto Sans Symbols"/>
                          <a:ea typeface="Noto Sans Symbols"/>
                          <a:cs typeface="Noto Sans Symbols"/>
                          <a:sym typeface="Noto Sans Symbols"/>
                        </a:rPr>
                        <a:t>▪</a:t>
                      </a:r>
                      <a:endParaRPr sz="1800" u="none" cap="none" strike="noStrike">
                        <a:latin typeface="Noto Sans Symbols"/>
                        <a:ea typeface="Noto Sans Symbols"/>
                        <a:cs typeface="Noto Sans Symbols"/>
                        <a:sym typeface="Noto Sans Symbols"/>
                      </a:endParaRPr>
                    </a:p>
                  </a:txBody>
                  <a:tcPr marT="0" marB="0" marR="0" marL="0"/>
                </a:tc>
                <a:tc>
                  <a:txBody>
                    <a:bodyPr/>
                    <a:lstStyle/>
                    <a:p>
                      <a:pPr indent="0" lvl="0" marL="56514" marR="0" rtl="0" algn="l">
                        <a:lnSpc>
                          <a:spcPct val="115833"/>
                        </a:lnSpc>
                        <a:spcBef>
                          <a:spcPts val="0"/>
                        </a:spcBef>
                        <a:spcAft>
                          <a:spcPts val="0"/>
                        </a:spcAft>
                        <a:buNone/>
                      </a:pPr>
                      <a:r>
                        <a:rPr lang="en-US" sz="1800" u="none" cap="none" strike="noStrike">
                          <a:latin typeface="Times New Roman"/>
                          <a:ea typeface="Times New Roman"/>
                          <a:cs typeface="Times New Roman"/>
                          <a:sym typeface="Times New Roman"/>
                        </a:rPr>
                        <a:t>5 or 6 cycles</a:t>
                      </a:r>
                      <a:endParaRPr sz="1800" u="none" cap="none" strike="noStrike">
                        <a:latin typeface="Times New Roman"/>
                        <a:ea typeface="Times New Roman"/>
                        <a:cs typeface="Times New Roman"/>
                        <a:sym typeface="Times New Roman"/>
                      </a:endParaRPr>
                    </a:p>
                  </a:txBody>
                  <a:tcPr marT="0" marB="0" marR="0" marL="0"/>
                </a:tc>
                <a:tc>
                  <a:txBody>
                    <a:bodyPr/>
                    <a:lstStyle/>
                    <a:p>
                      <a:pPr indent="0" lvl="0" marL="0" marR="48895" rtl="0" algn="r">
                        <a:lnSpc>
                          <a:spcPct val="107722"/>
                        </a:lnSpc>
                        <a:spcBef>
                          <a:spcPts val="0"/>
                        </a:spcBef>
                        <a:spcAft>
                          <a:spcPts val="0"/>
                        </a:spcAft>
                        <a:buNone/>
                      </a:pPr>
                      <a:r>
                        <a:rPr lang="en-US" sz="1800" u="none" cap="none" strike="noStrike">
                          <a:latin typeface="Noto Sans Symbols"/>
                          <a:ea typeface="Noto Sans Symbols"/>
                          <a:cs typeface="Noto Sans Symbols"/>
                          <a:sym typeface="Noto Sans Symbols"/>
                        </a:rPr>
                        <a:t>▪</a:t>
                      </a:r>
                      <a:endParaRPr sz="1800" u="none" cap="none" strike="noStrike">
                        <a:latin typeface="Noto Sans Symbols"/>
                        <a:ea typeface="Noto Sans Symbols"/>
                        <a:cs typeface="Noto Sans Symbols"/>
                        <a:sym typeface="Noto Sans Symbols"/>
                      </a:endParaRPr>
                    </a:p>
                  </a:txBody>
                  <a:tcPr marT="0" marB="0" marR="0" marL="0"/>
                </a:tc>
                <a:tc>
                  <a:txBody>
                    <a:bodyPr/>
                    <a:lstStyle/>
                    <a:p>
                      <a:pPr indent="0" lvl="0" marL="56514" marR="0" rtl="0" algn="l">
                        <a:lnSpc>
                          <a:spcPct val="107722"/>
                        </a:lnSpc>
                        <a:spcBef>
                          <a:spcPts val="0"/>
                        </a:spcBef>
                        <a:spcAft>
                          <a:spcPts val="0"/>
                        </a:spcAft>
                        <a:buNone/>
                      </a:pPr>
                      <a:r>
                        <a:rPr lang="en-US" sz="1800" u="none" cap="none" strike="noStrike">
                          <a:latin typeface="Times New Roman"/>
                          <a:ea typeface="Times New Roman"/>
                          <a:cs typeface="Times New Roman"/>
                          <a:sym typeface="Times New Roman"/>
                        </a:rPr>
                        <a:t>3 cycles</a:t>
                      </a:r>
                      <a:endParaRPr sz="1800" u="none" cap="none" strike="noStrike">
                        <a:latin typeface="Times New Roman"/>
                        <a:ea typeface="Times New Roman"/>
                        <a:cs typeface="Times New Roman"/>
                        <a:sym typeface="Times New Roman"/>
                      </a:endParaRPr>
                    </a:p>
                  </a:txBody>
                  <a:tcPr marT="0" marB="0" marR="0" marL="0"/>
                </a:tc>
              </a:tr>
            </a:tbl>
          </a:graphicData>
        </a:graphic>
      </p:graphicFrame>
      <p:sp>
        <p:nvSpPr>
          <p:cNvPr id="929" name="Google Shape;929;g23d6451c848_0_326"/>
          <p:cNvSpPr txBox="1"/>
          <p:nvPr/>
        </p:nvSpPr>
        <p:spPr>
          <a:xfrm>
            <a:off x="3741801" y="2104898"/>
            <a:ext cx="2931900" cy="944100"/>
          </a:xfrm>
          <a:prstGeom prst="rect">
            <a:avLst/>
          </a:prstGeom>
          <a:noFill/>
          <a:ln>
            <a:noFill/>
          </a:ln>
        </p:spPr>
        <p:txBody>
          <a:bodyPr anchorCtr="0" anchor="t" bIns="0" lIns="0" spcFirstLastPara="1" rIns="0" wrap="square" tIns="62225">
            <a:spAutoFit/>
          </a:bodyPr>
          <a:lstStyle/>
          <a:p>
            <a:pPr indent="0" lvl="0" marL="1198880" marR="0" rtl="0" algn="l">
              <a:lnSpc>
                <a:spcPct val="100000"/>
              </a:lnSpc>
              <a:spcBef>
                <a:spcPts val="0"/>
              </a:spcBef>
              <a:spcAft>
                <a:spcPts val="0"/>
              </a:spcAft>
              <a:buNone/>
            </a:pPr>
            <a:r>
              <a:rPr b="1" lang="en-US" sz="1800">
                <a:latin typeface="Times New Roman"/>
                <a:ea typeface="Times New Roman"/>
                <a:cs typeface="Times New Roman"/>
                <a:sym typeface="Times New Roman"/>
              </a:rPr>
              <a:t>ARM instructions</a:t>
            </a:r>
            <a:endParaRPr sz="1800">
              <a:latin typeface="Times New Roman"/>
              <a:ea typeface="Times New Roman"/>
              <a:cs typeface="Times New Roman"/>
              <a:sym typeface="Times New Roman"/>
            </a:endParaRPr>
          </a:p>
          <a:p>
            <a:pPr indent="0" lvl="0" marL="12700" marR="0" rtl="0" algn="l">
              <a:lnSpc>
                <a:spcPct val="100000"/>
              </a:lnSpc>
              <a:spcBef>
                <a:spcPts val="390"/>
              </a:spcBef>
              <a:spcAft>
                <a:spcPts val="0"/>
              </a:spcAft>
              <a:buNone/>
            </a:pPr>
            <a:r>
              <a:rPr lang="en-US" sz="1800">
                <a:latin typeface="Times New Roman"/>
                <a:ea typeface="Times New Roman"/>
                <a:cs typeface="Times New Roman"/>
                <a:sym typeface="Times New Roman"/>
              </a:rPr>
              <a:t>unconditional</a:t>
            </a:r>
            <a:endParaRPr sz="1800">
              <a:latin typeface="Times New Roman"/>
              <a:ea typeface="Times New Roman"/>
              <a:cs typeface="Times New Roman"/>
              <a:sym typeface="Times New Roman"/>
            </a:endParaRPr>
          </a:p>
        </p:txBody>
      </p:sp>
      <p:sp>
        <p:nvSpPr>
          <p:cNvPr id="930" name="Google Shape;930;g23d6451c848_0_326"/>
          <p:cNvSpPr txBox="1"/>
          <p:nvPr/>
        </p:nvSpPr>
        <p:spPr>
          <a:xfrm>
            <a:off x="6957272" y="2778625"/>
            <a:ext cx="1250100" cy="289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latin typeface="Times New Roman"/>
                <a:ea typeface="Times New Roman"/>
                <a:cs typeface="Times New Roman"/>
                <a:sym typeface="Times New Roman"/>
              </a:rPr>
              <a:t>conditional</a:t>
            </a:r>
            <a:endParaRPr sz="1800">
              <a:latin typeface="Times New Roman"/>
              <a:ea typeface="Times New Roman"/>
              <a:cs typeface="Times New Roman"/>
              <a:sym typeface="Times New Roman"/>
            </a:endParaRPr>
          </a:p>
        </p:txBody>
      </p:sp>
      <p:sp>
        <p:nvSpPr>
          <p:cNvPr id="931" name="Google Shape;931;g23d6451c848_0_326"/>
          <p:cNvSpPr txBox="1"/>
          <p:nvPr/>
        </p:nvSpPr>
        <p:spPr>
          <a:xfrm>
            <a:off x="307340" y="946480"/>
            <a:ext cx="8130600" cy="1103400"/>
          </a:xfrm>
          <a:prstGeom prst="rect">
            <a:avLst/>
          </a:prstGeom>
          <a:noFill/>
          <a:ln>
            <a:noFill/>
          </a:ln>
        </p:spPr>
        <p:txBody>
          <a:bodyPr anchorCtr="0" anchor="t" bIns="0" lIns="0" spcFirstLastPara="1" rIns="0" wrap="square" tIns="50150">
            <a:spAutoFit/>
          </a:bodyPr>
          <a:lstStyle/>
          <a:p>
            <a:pPr indent="-203200" lvl="0" marL="215265" marR="5080" rtl="0" algn="l">
              <a:lnSpc>
                <a:spcPct val="113750"/>
              </a:lnSpc>
              <a:spcBef>
                <a:spcPts val="0"/>
              </a:spcBef>
              <a:spcAft>
                <a:spcPts val="0"/>
              </a:spcAft>
              <a:buClr>
                <a:srgbClr val="00007E"/>
              </a:buClr>
              <a:buSzPts val="2300"/>
              <a:buFont typeface="Noto Sans Symbols"/>
              <a:buChar char="❖"/>
            </a:pPr>
            <a:r>
              <a:rPr lang="en-US" sz="3200">
                <a:latin typeface="Times New Roman"/>
                <a:ea typeface="Times New Roman"/>
                <a:cs typeface="Times New Roman"/>
                <a:sym typeface="Times New Roman"/>
              </a:rPr>
              <a:t>All instructions can be executed conditionally.  Simply add {EQ,NE,LT,LE,GT,GE, etc.} to end</a:t>
            </a:r>
            <a:endParaRPr sz="3200">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5" name="Shape 935"/>
        <p:cNvGrpSpPr/>
        <p:nvPr/>
      </p:nvGrpSpPr>
      <p:grpSpPr>
        <a:xfrm>
          <a:off x="0" y="0"/>
          <a:ext cx="0" cy="0"/>
          <a:chOff x="0" y="0"/>
          <a:chExt cx="0" cy="0"/>
        </a:xfrm>
      </p:grpSpPr>
      <p:sp>
        <p:nvSpPr>
          <p:cNvPr id="936" name="Google Shape;936;p47"/>
          <p:cNvSpPr txBox="1"/>
          <p:nvPr>
            <p:ph type="title"/>
          </p:nvPr>
        </p:nvSpPr>
        <p:spPr>
          <a:xfrm>
            <a:off x="3234562" y="462279"/>
            <a:ext cx="2674874" cy="695960"/>
          </a:xfrm>
          <a:prstGeom prst="rect">
            <a:avLst/>
          </a:prstGeom>
          <a:noFill/>
          <a:ln>
            <a:noFill/>
          </a:ln>
        </p:spPr>
        <p:txBody>
          <a:bodyPr anchorCtr="0" anchor="t" bIns="0" lIns="0" spcFirstLastPara="1" rIns="0" wrap="square" tIns="12700">
            <a:spAutoFit/>
          </a:bodyPr>
          <a:lstStyle/>
          <a:p>
            <a:pPr indent="0" lvl="0" marL="14604" rtl="0" algn="l">
              <a:lnSpc>
                <a:spcPct val="100000"/>
              </a:lnSpc>
              <a:spcBef>
                <a:spcPts val="0"/>
              </a:spcBef>
              <a:spcAft>
                <a:spcPts val="0"/>
              </a:spcAft>
              <a:buSzPts val="1400"/>
              <a:buNone/>
            </a:pPr>
            <a:r>
              <a:rPr lang="en-US"/>
              <a:t>Expressions</a:t>
            </a:r>
            <a:endParaRPr/>
          </a:p>
        </p:txBody>
      </p:sp>
      <p:sp>
        <p:nvSpPr>
          <p:cNvPr id="937" name="Google Shape;937;p47"/>
          <p:cNvSpPr txBox="1"/>
          <p:nvPr/>
        </p:nvSpPr>
        <p:spPr>
          <a:xfrm>
            <a:off x="535940" y="1525574"/>
            <a:ext cx="8056880" cy="3951604"/>
          </a:xfrm>
          <a:prstGeom prst="rect">
            <a:avLst/>
          </a:prstGeom>
          <a:noFill/>
          <a:ln>
            <a:noFill/>
          </a:ln>
        </p:spPr>
        <p:txBody>
          <a:bodyPr anchorCtr="0" anchor="t" bIns="0" lIns="0" spcFirstLastPara="1" rIns="0" wrap="square" tIns="97775">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draw expression tree</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allocate registers to nodes</a:t>
            </a:r>
            <a:endParaRPr b="0" i="0" sz="2800" u="none" cap="none" strike="noStrike">
              <a:solidFill>
                <a:srgbClr val="000000"/>
              </a:solidFill>
              <a:latin typeface="Carlito"/>
              <a:ea typeface="Carlito"/>
              <a:cs typeface="Carlito"/>
              <a:sym typeface="Carlito"/>
            </a:endParaRPr>
          </a:p>
          <a:p>
            <a:pPr indent="-285750" lvl="1" marL="755650" marR="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from bottom left</a:t>
            </a:r>
            <a:endParaRPr b="0" i="0" sz="2800" u="none" cap="none" strike="noStrike">
              <a:solidFill>
                <a:srgbClr val="000000"/>
              </a:solidFill>
              <a:latin typeface="Carlito"/>
              <a:ea typeface="Carlito"/>
              <a:cs typeface="Carlito"/>
              <a:sym typeface="Carlito"/>
            </a:endParaRPr>
          </a:p>
          <a:p>
            <a:pPr indent="-285750" lvl="1" marL="755650" marR="5080" rtl="0" algn="l">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if expression in assignment then start with register  for destination variable</a:t>
            </a:r>
            <a:endParaRPr b="0" i="0" sz="2800" u="none" cap="none" strike="noStrike">
              <a:solidFill>
                <a:srgbClr val="000000"/>
              </a:solidFill>
              <a:latin typeface="Carlito"/>
              <a:ea typeface="Carlito"/>
              <a:cs typeface="Carlito"/>
              <a:sym typeface="Carlito"/>
            </a:endParaRPr>
          </a:p>
          <a:p>
            <a:pPr indent="-342900" lvl="0" marL="3556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accumulate into register for left operand</a:t>
            </a:r>
            <a:endParaRPr b="0" i="0" sz="2800" u="none" cap="none" strike="noStrike">
              <a:solidFill>
                <a:srgbClr val="000000"/>
              </a:solidFill>
              <a:latin typeface="Carlito"/>
              <a:ea typeface="Carlito"/>
              <a:cs typeface="Carlito"/>
              <a:sym typeface="Carlito"/>
            </a:endParaRPr>
          </a:p>
          <a:p>
            <a:pPr indent="-342900" lvl="0" marL="355600" marR="79502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Carlito"/>
                <a:ea typeface="Carlito"/>
                <a:cs typeface="Carlito"/>
                <a:sym typeface="Carlito"/>
              </a:rPr>
              <a:t>can re-use any register whose value is no longer  required</a:t>
            </a:r>
            <a:endParaRPr b="0" i="0" sz="2800" u="none" cap="none" strike="noStrike">
              <a:solidFill>
                <a:srgbClr val="000000"/>
              </a:solidFill>
              <a:latin typeface="Carlito"/>
              <a:ea typeface="Carlito"/>
              <a:cs typeface="Carlito"/>
              <a:sym typeface="Carlit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1" name="Shape 941"/>
        <p:cNvGrpSpPr/>
        <p:nvPr/>
      </p:nvGrpSpPr>
      <p:grpSpPr>
        <a:xfrm>
          <a:off x="0" y="0"/>
          <a:ext cx="0" cy="0"/>
          <a:chOff x="0" y="0"/>
          <a:chExt cx="0" cy="0"/>
        </a:xfrm>
      </p:grpSpPr>
      <p:sp>
        <p:nvSpPr>
          <p:cNvPr id="942" name="Google Shape;942;p48"/>
          <p:cNvSpPr txBox="1"/>
          <p:nvPr>
            <p:ph type="title"/>
          </p:nvPr>
        </p:nvSpPr>
        <p:spPr>
          <a:xfrm>
            <a:off x="2201672" y="462279"/>
            <a:ext cx="47390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Pythagoras</a:t>
            </a:r>
            <a:endParaRPr/>
          </a:p>
        </p:txBody>
      </p:sp>
      <p:graphicFrame>
        <p:nvGraphicFramePr>
          <p:cNvPr id="943" name="Google Shape;943;p48"/>
          <p:cNvGraphicFramePr/>
          <p:nvPr/>
        </p:nvGraphicFramePr>
        <p:xfrm>
          <a:off x="516890" y="1661408"/>
          <a:ext cx="3000000" cy="3000000"/>
        </p:xfrm>
        <a:graphic>
          <a:graphicData uri="http://schemas.openxmlformats.org/drawingml/2006/table">
            <a:tbl>
              <a:tblPr bandRow="1" firstRow="1">
                <a:noFill/>
                <a:tableStyleId>{A208092A-0E1D-4A29-AAB8-C88494F253AD}</a:tableStyleId>
              </a:tblPr>
              <a:tblGrid>
                <a:gridCol w="671200"/>
                <a:gridCol w="548000"/>
                <a:gridCol w="547375"/>
                <a:gridCol w="548000"/>
                <a:gridCol w="488325"/>
              </a:tblGrid>
              <a:tr h="392100">
                <a:tc>
                  <a:txBody>
                    <a:bodyPr/>
                    <a:lstStyle/>
                    <a:p>
                      <a:pPr indent="0" lvl="0" marL="0" marR="5080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x;</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R1</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y;</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R2</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z;</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R3</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3921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p;</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R4</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bl>
          </a:graphicData>
        </a:graphic>
      </p:graphicFrame>
      <p:sp>
        <p:nvSpPr>
          <p:cNvPr id="944" name="Google Shape;944;p48"/>
          <p:cNvSpPr txBox="1"/>
          <p:nvPr/>
        </p:nvSpPr>
        <p:spPr>
          <a:xfrm>
            <a:off x="535940" y="3280145"/>
            <a:ext cx="2947670" cy="3098800"/>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x = 3;</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8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y = 4;</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z = 5;</a:t>
            </a:r>
            <a:endParaRPr b="0" i="0" sz="2400" u="none" cap="none" strike="noStrike">
              <a:solidFill>
                <a:srgbClr val="000000"/>
              </a:solidFill>
              <a:latin typeface="Courier New"/>
              <a:ea typeface="Courier New"/>
              <a:cs typeface="Courier New"/>
              <a:sym typeface="Courier New"/>
            </a:endParaRPr>
          </a:p>
          <a:p>
            <a:pPr indent="-182880" lvl="0" marL="194945" marR="5080" rtl="0" algn="l">
              <a:lnSpc>
                <a:spcPct val="12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if(x*x+y*y==z*z)  p=1;</a:t>
            </a:r>
            <a:endParaRPr b="0" i="0" sz="2400" u="none" cap="none" strike="noStrike">
              <a:solidFill>
                <a:srgbClr val="000000"/>
              </a:solidFill>
              <a:latin typeface="Courier New"/>
              <a:ea typeface="Courier New"/>
              <a:cs typeface="Courier New"/>
              <a:sym typeface="Courier New"/>
            </a:endParaRPr>
          </a:p>
          <a:p>
            <a:pPr indent="-182880" lvl="0" marL="194945" marR="2013585" rtl="0" algn="l">
              <a:lnSpc>
                <a:spcPct val="144166"/>
              </a:lnSpc>
              <a:spcBef>
                <a:spcPts val="204"/>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else  p=0;</a:t>
            </a:r>
            <a:endParaRPr b="0" i="0" sz="2400" u="none" cap="none" strike="noStrike">
              <a:solidFill>
                <a:srgbClr val="000000"/>
              </a:solidFill>
              <a:latin typeface="Courier New"/>
              <a:ea typeface="Courier New"/>
              <a:cs typeface="Courier New"/>
              <a:sym typeface="Courier New"/>
            </a:endParaRPr>
          </a:p>
        </p:txBody>
      </p:sp>
      <p:sp>
        <p:nvSpPr>
          <p:cNvPr id="945" name="Google Shape;945;p48"/>
          <p:cNvSpPr txBox="1"/>
          <p:nvPr/>
        </p:nvSpPr>
        <p:spPr>
          <a:xfrm>
            <a:off x="6727697" y="1635252"/>
            <a:ext cx="29845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946" name="Google Shape;946;p48"/>
          <p:cNvSpPr/>
          <p:nvPr/>
        </p:nvSpPr>
        <p:spPr>
          <a:xfrm>
            <a:off x="6156197" y="1913889"/>
            <a:ext cx="579755" cy="723265"/>
          </a:xfrm>
          <a:custGeom>
            <a:rect b="b" l="l" r="r" t="t"/>
            <a:pathLst>
              <a:path extrusionOk="0" h="723264" w="579754">
                <a:moveTo>
                  <a:pt x="16890" y="623315"/>
                </a:moveTo>
                <a:lnTo>
                  <a:pt x="14477" y="625094"/>
                </a:lnTo>
                <a:lnTo>
                  <a:pt x="0" y="723011"/>
                </a:lnTo>
                <a:lnTo>
                  <a:pt x="11198" y="718693"/>
                </a:lnTo>
                <a:lnTo>
                  <a:pt x="9525" y="718693"/>
                </a:lnTo>
                <a:lnTo>
                  <a:pt x="2159" y="712724"/>
                </a:lnTo>
                <a:lnTo>
                  <a:pt x="13119" y="699021"/>
                </a:lnTo>
                <a:lnTo>
                  <a:pt x="23875" y="626490"/>
                </a:lnTo>
                <a:lnTo>
                  <a:pt x="22098" y="624077"/>
                </a:lnTo>
                <a:lnTo>
                  <a:pt x="16890" y="623315"/>
                </a:lnTo>
                <a:close/>
              </a:path>
              <a:path extrusionOk="0" h="723264" w="579754">
                <a:moveTo>
                  <a:pt x="13119" y="699021"/>
                </a:moveTo>
                <a:lnTo>
                  <a:pt x="2159" y="712724"/>
                </a:lnTo>
                <a:lnTo>
                  <a:pt x="9525" y="718693"/>
                </a:lnTo>
                <a:lnTo>
                  <a:pt x="11353" y="716407"/>
                </a:lnTo>
                <a:lnTo>
                  <a:pt x="10540" y="716407"/>
                </a:lnTo>
                <a:lnTo>
                  <a:pt x="4190" y="711200"/>
                </a:lnTo>
                <a:lnTo>
                  <a:pt x="11745" y="708285"/>
                </a:lnTo>
                <a:lnTo>
                  <a:pt x="13119" y="699021"/>
                </a:lnTo>
                <a:close/>
              </a:path>
              <a:path extrusionOk="0" h="723264" w="579754">
                <a:moveTo>
                  <a:pt x="88900" y="678561"/>
                </a:moveTo>
                <a:lnTo>
                  <a:pt x="86487" y="679450"/>
                </a:lnTo>
                <a:lnTo>
                  <a:pt x="20578" y="704877"/>
                </a:lnTo>
                <a:lnTo>
                  <a:pt x="9525" y="718693"/>
                </a:lnTo>
                <a:lnTo>
                  <a:pt x="11198" y="718693"/>
                </a:lnTo>
                <a:lnTo>
                  <a:pt x="89915" y="688339"/>
                </a:lnTo>
                <a:lnTo>
                  <a:pt x="92328" y="687451"/>
                </a:lnTo>
                <a:lnTo>
                  <a:pt x="93599" y="684657"/>
                </a:lnTo>
                <a:lnTo>
                  <a:pt x="92582" y="682244"/>
                </a:lnTo>
                <a:lnTo>
                  <a:pt x="91693" y="679704"/>
                </a:lnTo>
                <a:lnTo>
                  <a:pt x="88900" y="678561"/>
                </a:lnTo>
                <a:close/>
              </a:path>
              <a:path extrusionOk="0" h="723264" w="579754">
                <a:moveTo>
                  <a:pt x="11745" y="708285"/>
                </a:moveTo>
                <a:lnTo>
                  <a:pt x="4190" y="711200"/>
                </a:lnTo>
                <a:lnTo>
                  <a:pt x="10540" y="716407"/>
                </a:lnTo>
                <a:lnTo>
                  <a:pt x="11745" y="708285"/>
                </a:lnTo>
                <a:close/>
              </a:path>
              <a:path extrusionOk="0" h="723264" w="579754">
                <a:moveTo>
                  <a:pt x="20578" y="704877"/>
                </a:moveTo>
                <a:lnTo>
                  <a:pt x="11745" y="708285"/>
                </a:lnTo>
                <a:lnTo>
                  <a:pt x="10540" y="716407"/>
                </a:lnTo>
                <a:lnTo>
                  <a:pt x="11353" y="716407"/>
                </a:lnTo>
                <a:lnTo>
                  <a:pt x="20578" y="704877"/>
                </a:lnTo>
                <a:close/>
              </a:path>
              <a:path extrusionOk="0" h="723264" w="579754">
                <a:moveTo>
                  <a:pt x="572261" y="0"/>
                </a:moveTo>
                <a:lnTo>
                  <a:pt x="13119" y="699021"/>
                </a:lnTo>
                <a:lnTo>
                  <a:pt x="11745" y="708285"/>
                </a:lnTo>
                <a:lnTo>
                  <a:pt x="20578" y="704877"/>
                </a:lnTo>
                <a:lnTo>
                  <a:pt x="579754" y="5969"/>
                </a:lnTo>
                <a:lnTo>
                  <a:pt x="57226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7" name="Google Shape;947;p48"/>
          <p:cNvSpPr txBox="1"/>
          <p:nvPr/>
        </p:nvSpPr>
        <p:spPr>
          <a:xfrm>
            <a:off x="6147308" y="2643632"/>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948" name="Google Shape;948;p48"/>
          <p:cNvSpPr/>
          <p:nvPr/>
        </p:nvSpPr>
        <p:spPr>
          <a:xfrm>
            <a:off x="5508116" y="2850007"/>
            <a:ext cx="579755" cy="723265"/>
          </a:xfrm>
          <a:custGeom>
            <a:rect b="b" l="l" r="r" t="t"/>
            <a:pathLst>
              <a:path extrusionOk="0" h="723264" w="579754">
                <a:moveTo>
                  <a:pt x="16891" y="623315"/>
                </a:moveTo>
                <a:lnTo>
                  <a:pt x="14478" y="625093"/>
                </a:lnTo>
                <a:lnTo>
                  <a:pt x="0" y="723010"/>
                </a:lnTo>
                <a:lnTo>
                  <a:pt x="11527" y="718565"/>
                </a:lnTo>
                <a:lnTo>
                  <a:pt x="9652" y="718565"/>
                </a:lnTo>
                <a:lnTo>
                  <a:pt x="2159" y="712723"/>
                </a:lnTo>
                <a:lnTo>
                  <a:pt x="13100" y="699048"/>
                </a:lnTo>
                <a:lnTo>
                  <a:pt x="23875" y="626490"/>
                </a:lnTo>
                <a:lnTo>
                  <a:pt x="22098" y="624077"/>
                </a:lnTo>
                <a:lnTo>
                  <a:pt x="16891" y="623315"/>
                </a:lnTo>
                <a:close/>
              </a:path>
              <a:path extrusionOk="0" h="723264" w="579754">
                <a:moveTo>
                  <a:pt x="13100" y="699048"/>
                </a:moveTo>
                <a:lnTo>
                  <a:pt x="2159" y="712723"/>
                </a:lnTo>
                <a:lnTo>
                  <a:pt x="9652" y="718565"/>
                </a:lnTo>
                <a:lnTo>
                  <a:pt x="11480" y="716279"/>
                </a:lnTo>
                <a:lnTo>
                  <a:pt x="10541" y="716279"/>
                </a:lnTo>
                <a:lnTo>
                  <a:pt x="4191" y="711200"/>
                </a:lnTo>
                <a:lnTo>
                  <a:pt x="11727" y="708292"/>
                </a:lnTo>
                <a:lnTo>
                  <a:pt x="13100" y="699048"/>
                </a:lnTo>
                <a:close/>
              </a:path>
              <a:path extrusionOk="0" h="723264" w="579754">
                <a:moveTo>
                  <a:pt x="88900" y="678560"/>
                </a:moveTo>
                <a:lnTo>
                  <a:pt x="86487" y="679450"/>
                </a:lnTo>
                <a:lnTo>
                  <a:pt x="20611" y="704864"/>
                </a:lnTo>
                <a:lnTo>
                  <a:pt x="9652" y="718565"/>
                </a:lnTo>
                <a:lnTo>
                  <a:pt x="11527" y="718565"/>
                </a:lnTo>
                <a:lnTo>
                  <a:pt x="89916" y="688339"/>
                </a:lnTo>
                <a:lnTo>
                  <a:pt x="92329" y="687451"/>
                </a:lnTo>
                <a:lnTo>
                  <a:pt x="93599" y="684656"/>
                </a:lnTo>
                <a:lnTo>
                  <a:pt x="92583" y="682243"/>
                </a:lnTo>
                <a:lnTo>
                  <a:pt x="91694" y="679703"/>
                </a:lnTo>
                <a:lnTo>
                  <a:pt x="88900" y="678560"/>
                </a:lnTo>
                <a:close/>
              </a:path>
              <a:path extrusionOk="0" h="723264" w="579754">
                <a:moveTo>
                  <a:pt x="11727" y="708292"/>
                </a:moveTo>
                <a:lnTo>
                  <a:pt x="4191" y="711200"/>
                </a:lnTo>
                <a:lnTo>
                  <a:pt x="10541" y="716279"/>
                </a:lnTo>
                <a:lnTo>
                  <a:pt x="11727" y="708292"/>
                </a:lnTo>
                <a:close/>
              </a:path>
              <a:path extrusionOk="0" h="723264" w="579754">
                <a:moveTo>
                  <a:pt x="20611" y="704864"/>
                </a:moveTo>
                <a:lnTo>
                  <a:pt x="11727" y="708292"/>
                </a:lnTo>
                <a:lnTo>
                  <a:pt x="10541" y="716279"/>
                </a:lnTo>
                <a:lnTo>
                  <a:pt x="11480" y="716279"/>
                </a:lnTo>
                <a:lnTo>
                  <a:pt x="20611" y="704864"/>
                </a:lnTo>
                <a:close/>
              </a:path>
              <a:path extrusionOk="0" h="723264" w="579754">
                <a:moveTo>
                  <a:pt x="572388" y="0"/>
                </a:moveTo>
                <a:lnTo>
                  <a:pt x="13100" y="699048"/>
                </a:lnTo>
                <a:lnTo>
                  <a:pt x="11727" y="708292"/>
                </a:lnTo>
                <a:lnTo>
                  <a:pt x="20611" y="704864"/>
                </a:lnTo>
                <a:lnTo>
                  <a:pt x="579755" y="5841"/>
                </a:lnTo>
                <a:lnTo>
                  <a:pt x="57238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9" name="Google Shape;949;p48"/>
          <p:cNvSpPr txBox="1"/>
          <p:nvPr/>
        </p:nvSpPr>
        <p:spPr>
          <a:xfrm>
            <a:off x="5427217" y="357987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950" name="Google Shape;950;p48"/>
          <p:cNvSpPr/>
          <p:nvPr/>
        </p:nvSpPr>
        <p:spPr>
          <a:xfrm>
            <a:off x="5004053" y="3785996"/>
            <a:ext cx="435609" cy="507365"/>
          </a:xfrm>
          <a:custGeom>
            <a:rect b="b" l="l" r="r" t="t"/>
            <a:pathLst>
              <a:path extrusionOk="0" h="507364" w="435610">
                <a:moveTo>
                  <a:pt x="20193" y="408050"/>
                </a:moveTo>
                <a:lnTo>
                  <a:pt x="17780" y="409701"/>
                </a:lnTo>
                <a:lnTo>
                  <a:pt x="17272" y="412241"/>
                </a:lnTo>
                <a:lnTo>
                  <a:pt x="0" y="507110"/>
                </a:lnTo>
                <a:lnTo>
                  <a:pt x="11702" y="503046"/>
                </a:lnTo>
                <a:lnTo>
                  <a:pt x="9779" y="503046"/>
                </a:lnTo>
                <a:lnTo>
                  <a:pt x="2540" y="496823"/>
                </a:lnTo>
                <a:lnTo>
                  <a:pt x="13952" y="483508"/>
                </a:lnTo>
                <a:lnTo>
                  <a:pt x="26670" y="414019"/>
                </a:lnTo>
                <a:lnTo>
                  <a:pt x="27178" y="411479"/>
                </a:lnTo>
                <a:lnTo>
                  <a:pt x="25400" y="408939"/>
                </a:lnTo>
                <a:lnTo>
                  <a:pt x="22860" y="408431"/>
                </a:lnTo>
                <a:lnTo>
                  <a:pt x="20193" y="408050"/>
                </a:lnTo>
                <a:close/>
              </a:path>
              <a:path extrusionOk="0" h="507364" w="435610">
                <a:moveTo>
                  <a:pt x="13952" y="483508"/>
                </a:moveTo>
                <a:lnTo>
                  <a:pt x="2540" y="496823"/>
                </a:lnTo>
                <a:lnTo>
                  <a:pt x="9779" y="503046"/>
                </a:lnTo>
                <a:lnTo>
                  <a:pt x="11737" y="500760"/>
                </a:lnTo>
                <a:lnTo>
                  <a:pt x="10795" y="500760"/>
                </a:lnTo>
                <a:lnTo>
                  <a:pt x="4572" y="495426"/>
                </a:lnTo>
                <a:lnTo>
                  <a:pt x="12260" y="492754"/>
                </a:lnTo>
                <a:lnTo>
                  <a:pt x="13952" y="483508"/>
                </a:lnTo>
                <a:close/>
              </a:path>
              <a:path extrusionOk="0" h="507364" w="435610">
                <a:moveTo>
                  <a:pt x="90424" y="465708"/>
                </a:moveTo>
                <a:lnTo>
                  <a:pt x="87884" y="466470"/>
                </a:lnTo>
                <a:lnTo>
                  <a:pt x="21286" y="489617"/>
                </a:lnTo>
                <a:lnTo>
                  <a:pt x="9779" y="503046"/>
                </a:lnTo>
                <a:lnTo>
                  <a:pt x="11702" y="503046"/>
                </a:lnTo>
                <a:lnTo>
                  <a:pt x="91059" y="475488"/>
                </a:lnTo>
                <a:lnTo>
                  <a:pt x="93472" y="474598"/>
                </a:lnTo>
                <a:lnTo>
                  <a:pt x="94869" y="471931"/>
                </a:lnTo>
                <a:lnTo>
                  <a:pt x="93980" y="469391"/>
                </a:lnTo>
                <a:lnTo>
                  <a:pt x="93091" y="466978"/>
                </a:lnTo>
                <a:lnTo>
                  <a:pt x="90424" y="465708"/>
                </a:lnTo>
                <a:close/>
              </a:path>
              <a:path extrusionOk="0" h="507364" w="435610">
                <a:moveTo>
                  <a:pt x="12260" y="492754"/>
                </a:moveTo>
                <a:lnTo>
                  <a:pt x="4572" y="495426"/>
                </a:lnTo>
                <a:lnTo>
                  <a:pt x="10795" y="500760"/>
                </a:lnTo>
                <a:lnTo>
                  <a:pt x="12260" y="492754"/>
                </a:lnTo>
                <a:close/>
              </a:path>
              <a:path extrusionOk="0" h="507364" w="435610">
                <a:moveTo>
                  <a:pt x="21286" y="489617"/>
                </a:moveTo>
                <a:lnTo>
                  <a:pt x="12260" y="492754"/>
                </a:lnTo>
                <a:lnTo>
                  <a:pt x="10795" y="500760"/>
                </a:lnTo>
                <a:lnTo>
                  <a:pt x="11737" y="500760"/>
                </a:lnTo>
                <a:lnTo>
                  <a:pt x="21286" y="489617"/>
                </a:lnTo>
                <a:close/>
              </a:path>
              <a:path extrusionOk="0" h="507364" w="435610">
                <a:moveTo>
                  <a:pt x="428371" y="0"/>
                </a:moveTo>
                <a:lnTo>
                  <a:pt x="13952" y="483508"/>
                </a:lnTo>
                <a:lnTo>
                  <a:pt x="12260" y="492754"/>
                </a:lnTo>
                <a:lnTo>
                  <a:pt x="21286" y="489617"/>
                </a:lnTo>
                <a:lnTo>
                  <a:pt x="435610"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1" name="Google Shape;951;p48"/>
          <p:cNvSpPr/>
          <p:nvPr/>
        </p:nvSpPr>
        <p:spPr>
          <a:xfrm>
            <a:off x="7016495" y="1841880"/>
            <a:ext cx="580390" cy="723265"/>
          </a:xfrm>
          <a:custGeom>
            <a:rect b="b" l="l" r="r" t="t"/>
            <a:pathLst>
              <a:path extrusionOk="0" h="723264" w="580390">
                <a:moveTo>
                  <a:pt x="490854" y="678561"/>
                </a:moveTo>
                <a:lnTo>
                  <a:pt x="488187" y="679704"/>
                </a:lnTo>
                <a:lnTo>
                  <a:pt x="487172" y="682244"/>
                </a:lnTo>
                <a:lnTo>
                  <a:pt x="486282" y="684657"/>
                </a:lnTo>
                <a:lnTo>
                  <a:pt x="487425" y="687451"/>
                </a:lnTo>
                <a:lnTo>
                  <a:pt x="489965" y="688340"/>
                </a:lnTo>
                <a:lnTo>
                  <a:pt x="579881" y="723011"/>
                </a:lnTo>
                <a:lnTo>
                  <a:pt x="579243" y="718693"/>
                </a:lnTo>
                <a:lnTo>
                  <a:pt x="570229" y="718693"/>
                </a:lnTo>
                <a:lnTo>
                  <a:pt x="559120" y="704806"/>
                </a:lnTo>
                <a:lnTo>
                  <a:pt x="493395" y="679450"/>
                </a:lnTo>
                <a:lnTo>
                  <a:pt x="490854" y="678561"/>
                </a:lnTo>
                <a:close/>
              </a:path>
              <a:path extrusionOk="0" h="723264" w="580390">
                <a:moveTo>
                  <a:pt x="559120" y="704806"/>
                </a:moveTo>
                <a:lnTo>
                  <a:pt x="570229" y="718693"/>
                </a:lnTo>
                <a:lnTo>
                  <a:pt x="573099" y="716407"/>
                </a:lnTo>
                <a:lnTo>
                  <a:pt x="569213" y="716407"/>
                </a:lnTo>
                <a:lnTo>
                  <a:pt x="568014" y="708238"/>
                </a:lnTo>
                <a:lnTo>
                  <a:pt x="559120" y="704806"/>
                </a:lnTo>
                <a:close/>
              </a:path>
              <a:path extrusionOk="0" h="723264" w="580390">
                <a:moveTo>
                  <a:pt x="562990" y="623316"/>
                </a:moveTo>
                <a:lnTo>
                  <a:pt x="557783" y="624078"/>
                </a:lnTo>
                <a:lnTo>
                  <a:pt x="556005" y="626491"/>
                </a:lnTo>
                <a:lnTo>
                  <a:pt x="566637" y="698868"/>
                </a:lnTo>
                <a:lnTo>
                  <a:pt x="577723" y="712724"/>
                </a:lnTo>
                <a:lnTo>
                  <a:pt x="570229" y="718693"/>
                </a:lnTo>
                <a:lnTo>
                  <a:pt x="579243" y="718693"/>
                </a:lnTo>
                <a:lnTo>
                  <a:pt x="565403" y="625094"/>
                </a:lnTo>
                <a:lnTo>
                  <a:pt x="562990" y="623316"/>
                </a:lnTo>
                <a:close/>
              </a:path>
              <a:path extrusionOk="0" h="723264" w="580390">
                <a:moveTo>
                  <a:pt x="568014" y="708238"/>
                </a:moveTo>
                <a:lnTo>
                  <a:pt x="569213" y="716407"/>
                </a:lnTo>
                <a:lnTo>
                  <a:pt x="575690" y="711200"/>
                </a:lnTo>
                <a:lnTo>
                  <a:pt x="568014" y="708238"/>
                </a:lnTo>
                <a:close/>
              </a:path>
              <a:path extrusionOk="0" h="723264" w="580390">
                <a:moveTo>
                  <a:pt x="566637" y="698868"/>
                </a:moveTo>
                <a:lnTo>
                  <a:pt x="568014" y="708238"/>
                </a:lnTo>
                <a:lnTo>
                  <a:pt x="575690" y="711200"/>
                </a:lnTo>
                <a:lnTo>
                  <a:pt x="569213" y="716407"/>
                </a:lnTo>
                <a:lnTo>
                  <a:pt x="573099" y="716407"/>
                </a:lnTo>
                <a:lnTo>
                  <a:pt x="577723" y="712724"/>
                </a:lnTo>
                <a:lnTo>
                  <a:pt x="566637" y="698868"/>
                </a:lnTo>
                <a:close/>
              </a:path>
              <a:path extrusionOk="0" h="723264" w="580390">
                <a:moveTo>
                  <a:pt x="7493" y="0"/>
                </a:moveTo>
                <a:lnTo>
                  <a:pt x="0" y="5969"/>
                </a:lnTo>
                <a:lnTo>
                  <a:pt x="559120" y="704806"/>
                </a:lnTo>
                <a:lnTo>
                  <a:pt x="568014" y="708238"/>
                </a:lnTo>
                <a:lnTo>
                  <a:pt x="566637" y="698868"/>
                </a:lnTo>
                <a:lnTo>
                  <a:pt x="7493"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2" name="Google Shape;952;p48"/>
          <p:cNvSpPr/>
          <p:nvPr/>
        </p:nvSpPr>
        <p:spPr>
          <a:xfrm>
            <a:off x="6368541" y="2922016"/>
            <a:ext cx="579755" cy="723265"/>
          </a:xfrm>
          <a:custGeom>
            <a:rect b="b" l="l" r="r" t="t"/>
            <a:pathLst>
              <a:path extrusionOk="0" h="723264" w="579754">
                <a:moveTo>
                  <a:pt x="490728" y="678561"/>
                </a:moveTo>
                <a:lnTo>
                  <a:pt x="488061" y="679704"/>
                </a:lnTo>
                <a:lnTo>
                  <a:pt x="487044" y="682244"/>
                </a:lnTo>
                <a:lnTo>
                  <a:pt x="486156" y="684657"/>
                </a:lnTo>
                <a:lnTo>
                  <a:pt x="487299" y="687451"/>
                </a:lnTo>
                <a:lnTo>
                  <a:pt x="489838" y="688340"/>
                </a:lnTo>
                <a:lnTo>
                  <a:pt x="579755" y="723011"/>
                </a:lnTo>
                <a:lnTo>
                  <a:pt x="579097" y="718566"/>
                </a:lnTo>
                <a:lnTo>
                  <a:pt x="570103" y="718566"/>
                </a:lnTo>
                <a:lnTo>
                  <a:pt x="559143" y="704864"/>
                </a:lnTo>
                <a:lnTo>
                  <a:pt x="493267" y="679450"/>
                </a:lnTo>
                <a:lnTo>
                  <a:pt x="490728" y="678561"/>
                </a:lnTo>
                <a:close/>
              </a:path>
              <a:path extrusionOk="0" h="723264" w="579754">
                <a:moveTo>
                  <a:pt x="559143" y="704864"/>
                </a:moveTo>
                <a:lnTo>
                  <a:pt x="570103" y="718566"/>
                </a:lnTo>
                <a:lnTo>
                  <a:pt x="573035" y="716280"/>
                </a:lnTo>
                <a:lnTo>
                  <a:pt x="569087" y="716280"/>
                </a:lnTo>
                <a:lnTo>
                  <a:pt x="567905" y="708245"/>
                </a:lnTo>
                <a:lnTo>
                  <a:pt x="559143" y="704864"/>
                </a:lnTo>
                <a:close/>
              </a:path>
              <a:path extrusionOk="0" h="723264" w="579754">
                <a:moveTo>
                  <a:pt x="562863" y="623316"/>
                </a:moveTo>
                <a:lnTo>
                  <a:pt x="557657" y="624078"/>
                </a:lnTo>
                <a:lnTo>
                  <a:pt x="555879" y="626491"/>
                </a:lnTo>
                <a:lnTo>
                  <a:pt x="566529" y="698891"/>
                </a:lnTo>
                <a:lnTo>
                  <a:pt x="577596" y="712724"/>
                </a:lnTo>
                <a:lnTo>
                  <a:pt x="570103" y="718566"/>
                </a:lnTo>
                <a:lnTo>
                  <a:pt x="579097" y="718566"/>
                </a:lnTo>
                <a:lnTo>
                  <a:pt x="565277" y="625094"/>
                </a:lnTo>
                <a:lnTo>
                  <a:pt x="562863" y="623316"/>
                </a:lnTo>
                <a:close/>
              </a:path>
              <a:path extrusionOk="0" h="723264" w="579754">
                <a:moveTo>
                  <a:pt x="567905" y="708245"/>
                </a:moveTo>
                <a:lnTo>
                  <a:pt x="569087" y="716280"/>
                </a:lnTo>
                <a:lnTo>
                  <a:pt x="575563" y="711200"/>
                </a:lnTo>
                <a:lnTo>
                  <a:pt x="567905" y="708245"/>
                </a:lnTo>
                <a:close/>
              </a:path>
              <a:path extrusionOk="0" h="723264" w="579754">
                <a:moveTo>
                  <a:pt x="566529" y="698891"/>
                </a:moveTo>
                <a:lnTo>
                  <a:pt x="567905" y="708245"/>
                </a:lnTo>
                <a:lnTo>
                  <a:pt x="575563" y="711200"/>
                </a:lnTo>
                <a:lnTo>
                  <a:pt x="569087" y="716280"/>
                </a:lnTo>
                <a:lnTo>
                  <a:pt x="573035" y="716280"/>
                </a:lnTo>
                <a:lnTo>
                  <a:pt x="577596" y="712724"/>
                </a:lnTo>
                <a:lnTo>
                  <a:pt x="566529" y="698891"/>
                </a:lnTo>
                <a:close/>
              </a:path>
              <a:path extrusionOk="0" h="723264" w="579754">
                <a:moveTo>
                  <a:pt x="7366" y="0"/>
                </a:moveTo>
                <a:lnTo>
                  <a:pt x="0" y="5842"/>
                </a:lnTo>
                <a:lnTo>
                  <a:pt x="559143" y="704864"/>
                </a:lnTo>
                <a:lnTo>
                  <a:pt x="567905" y="708245"/>
                </a:lnTo>
                <a:lnTo>
                  <a:pt x="566529" y="698891"/>
                </a:lnTo>
                <a:lnTo>
                  <a:pt x="7366"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3" name="Google Shape;953;p48"/>
          <p:cNvSpPr/>
          <p:nvPr/>
        </p:nvSpPr>
        <p:spPr>
          <a:xfrm>
            <a:off x="5576442" y="3785996"/>
            <a:ext cx="436245" cy="507365"/>
          </a:xfrm>
          <a:custGeom>
            <a:rect b="b" l="l" r="r" t="t"/>
            <a:pathLst>
              <a:path extrusionOk="0" h="507364" w="436245">
                <a:moveTo>
                  <a:pt x="345313" y="465708"/>
                </a:moveTo>
                <a:lnTo>
                  <a:pt x="342646" y="466978"/>
                </a:lnTo>
                <a:lnTo>
                  <a:pt x="341757" y="469391"/>
                </a:lnTo>
                <a:lnTo>
                  <a:pt x="340868" y="471931"/>
                </a:lnTo>
                <a:lnTo>
                  <a:pt x="342138" y="474598"/>
                </a:lnTo>
                <a:lnTo>
                  <a:pt x="435737" y="507110"/>
                </a:lnTo>
                <a:lnTo>
                  <a:pt x="434997" y="503046"/>
                </a:lnTo>
                <a:lnTo>
                  <a:pt x="425958" y="503046"/>
                </a:lnTo>
                <a:lnTo>
                  <a:pt x="414445" y="489616"/>
                </a:lnTo>
                <a:lnTo>
                  <a:pt x="347853" y="466470"/>
                </a:lnTo>
                <a:lnTo>
                  <a:pt x="345313" y="465708"/>
                </a:lnTo>
                <a:close/>
              </a:path>
              <a:path extrusionOk="0" h="507364" w="436245">
                <a:moveTo>
                  <a:pt x="414445" y="489616"/>
                </a:moveTo>
                <a:lnTo>
                  <a:pt x="425958" y="503046"/>
                </a:lnTo>
                <a:lnTo>
                  <a:pt x="428617" y="500760"/>
                </a:lnTo>
                <a:lnTo>
                  <a:pt x="424942" y="500760"/>
                </a:lnTo>
                <a:lnTo>
                  <a:pt x="423476" y="492754"/>
                </a:lnTo>
                <a:lnTo>
                  <a:pt x="414445" y="489616"/>
                </a:lnTo>
                <a:close/>
              </a:path>
              <a:path extrusionOk="0" h="507364" w="436245">
                <a:moveTo>
                  <a:pt x="415417" y="408050"/>
                </a:moveTo>
                <a:lnTo>
                  <a:pt x="412877" y="408431"/>
                </a:lnTo>
                <a:lnTo>
                  <a:pt x="410337" y="408939"/>
                </a:lnTo>
                <a:lnTo>
                  <a:pt x="408559" y="411479"/>
                </a:lnTo>
                <a:lnTo>
                  <a:pt x="409067" y="414019"/>
                </a:lnTo>
                <a:lnTo>
                  <a:pt x="421785" y="483514"/>
                </a:lnTo>
                <a:lnTo>
                  <a:pt x="433197" y="496823"/>
                </a:lnTo>
                <a:lnTo>
                  <a:pt x="425958" y="503046"/>
                </a:lnTo>
                <a:lnTo>
                  <a:pt x="434997" y="503046"/>
                </a:lnTo>
                <a:lnTo>
                  <a:pt x="418465" y="412241"/>
                </a:lnTo>
                <a:lnTo>
                  <a:pt x="417957" y="409701"/>
                </a:lnTo>
                <a:lnTo>
                  <a:pt x="415417" y="408050"/>
                </a:lnTo>
                <a:close/>
              </a:path>
              <a:path extrusionOk="0" h="507364" w="436245">
                <a:moveTo>
                  <a:pt x="423476" y="492754"/>
                </a:moveTo>
                <a:lnTo>
                  <a:pt x="424942" y="500760"/>
                </a:lnTo>
                <a:lnTo>
                  <a:pt x="431165" y="495426"/>
                </a:lnTo>
                <a:lnTo>
                  <a:pt x="423476" y="492754"/>
                </a:lnTo>
                <a:close/>
              </a:path>
              <a:path extrusionOk="0" h="507364" w="436245">
                <a:moveTo>
                  <a:pt x="421785" y="483514"/>
                </a:moveTo>
                <a:lnTo>
                  <a:pt x="423476" y="492754"/>
                </a:lnTo>
                <a:lnTo>
                  <a:pt x="431165" y="495426"/>
                </a:lnTo>
                <a:lnTo>
                  <a:pt x="424942" y="500760"/>
                </a:lnTo>
                <a:lnTo>
                  <a:pt x="428617" y="500760"/>
                </a:lnTo>
                <a:lnTo>
                  <a:pt x="433197" y="496823"/>
                </a:lnTo>
                <a:lnTo>
                  <a:pt x="421785" y="483514"/>
                </a:lnTo>
                <a:close/>
              </a:path>
              <a:path extrusionOk="0" h="507364" w="436245">
                <a:moveTo>
                  <a:pt x="7239" y="0"/>
                </a:moveTo>
                <a:lnTo>
                  <a:pt x="0" y="6095"/>
                </a:lnTo>
                <a:lnTo>
                  <a:pt x="414445" y="489616"/>
                </a:lnTo>
                <a:lnTo>
                  <a:pt x="423476" y="492754"/>
                </a:lnTo>
                <a:lnTo>
                  <a:pt x="421785" y="483514"/>
                </a:lnTo>
                <a:lnTo>
                  <a:pt x="7239"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4" name="Google Shape;954;p48"/>
          <p:cNvSpPr txBox="1"/>
          <p:nvPr/>
        </p:nvSpPr>
        <p:spPr>
          <a:xfrm>
            <a:off x="492302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a:t>
            </a:r>
            <a:endParaRPr b="0" i="0" sz="1800" u="none" cap="none" strike="noStrike">
              <a:solidFill>
                <a:srgbClr val="000000"/>
              </a:solidFill>
              <a:latin typeface="Courier New"/>
              <a:ea typeface="Courier New"/>
              <a:cs typeface="Courier New"/>
              <a:sym typeface="Courier New"/>
            </a:endParaRPr>
          </a:p>
        </p:txBody>
      </p:sp>
      <p:sp>
        <p:nvSpPr>
          <p:cNvPr id="955" name="Google Shape;955;p48"/>
          <p:cNvSpPr txBox="1"/>
          <p:nvPr/>
        </p:nvSpPr>
        <p:spPr>
          <a:xfrm>
            <a:off x="5931408" y="4299966"/>
            <a:ext cx="5949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	y</a:t>
            </a:r>
            <a:endParaRPr b="0" i="0" sz="1800" u="none" cap="none" strike="noStrike">
              <a:solidFill>
                <a:srgbClr val="000000"/>
              </a:solidFill>
              <a:latin typeface="Courier New"/>
              <a:ea typeface="Courier New"/>
              <a:cs typeface="Courier New"/>
              <a:sym typeface="Courier New"/>
            </a:endParaRPr>
          </a:p>
        </p:txBody>
      </p:sp>
      <p:sp>
        <p:nvSpPr>
          <p:cNvPr id="956" name="Google Shape;956;p48"/>
          <p:cNvSpPr txBox="1"/>
          <p:nvPr/>
        </p:nvSpPr>
        <p:spPr>
          <a:xfrm>
            <a:off x="6867397" y="357987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957" name="Google Shape;957;p48"/>
          <p:cNvSpPr/>
          <p:nvPr/>
        </p:nvSpPr>
        <p:spPr>
          <a:xfrm>
            <a:off x="6444234" y="3785996"/>
            <a:ext cx="435609" cy="507365"/>
          </a:xfrm>
          <a:custGeom>
            <a:rect b="b" l="l" r="r" t="t"/>
            <a:pathLst>
              <a:path extrusionOk="0" h="507364" w="435609">
                <a:moveTo>
                  <a:pt x="20192" y="408050"/>
                </a:moveTo>
                <a:lnTo>
                  <a:pt x="17779" y="409701"/>
                </a:lnTo>
                <a:lnTo>
                  <a:pt x="17271" y="412241"/>
                </a:lnTo>
                <a:lnTo>
                  <a:pt x="0" y="507110"/>
                </a:lnTo>
                <a:lnTo>
                  <a:pt x="11702" y="503046"/>
                </a:lnTo>
                <a:lnTo>
                  <a:pt x="9778" y="503046"/>
                </a:lnTo>
                <a:lnTo>
                  <a:pt x="2539" y="496823"/>
                </a:lnTo>
                <a:lnTo>
                  <a:pt x="13952" y="483508"/>
                </a:lnTo>
                <a:lnTo>
                  <a:pt x="26669" y="414019"/>
                </a:lnTo>
                <a:lnTo>
                  <a:pt x="27050" y="411479"/>
                </a:lnTo>
                <a:lnTo>
                  <a:pt x="25400" y="408939"/>
                </a:lnTo>
                <a:lnTo>
                  <a:pt x="22860" y="408431"/>
                </a:lnTo>
                <a:lnTo>
                  <a:pt x="20192" y="408050"/>
                </a:lnTo>
                <a:close/>
              </a:path>
              <a:path extrusionOk="0" h="507364" w="435609">
                <a:moveTo>
                  <a:pt x="13952" y="483508"/>
                </a:moveTo>
                <a:lnTo>
                  <a:pt x="2539" y="496823"/>
                </a:lnTo>
                <a:lnTo>
                  <a:pt x="9778" y="503046"/>
                </a:lnTo>
                <a:lnTo>
                  <a:pt x="11737" y="500760"/>
                </a:lnTo>
                <a:lnTo>
                  <a:pt x="10794" y="500760"/>
                </a:lnTo>
                <a:lnTo>
                  <a:pt x="4571" y="495426"/>
                </a:lnTo>
                <a:lnTo>
                  <a:pt x="12260" y="492754"/>
                </a:lnTo>
                <a:lnTo>
                  <a:pt x="13952" y="483508"/>
                </a:lnTo>
                <a:close/>
              </a:path>
              <a:path extrusionOk="0" h="507364" w="435609">
                <a:moveTo>
                  <a:pt x="90423" y="465708"/>
                </a:moveTo>
                <a:lnTo>
                  <a:pt x="87884" y="466470"/>
                </a:lnTo>
                <a:lnTo>
                  <a:pt x="21286" y="489617"/>
                </a:lnTo>
                <a:lnTo>
                  <a:pt x="9778" y="503046"/>
                </a:lnTo>
                <a:lnTo>
                  <a:pt x="11702" y="503046"/>
                </a:lnTo>
                <a:lnTo>
                  <a:pt x="91059" y="475488"/>
                </a:lnTo>
                <a:lnTo>
                  <a:pt x="93471" y="474598"/>
                </a:lnTo>
                <a:lnTo>
                  <a:pt x="94868" y="471931"/>
                </a:lnTo>
                <a:lnTo>
                  <a:pt x="93980" y="469391"/>
                </a:lnTo>
                <a:lnTo>
                  <a:pt x="93090" y="466978"/>
                </a:lnTo>
                <a:lnTo>
                  <a:pt x="90423" y="465708"/>
                </a:lnTo>
                <a:close/>
              </a:path>
              <a:path extrusionOk="0" h="507364" w="435609">
                <a:moveTo>
                  <a:pt x="12260" y="492754"/>
                </a:moveTo>
                <a:lnTo>
                  <a:pt x="4571" y="495426"/>
                </a:lnTo>
                <a:lnTo>
                  <a:pt x="10794" y="500760"/>
                </a:lnTo>
                <a:lnTo>
                  <a:pt x="12260" y="492754"/>
                </a:lnTo>
                <a:close/>
              </a:path>
              <a:path extrusionOk="0" h="507364" w="435609">
                <a:moveTo>
                  <a:pt x="21286" y="489617"/>
                </a:moveTo>
                <a:lnTo>
                  <a:pt x="12260" y="492754"/>
                </a:lnTo>
                <a:lnTo>
                  <a:pt x="10794" y="500760"/>
                </a:lnTo>
                <a:lnTo>
                  <a:pt x="11737" y="500760"/>
                </a:lnTo>
                <a:lnTo>
                  <a:pt x="21286" y="489617"/>
                </a:lnTo>
                <a:close/>
              </a:path>
              <a:path extrusionOk="0" h="507364" w="435609">
                <a:moveTo>
                  <a:pt x="428370" y="0"/>
                </a:moveTo>
                <a:lnTo>
                  <a:pt x="13952" y="483508"/>
                </a:lnTo>
                <a:lnTo>
                  <a:pt x="12260" y="492754"/>
                </a:lnTo>
                <a:lnTo>
                  <a:pt x="21286" y="489617"/>
                </a:lnTo>
                <a:lnTo>
                  <a:pt x="435610" y="6095"/>
                </a:lnTo>
                <a:lnTo>
                  <a:pt x="428370"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8" name="Google Shape;958;p48"/>
          <p:cNvSpPr/>
          <p:nvPr/>
        </p:nvSpPr>
        <p:spPr>
          <a:xfrm>
            <a:off x="7016622" y="3785996"/>
            <a:ext cx="436245" cy="507365"/>
          </a:xfrm>
          <a:custGeom>
            <a:rect b="b" l="l" r="r" t="t"/>
            <a:pathLst>
              <a:path extrusionOk="0" h="507364" w="436245">
                <a:moveTo>
                  <a:pt x="345312" y="465708"/>
                </a:moveTo>
                <a:lnTo>
                  <a:pt x="342646" y="466978"/>
                </a:lnTo>
                <a:lnTo>
                  <a:pt x="341756" y="469391"/>
                </a:lnTo>
                <a:lnTo>
                  <a:pt x="340868" y="471931"/>
                </a:lnTo>
                <a:lnTo>
                  <a:pt x="342137" y="474598"/>
                </a:lnTo>
                <a:lnTo>
                  <a:pt x="435736" y="507110"/>
                </a:lnTo>
                <a:lnTo>
                  <a:pt x="434997"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0"/>
                </a:lnTo>
                <a:lnTo>
                  <a:pt x="424815" y="500760"/>
                </a:lnTo>
                <a:lnTo>
                  <a:pt x="423354" y="492716"/>
                </a:lnTo>
                <a:lnTo>
                  <a:pt x="414456" y="489628"/>
                </a:lnTo>
                <a:close/>
              </a:path>
              <a:path extrusionOk="0" h="507364" w="436245">
                <a:moveTo>
                  <a:pt x="415417" y="408050"/>
                </a:moveTo>
                <a:lnTo>
                  <a:pt x="412876" y="408431"/>
                </a:lnTo>
                <a:lnTo>
                  <a:pt x="410336" y="408939"/>
                </a:lnTo>
                <a:lnTo>
                  <a:pt x="408558" y="411479"/>
                </a:lnTo>
                <a:lnTo>
                  <a:pt x="409067" y="414019"/>
                </a:lnTo>
                <a:lnTo>
                  <a:pt x="421656" y="483363"/>
                </a:lnTo>
                <a:lnTo>
                  <a:pt x="433197" y="496823"/>
                </a:lnTo>
                <a:lnTo>
                  <a:pt x="425957" y="503046"/>
                </a:lnTo>
                <a:lnTo>
                  <a:pt x="434997" y="503046"/>
                </a:lnTo>
                <a:lnTo>
                  <a:pt x="418465" y="412241"/>
                </a:lnTo>
                <a:lnTo>
                  <a:pt x="417956" y="409701"/>
                </a:lnTo>
                <a:lnTo>
                  <a:pt x="415417" y="408050"/>
                </a:lnTo>
                <a:close/>
              </a:path>
              <a:path extrusionOk="0" h="507364" w="436245">
                <a:moveTo>
                  <a:pt x="423354" y="492716"/>
                </a:moveTo>
                <a:lnTo>
                  <a:pt x="424815" y="500760"/>
                </a:lnTo>
                <a:lnTo>
                  <a:pt x="431165" y="495426"/>
                </a:lnTo>
                <a:lnTo>
                  <a:pt x="423354" y="492716"/>
                </a:lnTo>
                <a:close/>
              </a:path>
              <a:path extrusionOk="0" h="507364" w="436245">
                <a:moveTo>
                  <a:pt x="421656" y="483363"/>
                </a:moveTo>
                <a:lnTo>
                  <a:pt x="423354" y="492716"/>
                </a:lnTo>
                <a:lnTo>
                  <a:pt x="431165" y="495426"/>
                </a:lnTo>
                <a:lnTo>
                  <a:pt x="424815" y="500760"/>
                </a:lnTo>
                <a:lnTo>
                  <a:pt x="428617" y="500760"/>
                </a:lnTo>
                <a:lnTo>
                  <a:pt x="433197" y="496823"/>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9" name="Google Shape;959;p48"/>
          <p:cNvSpPr txBox="1"/>
          <p:nvPr/>
        </p:nvSpPr>
        <p:spPr>
          <a:xfrm>
            <a:off x="737158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y</a:t>
            </a:r>
            <a:endParaRPr b="0" i="0" sz="1800" u="none" cap="none" strike="noStrike">
              <a:solidFill>
                <a:srgbClr val="000000"/>
              </a:solidFill>
              <a:latin typeface="Courier New"/>
              <a:ea typeface="Courier New"/>
              <a:cs typeface="Courier New"/>
              <a:sym typeface="Courier New"/>
            </a:endParaRPr>
          </a:p>
        </p:txBody>
      </p:sp>
      <p:sp>
        <p:nvSpPr>
          <p:cNvPr id="960" name="Google Shape;960;p48"/>
          <p:cNvSpPr txBox="1"/>
          <p:nvPr/>
        </p:nvSpPr>
        <p:spPr>
          <a:xfrm>
            <a:off x="7587488" y="257149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961" name="Google Shape;961;p48"/>
          <p:cNvSpPr/>
          <p:nvPr/>
        </p:nvSpPr>
        <p:spPr>
          <a:xfrm>
            <a:off x="7164323" y="2777870"/>
            <a:ext cx="435609" cy="507365"/>
          </a:xfrm>
          <a:custGeom>
            <a:rect b="b" l="l" r="r" t="t"/>
            <a:pathLst>
              <a:path extrusionOk="0" h="507364" w="435609">
                <a:moveTo>
                  <a:pt x="20193" y="408050"/>
                </a:moveTo>
                <a:lnTo>
                  <a:pt x="17779" y="409701"/>
                </a:lnTo>
                <a:lnTo>
                  <a:pt x="17272" y="412368"/>
                </a:lnTo>
                <a:lnTo>
                  <a:pt x="0" y="507111"/>
                </a:lnTo>
                <a:lnTo>
                  <a:pt x="11702" y="503046"/>
                </a:lnTo>
                <a:lnTo>
                  <a:pt x="9651" y="503046"/>
                </a:lnTo>
                <a:lnTo>
                  <a:pt x="2540" y="496824"/>
                </a:lnTo>
                <a:lnTo>
                  <a:pt x="13952" y="483508"/>
                </a:lnTo>
                <a:lnTo>
                  <a:pt x="26670" y="414019"/>
                </a:lnTo>
                <a:lnTo>
                  <a:pt x="27050" y="411479"/>
                </a:lnTo>
                <a:lnTo>
                  <a:pt x="25400" y="408939"/>
                </a:lnTo>
                <a:lnTo>
                  <a:pt x="22859" y="408431"/>
                </a:lnTo>
                <a:lnTo>
                  <a:pt x="20193" y="408050"/>
                </a:lnTo>
                <a:close/>
              </a:path>
              <a:path extrusionOk="0" h="507364" w="435609">
                <a:moveTo>
                  <a:pt x="13952" y="483508"/>
                </a:moveTo>
                <a:lnTo>
                  <a:pt x="2540" y="496824"/>
                </a:lnTo>
                <a:lnTo>
                  <a:pt x="9651" y="503046"/>
                </a:lnTo>
                <a:lnTo>
                  <a:pt x="11611" y="500761"/>
                </a:lnTo>
                <a:lnTo>
                  <a:pt x="10795" y="500761"/>
                </a:lnTo>
                <a:lnTo>
                  <a:pt x="4572" y="495426"/>
                </a:lnTo>
                <a:lnTo>
                  <a:pt x="12260" y="492754"/>
                </a:lnTo>
                <a:lnTo>
                  <a:pt x="13952" y="483508"/>
                </a:lnTo>
                <a:close/>
              </a:path>
              <a:path extrusionOk="0" h="507364" w="435609">
                <a:moveTo>
                  <a:pt x="90424" y="465708"/>
                </a:moveTo>
                <a:lnTo>
                  <a:pt x="87883" y="466470"/>
                </a:lnTo>
                <a:lnTo>
                  <a:pt x="21110" y="489678"/>
                </a:lnTo>
                <a:lnTo>
                  <a:pt x="9651" y="503046"/>
                </a:lnTo>
                <a:lnTo>
                  <a:pt x="11702" y="503046"/>
                </a:lnTo>
                <a:lnTo>
                  <a:pt x="91058" y="475488"/>
                </a:lnTo>
                <a:lnTo>
                  <a:pt x="93472" y="474599"/>
                </a:lnTo>
                <a:lnTo>
                  <a:pt x="94742" y="471931"/>
                </a:lnTo>
                <a:lnTo>
                  <a:pt x="93979" y="469518"/>
                </a:lnTo>
                <a:lnTo>
                  <a:pt x="93091" y="466978"/>
                </a:lnTo>
                <a:lnTo>
                  <a:pt x="90424" y="465708"/>
                </a:lnTo>
                <a:close/>
              </a:path>
              <a:path extrusionOk="0" h="507364" w="435609">
                <a:moveTo>
                  <a:pt x="12260" y="492754"/>
                </a:moveTo>
                <a:lnTo>
                  <a:pt x="4572" y="495426"/>
                </a:lnTo>
                <a:lnTo>
                  <a:pt x="10795" y="500761"/>
                </a:lnTo>
                <a:lnTo>
                  <a:pt x="12260" y="492754"/>
                </a:lnTo>
                <a:close/>
              </a:path>
              <a:path extrusionOk="0" h="507364" w="435609">
                <a:moveTo>
                  <a:pt x="21110" y="489678"/>
                </a:moveTo>
                <a:lnTo>
                  <a:pt x="12260" y="492754"/>
                </a:lnTo>
                <a:lnTo>
                  <a:pt x="10795" y="500761"/>
                </a:lnTo>
                <a:lnTo>
                  <a:pt x="11611" y="500761"/>
                </a:lnTo>
                <a:lnTo>
                  <a:pt x="21110" y="489678"/>
                </a:lnTo>
                <a:close/>
              </a:path>
              <a:path extrusionOk="0" h="507364" w="435609">
                <a:moveTo>
                  <a:pt x="428371" y="0"/>
                </a:moveTo>
                <a:lnTo>
                  <a:pt x="13952" y="483508"/>
                </a:lnTo>
                <a:lnTo>
                  <a:pt x="12260" y="492754"/>
                </a:lnTo>
                <a:lnTo>
                  <a:pt x="21110" y="489678"/>
                </a:lnTo>
                <a:lnTo>
                  <a:pt x="435609"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2" name="Google Shape;962;p48"/>
          <p:cNvSpPr/>
          <p:nvPr/>
        </p:nvSpPr>
        <p:spPr>
          <a:xfrm>
            <a:off x="7736713" y="2777870"/>
            <a:ext cx="436245" cy="507365"/>
          </a:xfrm>
          <a:custGeom>
            <a:rect b="b" l="l" r="r" t="t"/>
            <a:pathLst>
              <a:path extrusionOk="0" h="507364" w="436245">
                <a:moveTo>
                  <a:pt x="345312" y="465708"/>
                </a:moveTo>
                <a:lnTo>
                  <a:pt x="342518" y="466978"/>
                </a:lnTo>
                <a:lnTo>
                  <a:pt x="341756" y="469518"/>
                </a:lnTo>
                <a:lnTo>
                  <a:pt x="340867" y="471931"/>
                </a:lnTo>
                <a:lnTo>
                  <a:pt x="342137" y="474599"/>
                </a:lnTo>
                <a:lnTo>
                  <a:pt x="435736" y="507111"/>
                </a:lnTo>
                <a:lnTo>
                  <a:pt x="434990"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1"/>
                </a:lnTo>
                <a:lnTo>
                  <a:pt x="424814" y="500761"/>
                </a:lnTo>
                <a:lnTo>
                  <a:pt x="423354" y="492716"/>
                </a:lnTo>
                <a:lnTo>
                  <a:pt x="414456" y="489628"/>
                </a:lnTo>
                <a:close/>
              </a:path>
              <a:path extrusionOk="0" h="507364" w="436245">
                <a:moveTo>
                  <a:pt x="415416" y="408050"/>
                </a:moveTo>
                <a:lnTo>
                  <a:pt x="412876" y="408431"/>
                </a:lnTo>
                <a:lnTo>
                  <a:pt x="410209" y="408939"/>
                </a:lnTo>
                <a:lnTo>
                  <a:pt x="408558" y="411479"/>
                </a:lnTo>
                <a:lnTo>
                  <a:pt x="409066" y="414019"/>
                </a:lnTo>
                <a:lnTo>
                  <a:pt x="421656" y="483363"/>
                </a:lnTo>
                <a:lnTo>
                  <a:pt x="433196" y="496824"/>
                </a:lnTo>
                <a:lnTo>
                  <a:pt x="425957" y="503046"/>
                </a:lnTo>
                <a:lnTo>
                  <a:pt x="434990" y="503046"/>
                </a:lnTo>
                <a:lnTo>
                  <a:pt x="418337" y="412368"/>
                </a:lnTo>
                <a:lnTo>
                  <a:pt x="417956" y="409701"/>
                </a:lnTo>
                <a:lnTo>
                  <a:pt x="415416" y="408050"/>
                </a:lnTo>
                <a:close/>
              </a:path>
              <a:path extrusionOk="0" h="507364" w="436245">
                <a:moveTo>
                  <a:pt x="423354" y="492716"/>
                </a:moveTo>
                <a:lnTo>
                  <a:pt x="424814" y="500761"/>
                </a:lnTo>
                <a:lnTo>
                  <a:pt x="431164" y="495426"/>
                </a:lnTo>
                <a:lnTo>
                  <a:pt x="423354" y="492716"/>
                </a:lnTo>
                <a:close/>
              </a:path>
              <a:path extrusionOk="0" h="507364" w="436245">
                <a:moveTo>
                  <a:pt x="421656" y="483363"/>
                </a:moveTo>
                <a:lnTo>
                  <a:pt x="423354" y="492716"/>
                </a:lnTo>
                <a:lnTo>
                  <a:pt x="431164" y="495426"/>
                </a:lnTo>
                <a:lnTo>
                  <a:pt x="424814" y="500761"/>
                </a:lnTo>
                <a:lnTo>
                  <a:pt x="428617" y="500761"/>
                </a:lnTo>
                <a:lnTo>
                  <a:pt x="433196" y="496824"/>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3" name="Google Shape;963;p48"/>
          <p:cNvSpPr txBox="1"/>
          <p:nvPr/>
        </p:nvSpPr>
        <p:spPr>
          <a:xfrm>
            <a:off x="7083552"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
        <p:nvSpPr>
          <p:cNvPr id="964" name="Google Shape;964;p48"/>
          <p:cNvSpPr txBox="1"/>
          <p:nvPr/>
        </p:nvSpPr>
        <p:spPr>
          <a:xfrm>
            <a:off x="8091678"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68" name="Shape 968"/>
        <p:cNvGrpSpPr/>
        <p:nvPr/>
      </p:nvGrpSpPr>
      <p:grpSpPr>
        <a:xfrm>
          <a:off x="0" y="0"/>
          <a:ext cx="0" cy="0"/>
          <a:chOff x="0" y="0"/>
          <a:chExt cx="0" cy="0"/>
        </a:xfrm>
      </p:grpSpPr>
      <p:sp>
        <p:nvSpPr>
          <p:cNvPr id="969" name="Google Shape;969;p49"/>
          <p:cNvSpPr txBox="1"/>
          <p:nvPr>
            <p:ph type="title"/>
          </p:nvPr>
        </p:nvSpPr>
        <p:spPr>
          <a:xfrm>
            <a:off x="2201672" y="462279"/>
            <a:ext cx="47390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Pythagoras</a:t>
            </a:r>
            <a:endParaRPr/>
          </a:p>
        </p:txBody>
      </p:sp>
      <p:graphicFrame>
        <p:nvGraphicFramePr>
          <p:cNvPr id="970" name="Google Shape;970;p49"/>
          <p:cNvGraphicFramePr/>
          <p:nvPr/>
        </p:nvGraphicFramePr>
        <p:xfrm>
          <a:off x="516890" y="1661408"/>
          <a:ext cx="3000000" cy="3000000"/>
        </p:xfrm>
        <a:graphic>
          <a:graphicData uri="http://schemas.openxmlformats.org/drawingml/2006/table">
            <a:tbl>
              <a:tblPr bandRow="1" firstRow="1">
                <a:noFill/>
                <a:tableStyleId>{A208092A-0E1D-4A29-AAB8-C88494F253AD}</a:tableStyleId>
              </a:tblPr>
              <a:tblGrid>
                <a:gridCol w="671200"/>
                <a:gridCol w="548000"/>
                <a:gridCol w="547375"/>
                <a:gridCol w="548000"/>
                <a:gridCol w="488325"/>
              </a:tblGrid>
              <a:tr h="392100">
                <a:tc>
                  <a:txBody>
                    <a:bodyPr/>
                    <a:lstStyle/>
                    <a:p>
                      <a:pPr indent="0" lvl="0" marL="0" marR="5080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x;</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R1</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y;</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R2</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z;</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R3</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3921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p;</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R4</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bl>
          </a:graphicData>
        </a:graphic>
      </p:graphicFrame>
      <p:sp>
        <p:nvSpPr>
          <p:cNvPr id="971" name="Google Shape;971;p49"/>
          <p:cNvSpPr txBox="1"/>
          <p:nvPr/>
        </p:nvSpPr>
        <p:spPr>
          <a:xfrm>
            <a:off x="535940" y="3280145"/>
            <a:ext cx="2947670" cy="3098800"/>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x = 3;</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8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y = 4;</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z = 5;</a:t>
            </a:r>
            <a:endParaRPr b="0" i="0" sz="2400" u="none" cap="none" strike="noStrike">
              <a:solidFill>
                <a:srgbClr val="000000"/>
              </a:solidFill>
              <a:latin typeface="Courier New"/>
              <a:ea typeface="Courier New"/>
              <a:cs typeface="Courier New"/>
              <a:sym typeface="Courier New"/>
            </a:endParaRPr>
          </a:p>
          <a:p>
            <a:pPr indent="-182880" lvl="0" marL="194945" marR="5080" rtl="0" algn="l">
              <a:lnSpc>
                <a:spcPct val="12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if(</a:t>
            </a:r>
            <a:r>
              <a:rPr b="1" i="0" lang="en-US" sz="2400" u="none" cap="none" strike="noStrike">
                <a:solidFill>
                  <a:srgbClr val="000000"/>
                </a:solidFill>
                <a:latin typeface="Courier New"/>
                <a:ea typeface="Courier New"/>
                <a:cs typeface="Courier New"/>
                <a:sym typeface="Courier New"/>
              </a:rPr>
              <a:t>x*x</a:t>
            </a:r>
            <a:r>
              <a:rPr b="0" i="0" lang="en-US" sz="2400" u="none" cap="none" strike="noStrike">
                <a:solidFill>
                  <a:srgbClr val="000000"/>
                </a:solidFill>
                <a:latin typeface="Courier New"/>
                <a:ea typeface="Courier New"/>
                <a:cs typeface="Courier New"/>
                <a:sym typeface="Courier New"/>
              </a:rPr>
              <a:t>+y*y==z*z)  p=1;</a:t>
            </a:r>
            <a:endParaRPr b="0" i="0" sz="2400" u="none" cap="none" strike="noStrike">
              <a:solidFill>
                <a:srgbClr val="000000"/>
              </a:solidFill>
              <a:latin typeface="Courier New"/>
              <a:ea typeface="Courier New"/>
              <a:cs typeface="Courier New"/>
              <a:sym typeface="Courier New"/>
            </a:endParaRPr>
          </a:p>
          <a:p>
            <a:pPr indent="-182880" lvl="0" marL="194945" marR="2013585" rtl="0" algn="l">
              <a:lnSpc>
                <a:spcPct val="144166"/>
              </a:lnSpc>
              <a:spcBef>
                <a:spcPts val="204"/>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else  p=0;</a:t>
            </a:r>
            <a:endParaRPr b="0" i="0" sz="2400" u="none" cap="none" strike="noStrike">
              <a:solidFill>
                <a:srgbClr val="000000"/>
              </a:solidFill>
              <a:latin typeface="Courier New"/>
              <a:ea typeface="Courier New"/>
              <a:cs typeface="Courier New"/>
              <a:sym typeface="Courier New"/>
            </a:endParaRPr>
          </a:p>
        </p:txBody>
      </p:sp>
      <p:sp>
        <p:nvSpPr>
          <p:cNvPr id="972" name="Google Shape;972;p49"/>
          <p:cNvSpPr txBox="1"/>
          <p:nvPr/>
        </p:nvSpPr>
        <p:spPr>
          <a:xfrm>
            <a:off x="6727697" y="1635252"/>
            <a:ext cx="29845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973" name="Google Shape;973;p49"/>
          <p:cNvSpPr/>
          <p:nvPr/>
        </p:nvSpPr>
        <p:spPr>
          <a:xfrm>
            <a:off x="6156197" y="1913889"/>
            <a:ext cx="579755" cy="723265"/>
          </a:xfrm>
          <a:custGeom>
            <a:rect b="b" l="l" r="r" t="t"/>
            <a:pathLst>
              <a:path extrusionOk="0" h="723264" w="579754">
                <a:moveTo>
                  <a:pt x="16890" y="623315"/>
                </a:moveTo>
                <a:lnTo>
                  <a:pt x="14477" y="625094"/>
                </a:lnTo>
                <a:lnTo>
                  <a:pt x="0" y="723011"/>
                </a:lnTo>
                <a:lnTo>
                  <a:pt x="11198" y="718693"/>
                </a:lnTo>
                <a:lnTo>
                  <a:pt x="9525" y="718693"/>
                </a:lnTo>
                <a:lnTo>
                  <a:pt x="2159" y="712724"/>
                </a:lnTo>
                <a:lnTo>
                  <a:pt x="13119" y="699021"/>
                </a:lnTo>
                <a:lnTo>
                  <a:pt x="23875" y="626490"/>
                </a:lnTo>
                <a:lnTo>
                  <a:pt x="22098" y="624077"/>
                </a:lnTo>
                <a:lnTo>
                  <a:pt x="16890" y="623315"/>
                </a:lnTo>
                <a:close/>
              </a:path>
              <a:path extrusionOk="0" h="723264" w="579754">
                <a:moveTo>
                  <a:pt x="13119" y="699021"/>
                </a:moveTo>
                <a:lnTo>
                  <a:pt x="2159" y="712724"/>
                </a:lnTo>
                <a:lnTo>
                  <a:pt x="9525" y="718693"/>
                </a:lnTo>
                <a:lnTo>
                  <a:pt x="11353" y="716407"/>
                </a:lnTo>
                <a:lnTo>
                  <a:pt x="10540" y="716407"/>
                </a:lnTo>
                <a:lnTo>
                  <a:pt x="4190" y="711200"/>
                </a:lnTo>
                <a:lnTo>
                  <a:pt x="11745" y="708285"/>
                </a:lnTo>
                <a:lnTo>
                  <a:pt x="13119" y="699021"/>
                </a:lnTo>
                <a:close/>
              </a:path>
              <a:path extrusionOk="0" h="723264" w="579754">
                <a:moveTo>
                  <a:pt x="88900" y="678561"/>
                </a:moveTo>
                <a:lnTo>
                  <a:pt x="86487" y="679450"/>
                </a:lnTo>
                <a:lnTo>
                  <a:pt x="20578" y="704877"/>
                </a:lnTo>
                <a:lnTo>
                  <a:pt x="9525" y="718693"/>
                </a:lnTo>
                <a:lnTo>
                  <a:pt x="11198" y="718693"/>
                </a:lnTo>
                <a:lnTo>
                  <a:pt x="89915" y="688339"/>
                </a:lnTo>
                <a:lnTo>
                  <a:pt x="92328" y="687451"/>
                </a:lnTo>
                <a:lnTo>
                  <a:pt x="93599" y="684657"/>
                </a:lnTo>
                <a:lnTo>
                  <a:pt x="92582" y="682244"/>
                </a:lnTo>
                <a:lnTo>
                  <a:pt x="91693" y="679704"/>
                </a:lnTo>
                <a:lnTo>
                  <a:pt x="88900" y="678561"/>
                </a:lnTo>
                <a:close/>
              </a:path>
              <a:path extrusionOk="0" h="723264" w="579754">
                <a:moveTo>
                  <a:pt x="11745" y="708285"/>
                </a:moveTo>
                <a:lnTo>
                  <a:pt x="4190" y="711200"/>
                </a:lnTo>
                <a:lnTo>
                  <a:pt x="10540" y="716407"/>
                </a:lnTo>
                <a:lnTo>
                  <a:pt x="11745" y="708285"/>
                </a:lnTo>
                <a:close/>
              </a:path>
              <a:path extrusionOk="0" h="723264" w="579754">
                <a:moveTo>
                  <a:pt x="20578" y="704877"/>
                </a:moveTo>
                <a:lnTo>
                  <a:pt x="11745" y="708285"/>
                </a:lnTo>
                <a:lnTo>
                  <a:pt x="10540" y="716407"/>
                </a:lnTo>
                <a:lnTo>
                  <a:pt x="11353" y="716407"/>
                </a:lnTo>
                <a:lnTo>
                  <a:pt x="20578" y="704877"/>
                </a:lnTo>
                <a:close/>
              </a:path>
              <a:path extrusionOk="0" h="723264" w="579754">
                <a:moveTo>
                  <a:pt x="572261" y="0"/>
                </a:moveTo>
                <a:lnTo>
                  <a:pt x="13119" y="699021"/>
                </a:lnTo>
                <a:lnTo>
                  <a:pt x="11745" y="708285"/>
                </a:lnTo>
                <a:lnTo>
                  <a:pt x="20578" y="704877"/>
                </a:lnTo>
                <a:lnTo>
                  <a:pt x="579754" y="5969"/>
                </a:lnTo>
                <a:lnTo>
                  <a:pt x="57226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4" name="Google Shape;974;p49"/>
          <p:cNvSpPr txBox="1"/>
          <p:nvPr/>
        </p:nvSpPr>
        <p:spPr>
          <a:xfrm>
            <a:off x="6147308" y="2643632"/>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975" name="Google Shape;975;p49"/>
          <p:cNvSpPr/>
          <p:nvPr/>
        </p:nvSpPr>
        <p:spPr>
          <a:xfrm>
            <a:off x="5508116" y="2850007"/>
            <a:ext cx="579755" cy="723265"/>
          </a:xfrm>
          <a:custGeom>
            <a:rect b="b" l="l" r="r" t="t"/>
            <a:pathLst>
              <a:path extrusionOk="0" h="723264" w="579754">
                <a:moveTo>
                  <a:pt x="16891" y="623315"/>
                </a:moveTo>
                <a:lnTo>
                  <a:pt x="14478" y="625093"/>
                </a:lnTo>
                <a:lnTo>
                  <a:pt x="0" y="723010"/>
                </a:lnTo>
                <a:lnTo>
                  <a:pt x="11527" y="718565"/>
                </a:lnTo>
                <a:lnTo>
                  <a:pt x="9652" y="718565"/>
                </a:lnTo>
                <a:lnTo>
                  <a:pt x="2159" y="712723"/>
                </a:lnTo>
                <a:lnTo>
                  <a:pt x="13100" y="699048"/>
                </a:lnTo>
                <a:lnTo>
                  <a:pt x="23875" y="626490"/>
                </a:lnTo>
                <a:lnTo>
                  <a:pt x="22098" y="624077"/>
                </a:lnTo>
                <a:lnTo>
                  <a:pt x="16891" y="623315"/>
                </a:lnTo>
                <a:close/>
              </a:path>
              <a:path extrusionOk="0" h="723264" w="579754">
                <a:moveTo>
                  <a:pt x="13100" y="699048"/>
                </a:moveTo>
                <a:lnTo>
                  <a:pt x="2159" y="712723"/>
                </a:lnTo>
                <a:lnTo>
                  <a:pt x="9652" y="718565"/>
                </a:lnTo>
                <a:lnTo>
                  <a:pt x="11480" y="716279"/>
                </a:lnTo>
                <a:lnTo>
                  <a:pt x="10541" y="716279"/>
                </a:lnTo>
                <a:lnTo>
                  <a:pt x="4191" y="711200"/>
                </a:lnTo>
                <a:lnTo>
                  <a:pt x="11727" y="708292"/>
                </a:lnTo>
                <a:lnTo>
                  <a:pt x="13100" y="699048"/>
                </a:lnTo>
                <a:close/>
              </a:path>
              <a:path extrusionOk="0" h="723264" w="579754">
                <a:moveTo>
                  <a:pt x="88900" y="678560"/>
                </a:moveTo>
                <a:lnTo>
                  <a:pt x="86487" y="679450"/>
                </a:lnTo>
                <a:lnTo>
                  <a:pt x="20611" y="704864"/>
                </a:lnTo>
                <a:lnTo>
                  <a:pt x="9652" y="718565"/>
                </a:lnTo>
                <a:lnTo>
                  <a:pt x="11527" y="718565"/>
                </a:lnTo>
                <a:lnTo>
                  <a:pt x="89916" y="688339"/>
                </a:lnTo>
                <a:lnTo>
                  <a:pt x="92329" y="687451"/>
                </a:lnTo>
                <a:lnTo>
                  <a:pt x="93599" y="684656"/>
                </a:lnTo>
                <a:lnTo>
                  <a:pt x="92583" y="682243"/>
                </a:lnTo>
                <a:lnTo>
                  <a:pt x="91694" y="679703"/>
                </a:lnTo>
                <a:lnTo>
                  <a:pt x="88900" y="678560"/>
                </a:lnTo>
                <a:close/>
              </a:path>
              <a:path extrusionOk="0" h="723264" w="579754">
                <a:moveTo>
                  <a:pt x="11727" y="708292"/>
                </a:moveTo>
                <a:lnTo>
                  <a:pt x="4191" y="711200"/>
                </a:lnTo>
                <a:lnTo>
                  <a:pt x="10541" y="716279"/>
                </a:lnTo>
                <a:lnTo>
                  <a:pt x="11727" y="708292"/>
                </a:lnTo>
                <a:close/>
              </a:path>
              <a:path extrusionOk="0" h="723264" w="579754">
                <a:moveTo>
                  <a:pt x="20611" y="704864"/>
                </a:moveTo>
                <a:lnTo>
                  <a:pt x="11727" y="708292"/>
                </a:lnTo>
                <a:lnTo>
                  <a:pt x="10541" y="716279"/>
                </a:lnTo>
                <a:lnTo>
                  <a:pt x="11480" y="716279"/>
                </a:lnTo>
                <a:lnTo>
                  <a:pt x="20611" y="704864"/>
                </a:lnTo>
                <a:close/>
              </a:path>
              <a:path extrusionOk="0" h="723264" w="579754">
                <a:moveTo>
                  <a:pt x="572388" y="0"/>
                </a:moveTo>
                <a:lnTo>
                  <a:pt x="13100" y="699048"/>
                </a:lnTo>
                <a:lnTo>
                  <a:pt x="11727" y="708292"/>
                </a:lnTo>
                <a:lnTo>
                  <a:pt x="20611" y="704864"/>
                </a:lnTo>
                <a:lnTo>
                  <a:pt x="579755" y="5841"/>
                </a:lnTo>
                <a:lnTo>
                  <a:pt x="57238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6" name="Google Shape;976;p49"/>
          <p:cNvSpPr txBox="1"/>
          <p:nvPr/>
        </p:nvSpPr>
        <p:spPr>
          <a:xfrm>
            <a:off x="5439917" y="3579876"/>
            <a:ext cx="13779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977" name="Google Shape;977;p49"/>
          <p:cNvSpPr txBox="1"/>
          <p:nvPr/>
        </p:nvSpPr>
        <p:spPr>
          <a:xfrm>
            <a:off x="5372100" y="3854195"/>
            <a:ext cx="27368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R5</a:t>
            </a:r>
            <a:endParaRPr b="0" i="0" sz="1800" u="none" cap="none" strike="noStrike">
              <a:solidFill>
                <a:srgbClr val="000000"/>
              </a:solidFill>
              <a:latin typeface="Courier New"/>
              <a:ea typeface="Courier New"/>
              <a:cs typeface="Courier New"/>
              <a:sym typeface="Courier New"/>
            </a:endParaRPr>
          </a:p>
        </p:txBody>
      </p:sp>
      <p:sp>
        <p:nvSpPr>
          <p:cNvPr id="978" name="Google Shape;978;p49"/>
          <p:cNvSpPr/>
          <p:nvPr/>
        </p:nvSpPr>
        <p:spPr>
          <a:xfrm>
            <a:off x="5004053" y="3785996"/>
            <a:ext cx="435609" cy="507365"/>
          </a:xfrm>
          <a:custGeom>
            <a:rect b="b" l="l" r="r" t="t"/>
            <a:pathLst>
              <a:path extrusionOk="0" h="507364" w="435610">
                <a:moveTo>
                  <a:pt x="20193" y="408050"/>
                </a:moveTo>
                <a:lnTo>
                  <a:pt x="17780" y="409701"/>
                </a:lnTo>
                <a:lnTo>
                  <a:pt x="17272" y="412241"/>
                </a:lnTo>
                <a:lnTo>
                  <a:pt x="0" y="507110"/>
                </a:lnTo>
                <a:lnTo>
                  <a:pt x="11702" y="503046"/>
                </a:lnTo>
                <a:lnTo>
                  <a:pt x="9779" y="503046"/>
                </a:lnTo>
                <a:lnTo>
                  <a:pt x="2540" y="496823"/>
                </a:lnTo>
                <a:lnTo>
                  <a:pt x="13952" y="483508"/>
                </a:lnTo>
                <a:lnTo>
                  <a:pt x="26670" y="414019"/>
                </a:lnTo>
                <a:lnTo>
                  <a:pt x="27178" y="411479"/>
                </a:lnTo>
                <a:lnTo>
                  <a:pt x="25400" y="408939"/>
                </a:lnTo>
                <a:lnTo>
                  <a:pt x="22860" y="408431"/>
                </a:lnTo>
                <a:lnTo>
                  <a:pt x="20193" y="408050"/>
                </a:lnTo>
                <a:close/>
              </a:path>
              <a:path extrusionOk="0" h="507364" w="435610">
                <a:moveTo>
                  <a:pt x="13952" y="483508"/>
                </a:moveTo>
                <a:lnTo>
                  <a:pt x="2540" y="496823"/>
                </a:lnTo>
                <a:lnTo>
                  <a:pt x="9779" y="503046"/>
                </a:lnTo>
                <a:lnTo>
                  <a:pt x="11737" y="500760"/>
                </a:lnTo>
                <a:lnTo>
                  <a:pt x="10795" y="500760"/>
                </a:lnTo>
                <a:lnTo>
                  <a:pt x="4572" y="495426"/>
                </a:lnTo>
                <a:lnTo>
                  <a:pt x="12260" y="492754"/>
                </a:lnTo>
                <a:lnTo>
                  <a:pt x="13952" y="483508"/>
                </a:lnTo>
                <a:close/>
              </a:path>
              <a:path extrusionOk="0" h="507364" w="435610">
                <a:moveTo>
                  <a:pt x="90424" y="465708"/>
                </a:moveTo>
                <a:lnTo>
                  <a:pt x="87884" y="466470"/>
                </a:lnTo>
                <a:lnTo>
                  <a:pt x="21286" y="489617"/>
                </a:lnTo>
                <a:lnTo>
                  <a:pt x="9779" y="503046"/>
                </a:lnTo>
                <a:lnTo>
                  <a:pt x="11702" y="503046"/>
                </a:lnTo>
                <a:lnTo>
                  <a:pt x="91059" y="475488"/>
                </a:lnTo>
                <a:lnTo>
                  <a:pt x="93472" y="474598"/>
                </a:lnTo>
                <a:lnTo>
                  <a:pt x="94869" y="471931"/>
                </a:lnTo>
                <a:lnTo>
                  <a:pt x="93980" y="469391"/>
                </a:lnTo>
                <a:lnTo>
                  <a:pt x="93091" y="466978"/>
                </a:lnTo>
                <a:lnTo>
                  <a:pt x="90424" y="465708"/>
                </a:lnTo>
                <a:close/>
              </a:path>
              <a:path extrusionOk="0" h="507364" w="435610">
                <a:moveTo>
                  <a:pt x="12260" y="492754"/>
                </a:moveTo>
                <a:lnTo>
                  <a:pt x="4572" y="495426"/>
                </a:lnTo>
                <a:lnTo>
                  <a:pt x="10795" y="500760"/>
                </a:lnTo>
                <a:lnTo>
                  <a:pt x="12260" y="492754"/>
                </a:lnTo>
                <a:close/>
              </a:path>
              <a:path extrusionOk="0" h="507364" w="435610">
                <a:moveTo>
                  <a:pt x="21286" y="489617"/>
                </a:moveTo>
                <a:lnTo>
                  <a:pt x="12260" y="492754"/>
                </a:lnTo>
                <a:lnTo>
                  <a:pt x="10795" y="500760"/>
                </a:lnTo>
                <a:lnTo>
                  <a:pt x="11737" y="500760"/>
                </a:lnTo>
                <a:lnTo>
                  <a:pt x="21286" y="489617"/>
                </a:lnTo>
                <a:close/>
              </a:path>
              <a:path extrusionOk="0" h="507364" w="435610">
                <a:moveTo>
                  <a:pt x="428371" y="0"/>
                </a:moveTo>
                <a:lnTo>
                  <a:pt x="13952" y="483508"/>
                </a:lnTo>
                <a:lnTo>
                  <a:pt x="12260" y="492754"/>
                </a:lnTo>
                <a:lnTo>
                  <a:pt x="21286" y="489617"/>
                </a:lnTo>
                <a:lnTo>
                  <a:pt x="435610"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9" name="Google Shape;979;p49"/>
          <p:cNvSpPr/>
          <p:nvPr/>
        </p:nvSpPr>
        <p:spPr>
          <a:xfrm>
            <a:off x="7016495" y="1841880"/>
            <a:ext cx="580390" cy="723265"/>
          </a:xfrm>
          <a:custGeom>
            <a:rect b="b" l="l" r="r" t="t"/>
            <a:pathLst>
              <a:path extrusionOk="0" h="723264" w="580390">
                <a:moveTo>
                  <a:pt x="490854" y="678561"/>
                </a:moveTo>
                <a:lnTo>
                  <a:pt x="488187" y="679704"/>
                </a:lnTo>
                <a:lnTo>
                  <a:pt x="487172" y="682244"/>
                </a:lnTo>
                <a:lnTo>
                  <a:pt x="486282" y="684657"/>
                </a:lnTo>
                <a:lnTo>
                  <a:pt x="487425" y="687451"/>
                </a:lnTo>
                <a:lnTo>
                  <a:pt x="489965" y="688340"/>
                </a:lnTo>
                <a:lnTo>
                  <a:pt x="579881" y="723011"/>
                </a:lnTo>
                <a:lnTo>
                  <a:pt x="579243" y="718693"/>
                </a:lnTo>
                <a:lnTo>
                  <a:pt x="570229" y="718693"/>
                </a:lnTo>
                <a:lnTo>
                  <a:pt x="559120" y="704806"/>
                </a:lnTo>
                <a:lnTo>
                  <a:pt x="493395" y="679450"/>
                </a:lnTo>
                <a:lnTo>
                  <a:pt x="490854" y="678561"/>
                </a:lnTo>
                <a:close/>
              </a:path>
              <a:path extrusionOk="0" h="723264" w="580390">
                <a:moveTo>
                  <a:pt x="559120" y="704806"/>
                </a:moveTo>
                <a:lnTo>
                  <a:pt x="570229" y="718693"/>
                </a:lnTo>
                <a:lnTo>
                  <a:pt x="573099" y="716407"/>
                </a:lnTo>
                <a:lnTo>
                  <a:pt x="569213" y="716407"/>
                </a:lnTo>
                <a:lnTo>
                  <a:pt x="568014" y="708238"/>
                </a:lnTo>
                <a:lnTo>
                  <a:pt x="559120" y="704806"/>
                </a:lnTo>
                <a:close/>
              </a:path>
              <a:path extrusionOk="0" h="723264" w="580390">
                <a:moveTo>
                  <a:pt x="562990" y="623316"/>
                </a:moveTo>
                <a:lnTo>
                  <a:pt x="557783" y="624078"/>
                </a:lnTo>
                <a:lnTo>
                  <a:pt x="556005" y="626491"/>
                </a:lnTo>
                <a:lnTo>
                  <a:pt x="566637" y="698868"/>
                </a:lnTo>
                <a:lnTo>
                  <a:pt x="577723" y="712724"/>
                </a:lnTo>
                <a:lnTo>
                  <a:pt x="570229" y="718693"/>
                </a:lnTo>
                <a:lnTo>
                  <a:pt x="579243" y="718693"/>
                </a:lnTo>
                <a:lnTo>
                  <a:pt x="565403" y="625094"/>
                </a:lnTo>
                <a:lnTo>
                  <a:pt x="562990" y="623316"/>
                </a:lnTo>
                <a:close/>
              </a:path>
              <a:path extrusionOk="0" h="723264" w="580390">
                <a:moveTo>
                  <a:pt x="568014" y="708238"/>
                </a:moveTo>
                <a:lnTo>
                  <a:pt x="569213" y="716407"/>
                </a:lnTo>
                <a:lnTo>
                  <a:pt x="575690" y="711200"/>
                </a:lnTo>
                <a:lnTo>
                  <a:pt x="568014" y="708238"/>
                </a:lnTo>
                <a:close/>
              </a:path>
              <a:path extrusionOk="0" h="723264" w="580390">
                <a:moveTo>
                  <a:pt x="566637" y="698868"/>
                </a:moveTo>
                <a:lnTo>
                  <a:pt x="568014" y="708238"/>
                </a:lnTo>
                <a:lnTo>
                  <a:pt x="575690" y="711200"/>
                </a:lnTo>
                <a:lnTo>
                  <a:pt x="569213" y="716407"/>
                </a:lnTo>
                <a:lnTo>
                  <a:pt x="573099" y="716407"/>
                </a:lnTo>
                <a:lnTo>
                  <a:pt x="577723" y="712724"/>
                </a:lnTo>
                <a:lnTo>
                  <a:pt x="566637" y="698868"/>
                </a:lnTo>
                <a:close/>
              </a:path>
              <a:path extrusionOk="0" h="723264" w="580390">
                <a:moveTo>
                  <a:pt x="7493" y="0"/>
                </a:moveTo>
                <a:lnTo>
                  <a:pt x="0" y="5969"/>
                </a:lnTo>
                <a:lnTo>
                  <a:pt x="559120" y="704806"/>
                </a:lnTo>
                <a:lnTo>
                  <a:pt x="568014" y="708238"/>
                </a:lnTo>
                <a:lnTo>
                  <a:pt x="566637" y="698868"/>
                </a:lnTo>
                <a:lnTo>
                  <a:pt x="7493"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0" name="Google Shape;980;p49"/>
          <p:cNvSpPr/>
          <p:nvPr/>
        </p:nvSpPr>
        <p:spPr>
          <a:xfrm>
            <a:off x="6368541" y="2922016"/>
            <a:ext cx="579755" cy="723265"/>
          </a:xfrm>
          <a:custGeom>
            <a:rect b="b" l="l" r="r" t="t"/>
            <a:pathLst>
              <a:path extrusionOk="0" h="723264" w="579754">
                <a:moveTo>
                  <a:pt x="490728" y="678561"/>
                </a:moveTo>
                <a:lnTo>
                  <a:pt x="488061" y="679704"/>
                </a:lnTo>
                <a:lnTo>
                  <a:pt x="487044" y="682244"/>
                </a:lnTo>
                <a:lnTo>
                  <a:pt x="486156" y="684657"/>
                </a:lnTo>
                <a:lnTo>
                  <a:pt x="487299" y="687451"/>
                </a:lnTo>
                <a:lnTo>
                  <a:pt x="489838" y="688340"/>
                </a:lnTo>
                <a:lnTo>
                  <a:pt x="579755" y="723011"/>
                </a:lnTo>
                <a:lnTo>
                  <a:pt x="579097" y="718566"/>
                </a:lnTo>
                <a:lnTo>
                  <a:pt x="570103" y="718566"/>
                </a:lnTo>
                <a:lnTo>
                  <a:pt x="559143" y="704864"/>
                </a:lnTo>
                <a:lnTo>
                  <a:pt x="493267" y="679450"/>
                </a:lnTo>
                <a:lnTo>
                  <a:pt x="490728" y="678561"/>
                </a:lnTo>
                <a:close/>
              </a:path>
              <a:path extrusionOk="0" h="723264" w="579754">
                <a:moveTo>
                  <a:pt x="559143" y="704864"/>
                </a:moveTo>
                <a:lnTo>
                  <a:pt x="570103" y="718566"/>
                </a:lnTo>
                <a:lnTo>
                  <a:pt x="573035" y="716280"/>
                </a:lnTo>
                <a:lnTo>
                  <a:pt x="569087" y="716280"/>
                </a:lnTo>
                <a:lnTo>
                  <a:pt x="567905" y="708245"/>
                </a:lnTo>
                <a:lnTo>
                  <a:pt x="559143" y="704864"/>
                </a:lnTo>
                <a:close/>
              </a:path>
              <a:path extrusionOk="0" h="723264" w="579754">
                <a:moveTo>
                  <a:pt x="562863" y="623316"/>
                </a:moveTo>
                <a:lnTo>
                  <a:pt x="557657" y="624078"/>
                </a:lnTo>
                <a:lnTo>
                  <a:pt x="555879" y="626491"/>
                </a:lnTo>
                <a:lnTo>
                  <a:pt x="566529" y="698891"/>
                </a:lnTo>
                <a:lnTo>
                  <a:pt x="577596" y="712724"/>
                </a:lnTo>
                <a:lnTo>
                  <a:pt x="570103" y="718566"/>
                </a:lnTo>
                <a:lnTo>
                  <a:pt x="579097" y="718566"/>
                </a:lnTo>
                <a:lnTo>
                  <a:pt x="565277" y="625094"/>
                </a:lnTo>
                <a:lnTo>
                  <a:pt x="562863" y="623316"/>
                </a:lnTo>
                <a:close/>
              </a:path>
              <a:path extrusionOk="0" h="723264" w="579754">
                <a:moveTo>
                  <a:pt x="567905" y="708245"/>
                </a:moveTo>
                <a:lnTo>
                  <a:pt x="569087" y="716280"/>
                </a:lnTo>
                <a:lnTo>
                  <a:pt x="575563" y="711200"/>
                </a:lnTo>
                <a:lnTo>
                  <a:pt x="567905" y="708245"/>
                </a:lnTo>
                <a:close/>
              </a:path>
              <a:path extrusionOk="0" h="723264" w="579754">
                <a:moveTo>
                  <a:pt x="566529" y="698891"/>
                </a:moveTo>
                <a:lnTo>
                  <a:pt x="567905" y="708245"/>
                </a:lnTo>
                <a:lnTo>
                  <a:pt x="575563" y="711200"/>
                </a:lnTo>
                <a:lnTo>
                  <a:pt x="569087" y="716280"/>
                </a:lnTo>
                <a:lnTo>
                  <a:pt x="573035" y="716280"/>
                </a:lnTo>
                <a:lnTo>
                  <a:pt x="577596" y="712724"/>
                </a:lnTo>
                <a:lnTo>
                  <a:pt x="566529" y="698891"/>
                </a:lnTo>
                <a:close/>
              </a:path>
              <a:path extrusionOk="0" h="723264" w="579754">
                <a:moveTo>
                  <a:pt x="7366" y="0"/>
                </a:moveTo>
                <a:lnTo>
                  <a:pt x="0" y="5842"/>
                </a:lnTo>
                <a:lnTo>
                  <a:pt x="559143" y="704864"/>
                </a:lnTo>
                <a:lnTo>
                  <a:pt x="567905" y="708245"/>
                </a:lnTo>
                <a:lnTo>
                  <a:pt x="566529" y="698891"/>
                </a:lnTo>
                <a:lnTo>
                  <a:pt x="7366"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1" name="Google Shape;981;p49"/>
          <p:cNvSpPr/>
          <p:nvPr/>
        </p:nvSpPr>
        <p:spPr>
          <a:xfrm>
            <a:off x="5576442" y="3785996"/>
            <a:ext cx="436245" cy="507365"/>
          </a:xfrm>
          <a:custGeom>
            <a:rect b="b" l="l" r="r" t="t"/>
            <a:pathLst>
              <a:path extrusionOk="0" h="507364" w="436245">
                <a:moveTo>
                  <a:pt x="345313" y="465708"/>
                </a:moveTo>
                <a:lnTo>
                  <a:pt x="342646" y="466978"/>
                </a:lnTo>
                <a:lnTo>
                  <a:pt x="341757" y="469391"/>
                </a:lnTo>
                <a:lnTo>
                  <a:pt x="340868" y="471931"/>
                </a:lnTo>
                <a:lnTo>
                  <a:pt x="342138" y="474598"/>
                </a:lnTo>
                <a:lnTo>
                  <a:pt x="435737" y="507110"/>
                </a:lnTo>
                <a:lnTo>
                  <a:pt x="434997" y="503046"/>
                </a:lnTo>
                <a:lnTo>
                  <a:pt x="425958" y="503046"/>
                </a:lnTo>
                <a:lnTo>
                  <a:pt x="414445" y="489616"/>
                </a:lnTo>
                <a:lnTo>
                  <a:pt x="347853" y="466470"/>
                </a:lnTo>
                <a:lnTo>
                  <a:pt x="345313" y="465708"/>
                </a:lnTo>
                <a:close/>
              </a:path>
              <a:path extrusionOk="0" h="507364" w="436245">
                <a:moveTo>
                  <a:pt x="414445" y="489616"/>
                </a:moveTo>
                <a:lnTo>
                  <a:pt x="425958" y="503046"/>
                </a:lnTo>
                <a:lnTo>
                  <a:pt x="428617" y="500760"/>
                </a:lnTo>
                <a:lnTo>
                  <a:pt x="424942" y="500760"/>
                </a:lnTo>
                <a:lnTo>
                  <a:pt x="423476" y="492754"/>
                </a:lnTo>
                <a:lnTo>
                  <a:pt x="414445" y="489616"/>
                </a:lnTo>
                <a:close/>
              </a:path>
              <a:path extrusionOk="0" h="507364" w="436245">
                <a:moveTo>
                  <a:pt x="415417" y="408050"/>
                </a:moveTo>
                <a:lnTo>
                  <a:pt x="412877" y="408431"/>
                </a:lnTo>
                <a:lnTo>
                  <a:pt x="410337" y="408939"/>
                </a:lnTo>
                <a:lnTo>
                  <a:pt x="408559" y="411479"/>
                </a:lnTo>
                <a:lnTo>
                  <a:pt x="409067" y="414019"/>
                </a:lnTo>
                <a:lnTo>
                  <a:pt x="421785" y="483514"/>
                </a:lnTo>
                <a:lnTo>
                  <a:pt x="433197" y="496823"/>
                </a:lnTo>
                <a:lnTo>
                  <a:pt x="425958" y="503046"/>
                </a:lnTo>
                <a:lnTo>
                  <a:pt x="434997" y="503046"/>
                </a:lnTo>
                <a:lnTo>
                  <a:pt x="418465" y="412241"/>
                </a:lnTo>
                <a:lnTo>
                  <a:pt x="417957" y="409701"/>
                </a:lnTo>
                <a:lnTo>
                  <a:pt x="415417" y="408050"/>
                </a:lnTo>
                <a:close/>
              </a:path>
              <a:path extrusionOk="0" h="507364" w="436245">
                <a:moveTo>
                  <a:pt x="423476" y="492754"/>
                </a:moveTo>
                <a:lnTo>
                  <a:pt x="424942" y="500760"/>
                </a:lnTo>
                <a:lnTo>
                  <a:pt x="431165" y="495426"/>
                </a:lnTo>
                <a:lnTo>
                  <a:pt x="423476" y="492754"/>
                </a:lnTo>
                <a:close/>
              </a:path>
              <a:path extrusionOk="0" h="507364" w="436245">
                <a:moveTo>
                  <a:pt x="421785" y="483514"/>
                </a:moveTo>
                <a:lnTo>
                  <a:pt x="423476" y="492754"/>
                </a:lnTo>
                <a:lnTo>
                  <a:pt x="431165" y="495426"/>
                </a:lnTo>
                <a:lnTo>
                  <a:pt x="424942" y="500760"/>
                </a:lnTo>
                <a:lnTo>
                  <a:pt x="428617" y="500760"/>
                </a:lnTo>
                <a:lnTo>
                  <a:pt x="433197" y="496823"/>
                </a:lnTo>
                <a:lnTo>
                  <a:pt x="421785" y="483514"/>
                </a:lnTo>
                <a:close/>
              </a:path>
              <a:path extrusionOk="0" h="507364" w="436245">
                <a:moveTo>
                  <a:pt x="7239" y="0"/>
                </a:moveTo>
                <a:lnTo>
                  <a:pt x="0" y="6095"/>
                </a:lnTo>
                <a:lnTo>
                  <a:pt x="414445" y="489616"/>
                </a:lnTo>
                <a:lnTo>
                  <a:pt x="423476" y="492754"/>
                </a:lnTo>
                <a:lnTo>
                  <a:pt x="421785" y="483514"/>
                </a:lnTo>
                <a:lnTo>
                  <a:pt x="7239"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2" name="Google Shape;982;p49"/>
          <p:cNvSpPr txBox="1"/>
          <p:nvPr/>
        </p:nvSpPr>
        <p:spPr>
          <a:xfrm>
            <a:off x="492302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a:t>
            </a:r>
            <a:endParaRPr b="0" i="0" sz="1800" u="none" cap="none" strike="noStrike">
              <a:solidFill>
                <a:srgbClr val="000000"/>
              </a:solidFill>
              <a:latin typeface="Courier New"/>
              <a:ea typeface="Courier New"/>
              <a:cs typeface="Courier New"/>
              <a:sym typeface="Courier New"/>
            </a:endParaRPr>
          </a:p>
        </p:txBody>
      </p:sp>
      <p:sp>
        <p:nvSpPr>
          <p:cNvPr id="983" name="Google Shape;983;p49"/>
          <p:cNvSpPr txBox="1"/>
          <p:nvPr/>
        </p:nvSpPr>
        <p:spPr>
          <a:xfrm>
            <a:off x="5931408" y="4299966"/>
            <a:ext cx="5949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	y</a:t>
            </a:r>
            <a:endParaRPr b="0" i="0" sz="1800" u="none" cap="none" strike="noStrike">
              <a:solidFill>
                <a:srgbClr val="000000"/>
              </a:solidFill>
              <a:latin typeface="Courier New"/>
              <a:ea typeface="Courier New"/>
              <a:cs typeface="Courier New"/>
              <a:sym typeface="Courier New"/>
            </a:endParaRPr>
          </a:p>
        </p:txBody>
      </p:sp>
      <p:sp>
        <p:nvSpPr>
          <p:cNvPr id="984" name="Google Shape;984;p49"/>
          <p:cNvSpPr txBox="1"/>
          <p:nvPr/>
        </p:nvSpPr>
        <p:spPr>
          <a:xfrm>
            <a:off x="6867397" y="357987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985" name="Google Shape;985;p49"/>
          <p:cNvSpPr/>
          <p:nvPr/>
        </p:nvSpPr>
        <p:spPr>
          <a:xfrm>
            <a:off x="6444234" y="3785996"/>
            <a:ext cx="435609" cy="507365"/>
          </a:xfrm>
          <a:custGeom>
            <a:rect b="b" l="l" r="r" t="t"/>
            <a:pathLst>
              <a:path extrusionOk="0" h="507364" w="435609">
                <a:moveTo>
                  <a:pt x="20192" y="408050"/>
                </a:moveTo>
                <a:lnTo>
                  <a:pt x="17779" y="409701"/>
                </a:lnTo>
                <a:lnTo>
                  <a:pt x="17271" y="412241"/>
                </a:lnTo>
                <a:lnTo>
                  <a:pt x="0" y="507110"/>
                </a:lnTo>
                <a:lnTo>
                  <a:pt x="11702" y="503046"/>
                </a:lnTo>
                <a:lnTo>
                  <a:pt x="9778" y="503046"/>
                </a:lnTo>
                <a:lnTo>
                  <a:pt x="2539" y="496823"/>
                </a:lnTo>
                <a:lnTo>
                  <a:pt x="13952" y="483508"/>
                </a:lnTo>
                <a:lnTo>
                  <a:pt x="26669" y="414019"/>
                </a:lnTo>
                <a:lnTo>
                  <a:pt x="27050" y="411479"/>
                </a:lnTo>
                <a:lnTo>
                  <a:pt x="25400" y="408939"/>
                </a:lnTo>
                <a:lnTo>
                  <a:pt x="22860" y="408431"/>
                </a:lnTo>
                <a:lnTo>
                  <a:pt x="20192" y="408050"/>
                </a:lnTo>
                <a:close/>
              </a:path>
              <a:path extrusionOk="0" h="507364" w="435609">
                <a:moveTo>
                  <a:pt x="13952" y="483508"/>
                </a:moveTo>
                <a:lnTo>
                  <a:pt x="2539" y="496823"/>
                </a:lnTo>
                <a:lnTo>
                  <a:pt x="9778" y="503046"/>
                </a:lnTo>
                <a:lnTo>
                  <a:pt x="11737" y="500760"/>
                </a:lnTo>
                <a:lnTo>
                  <a:pt x="10794" y="500760"/>
                </a:lnTo>
                <a:lnTo>
                  <a:pt x="4571" y="495426"/>
                </a:lnTo>
                <a:lnTo>
                  <a:pt x="12260" y="492754"/>
                </a:lnTo>
                <a:lnTo>
                  <a:pt x="13952" y="483508"/>
                </a:lnTo>
                <a:close/>
              </a:path>
              <a:path extrusionOk="0" h="507364" w="435609">
                <a:moveTo>
                  <a:pt x="90423" y="465708"/>
                </a:moveTo>
                <a:lnTo>
                  <a:pt x="87884" y="466470"/>
                </a:lnTo>
                <a:lnTo>
                  <a:pt x="21286" y="489617"/>
                </a:lnTo>
                <a:lnTo>
                  <a:pt x="9778" y="503046"/>
                </a:lnTo>
                <a:lnTo>
                  <a:pt x="11702" y="503046"/>
                </a:lnTo>
                <a:lnTo>
                  <a:pt x="91059" y="475488"/>
                </a:lnTo>
                <a:lnTo>
                  <a:pt x="93471" y="474598"/>
                </a:lnTo>
                <a:lnTo>
                  <a:pt x="94868" y="471931"/>
                </a:lnTo>
                <a:lnTo>
                  <a:pt x="93980" y="469391"/>
                </a:lnTo>
                <a:lnTo>
                  <a:pt x="93090" y="466978"/>
                </a:lnTo>
                <a:lnTo>
                  <a:pt x="90423" y="465708"/>
                </a:lnTo>
                <a:close/>
              </a:path>
              <a:path extrusionOk="0" h="507364" w="435609">
                <a:moveTo>
                  <a:pt x="12260" y="492754"/>
                </a:moveTo>
                <a:lnTo>
                  <a:pt x="4571" y="495426"/>
                </a:lnTo>
                <a:lnTo>
                  <a:pt x="10794" y="500760"/>
                </a:lnTo>
                <a:lnTo>
                  <a:pt x="12260" y="492754"/>
                </a:lnTo>
                <a:close/>
              </a:path>
              <a:path extrusionOk="0" h="507364" w="435609">
                <a:moveTo>
                  <a:pt x="21286" y="489617"/>
                </a:moveTo>
                <a:lnTo>
                  <a:pt x="12260" y="492754"/>
                </a:lnTo>
                <a:lnTo>
                  <a:pt x="10794" y="500760"/>
                </a:lnTo>
                <a:lnTo>
                  <a:pt x="11737" y="500760"/>
                </a:lnTo>
                <a:lnTo>
                  <a:pt x="21286" y="489617"/>
                </a:lnTo>
                <a:close/>
              </a:path>
              <a:path extrusionOk="0" h="507364" w="435609">
                <a:moveTo>
                  <a:pt x="428370" y="0"/>
                </a:moveTo>
                <a:lnTo>
                  <a:pt x="13952" y="483508"/>
                </a:lnTo>
                <a:lnTo>
                  <a:pt x="12260" y="492754"/>
                </a:lnTo>
                <a:lnTo>
                  <a:pt x="21286" y="489617"/>
                </a:lnTo>
                <a:lnTo>
                  <a:pt x="435610" y="6095"/>
                </a:lnTo>
                <a:lnTo>
                  <a:pt x="428370"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6" name="Google Shape;986;p49"/>
          <p:cNvSpPr/>
          <p:nvPr/>
        </p:nvSpPr>
        <p:spPr>
          <a:xfrm>
            <a:off x="7016622" y="3785996"/>
            <a:ext cx="436245" cy="507365"/>
          </a:xfrm>
          <a:custGeom>
            <a:rect b="b" l="l" r="r" t="t"/>
            <a:pathLst>
              <a:path extrusionOk="0" h="507364" w="436245">
                <a:moveTo>
                  <a:pt x="345312" y="465708"/>
                </a:moveTo>
                <a:lnTo>
                  <a:pt x="342646" y="466978"/>
                </a:lnTo>
                <a:lnTo>
                  <a:pt x="341756" y="469391"/>
                </a:lnTo>
                <a:lnTo>
                  <a:pt x="340868" y="471931"/>
                </a:lnTo>
                <a:lnTo>
                  <a:pt x="342137" y="474598"/>
                </a:lnTo>
                <a:lnTo>
                  <a:pt x="435736" y="507110"/>
                </a:lnTo>
                <a:lnTo>
                  <a:pt x="434997"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0"/>
                </a:lnTo>
                <a:lnTo>
                  <a:pt x="424815" y="500760"/>
                </a:lnTo>
                <a:lnTo>
                  <a:pt x="423354" y="492716"/>
                </a:lnTo>
                <a:lnTo>
                  <a:pt x="414456" y="489628"/>
                </a:lnTo>
                <a:close/>
              </a:path>
              <a:path extrusionOk="0" h="507364" w="436245">
                <a:moveTo>
                  <a:pt x="415417" y="408050"/>
                </a:moveTo>
                <a:lnTo>
                  <a:pt x="412876" y="408431"/>
                </a:lnTo>
                <a:lnTo>
                  <a:pt x="410336" y="408939"/>
                </a:lnTo>
                <a:lnTo>
                  <a:pt x="408558" y="411479"/>
                </a:lnTo>
                <a:lnTo>
                  <a:pt x="409067" y="414019"/>
                </a:lnTo>
                <a:lnTo>
                  <a:pt x="421656" y="483363"/>
                </a:lnTo>
                <a:lnTo>
                  <a:pt x="433197" y="496823"/>
                </a:lnTo>
                <a:lnTo>
                  <a:pt x="425957" y="503046"/>
                </a:lnTo>
                <a:lnTo>
                  <a:pt x="434997" y="503046"/>
                </a:lnTo>
                <a:lnTo>
                  <a:pt x="418465" y="412241"/>
                </a:lnTo>
                <a:lnTo>
                  <a:pt x="417956" y="409701"/>
                </a:lnTo>
                <a:lnTo>
                  <a:pt x="415417" y="408050"/>
                </a:lnTo>
                <a:close/>
              </a:path>
              <a:path extrusionOk="0" h="507364" w="436245">
                <a:moveTo>
                  <a:pt x="423354" y="492716"/>
                </a:moveTo>
                <a:lnTo>
                  <a:pt x="424815" y="500760"/>
                </a:lnTo>
                <a:lnTo>
                  <a:pt x="431165" y="495426"/>
                </a:lnTo>
                <a:lnTo>
                  <a:pt x="423354" y="492716"/>
                </a:lnTo>
                <a:close/>
              </a:path>
              <a:path extrusionOk="0" h="507364" w="436245">
                <a:moveTo>
                  <a:pt x="421656" y="483363"/>
                </a:moveTo>
                <a:lnTo>
                  <a:pt x="423354" y="492716"/>
                </a:lnTo>
                <a:lnTo>
                  <a:pt x="431165" y="495426"/>
                </a:lnTo>
                <a:lnTo>
                  <a:pt x="424815" y="500760"/>
                </a:lnTo>
                <a:lnTo>
                  <a:pt x="428617" y="500760"/>
                </a:lnTo>
                <a:lnTo>
                  <a:pt x="433197" y="496823"/>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7" name="Google Shape;987;p49"/>
          <p:cNvSpPr txBox="1"/>
          <p:nvPr/>
        </p:nvSpPr>
        <p:spPr>
          <a:xfrm>
            <a:off x="737158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y</a:t>
            </a:r>
            <a:endParaRPr b="0" i="0" sz="1800" u="none" cap="none" strike="noStrike">
              <a:solidFill>
                <a:srgbClr val="000000"/>
              </a:solidFill>
              <a:latin typeface="Courier New"/>
              <a:ea typeface="Courier New"/>
              <a:cs typeface="Courier New"/>
              <a:sym typeface="Courier New"/>
            </a:endParaRPr>
          </a:p>
        </p:txBody>
      </p:sp>
      <p:sp>
        <p:nvSpPr>
          <p:cNvPr id="988" name="Google Shape;988;p49"/>
          <p:cNvSpPr txBox="1"/>
          <p:nvPr/>
        </p:nvSpPr>
        <p:spPr>
          <a:xfrm>
            <a:off x="7587488" y="257149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989" name="Google Shape;989;p49"/>
          <p:cNvSpPr/>
          <p:nvPr/>
        </p:nvSpPr>
        <p:spPr>
          <a:xfrm>
            <a:off x="7164323" y="2777870"/>
            <a:ext cx="435609" cy="507365"/>
          </a:xfrm>
          <a:custGeom>
            <a:rect b="b" l="l" r="r" t="t"/>
            <a:pathLst>
              <a:path extrusionOk="0" h="507364" w="435609">
                <a:moveTo>
                  <a:pt x="20193" y="408050"/>
                </a:moveTo>
                <a:lnTo>
                  <a:pt x="17779" y="409701"/>
                </a:lnTo>
                <a:lnTo>
                  <a:pt x="17272" y="412368"/>
                </a:lnTo>
                <a:lnTo>
                  <a:pt x="0" y="507111"/>
                </a:lnTo>
                <a:lnTo>
                  <a:pt x="11702" y="503046"/>
                </a:lnTo>
                <a:lnTo>
                  <a:pt x="9651" y="503046"/>
                </a:lnTo>
                <a:lnTo>
                  <a:pt x="2540" y="496824"/>
                </a:lnTo>
                <a:lnTo>
                  <a:pt x="13952" y="483508"/>
                </a:lnTo>
                <a:lnTo>
                  <a:pt x="26670" y="414019"/>
                </a:lnTo>
                <a:lnTo>
                  <a:pt x="27050" y="411479"/>
                </a:lnTo>
                <a:lnTo>
                  <a:pt x="25400" y="408939"/>
                </a:lnTo>
                <a:lnTo>
                  <a:pt x="22859" y="408431"/>
                </a:lnTo>
                <a:lnTo>
                  <a:pt x="20193" y="408050"/>
                </a:lnTo>
                <a:close/>
              </a:path>
              <a:path extrusionOk="0" h="507364" w="435609">
                <a:moveTo>
                  <a:pt x="13952" y="483508"/>
                </a:moveTo>
                <a:lnTo>
                  <a:pt x="2540" y="496824"/>
                </a:lnTo>
                <a:lnTo>
                  <a:pt x="9651" y="503046"/>
                </a:lnTo>
                <a:lnTo>
                  <a:pt x="11611" y="500761"/>
                </a:lnTo>
                <a:lnTo>
                  <a:pt x="10795" y="500761"/>
                </a:lnTo>
                <a:lnTo>
                  <a:pt x="4572" y="495426"/>
                </a:lnTo>
                <a:lnTo>
                  <a:pt x="12260" y="492754"/>
                </a:lnTo>
                <a:lnTo>
                  <a:pt x="13952" y="483508"/>
                </a:lnTo>
                <a:close/>
              </a:path>
              <a:path extrusionOk="0" h="507364" w="435609">
                <a:moveTo>
                  <a:pt x="90424" y="465708"/>
                </a:moveTo>
                <a:lnTo>
                  <a:pt x="87883" y="466470"/>
                </a:lnTo>
                <a:lnTo>
                  <a:pt x="21110" y="489678"/>
                </a:lnTo>
                <a:lnTo>
                  <a:pt x="9651" y="503046"/>
                </a:lnTo>
                <a:lnTo>
                  <a:pt x="11702" y="503046"/>
                </a:lnTo>
                <a:lnTo>
                  <a:pt x="91058" y="475488"/>
                </a:lnTo>
                <a:lnTo>
                  <a:pt x="93472" y="474599"/>
                </a:lnTo>
                <a:lnTo>
                  <a:pt x="94742" y="471931"/>
                </a:lnTo>
                <a:lnTo>
                  <a:pt x="93979" y="469518"/>
                </a:lnTo>
                <a:lnTo>
                  <a:pt x="93091" y="466978"/>
                </a:lnTo>
                <a:lnTo>
                  <a:pt x="90424" y="465708"/>
                </a:lnTo>
                <a:close/>
              </a:path>
              <a:path extrusionOk="0" h="507364" w="435609">
                <a:moveTo>
                  <a:pt x="12260" y="492754"/>
                </a:moveTo>
                <a:lnTo>
                  <a:pt x="4572" y="495426"/>
                </a:lnTo>
                <a:lnTo>
                  <a:pt x="10795" y="500761"/>
                </a:lnTo>
                <a:lnTo>
                  <a:pt x="12260" y="492754"/>
                </a:lnTo>
                <a:close/>
              </a:path>
              <a:path extrusionOk="0" h="507364" w="435609">
                <a:moveTo>
                  <a:pt x="21110" y="489678"/>
                </a:moveTo>
                <a:lnTo>
                  <a:pt x="12260" y="492754"/>
                </a:lnTo>
                <a:lnTo>
                  <a:pt x="10795" y="500761"/>
                </a:lnTo>
                <a:lnTo>
                  <a:pt x="11611" y="500761"/>
                </a:lnTo>
                <a:lnTo>
                  <a:pt x="21110" y="489678"/>
                </a:lnTo>
                <a:close/>
              </a:path>
              <a:path extrusionOk="0" h="507364" w="435609">
                <a:moveTo>
                  <a:pt x="428371" y="0"/>
                </a:moveTo>
                <a:lnTo>
                  <a:pt x="13952" y="483508"/>
                </a:lnTo>
                <a:lnTo>
                  <a:pt x="12260" y="492754"/>
                </a:lnTo>
                <a:lnTo>
                  <a:pt x="21110" y="489678"/>
                </a:lnTo>
                <a:lnTo>
                  <a:pt x="435609"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0" name="Google Shape;990;p49"/>
          <p:cNvSpPr/>
          <p:nvPr/>
        </p:nvSpPr>
        <p:spPr>
          <a:xfrm>
            <a:off x="7736713" y="2777870"/>
            <a:ext cx="436245" cy="507365"/>
          </a:xfrm>
          <a:custGeom>
            <a:rect b="b" l="l" r="r" t="t"/>
            <a:pathLst>
              <a:path extrusionOk="0" h="507364" w="436245">
                <a:moveTo>
                  <a:pt x="345312" y="465708"/>
                </a:moveTo>
                <a:lnTo>
                  <a:pt x="342518" y="466978"/>
                </a:lnTo>
                <a:lnTo>
                  <a:pt x="341756" y="469518"/>
                </a:lnTo>
                <a:lnTo>
                  <a:pt x="340867" y="471931"/>
                </a:lnTo>
                <a:lnTo>
                  <a:pt x="342137" y="474599"/>
                </a:lnTo>
                <a:lnTo>
                  <a:pt x="435736" y="507111"/>
                </a:lnTo>
                <a:lnTo>
                  <a:pt x="434990"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1"/>
                </a:lnTo>
                <a:lnTo>
                  <a:pt x="424814" y="500761"/>
                </a:lnTo>
                <a:lnTo>
                  <a:pt x="423354" y="492716"/>
                </a:lnTo>
                <a:lnTo>
                  <a:pt x="414456" y="489628"/>
                </a:lnTo>
                <a:close/>
              </a:path>
              <a:path extrusionOk="0" h="507364" w="436245">
                <a:moveTo>
                  <a:pt x="415416" y="408050"/>
                </a:moveTo>
                <a:lnTo>
                  <a:pt x="412876" y="408431"/>
                </a:lnTo>
                <a:lnTo>
                  <a:pt x="410209" y="408939"/>
                </a:lnTo>
                <a:lnTo>
                  <a:pt x="408558" y="411479"/>
                </a:lnTo>
                <a:lnTo>
                  <a:pt x="409066" y="414019"/>
                </a:lnTo>
                <a:lnTo>
                  <a:pt x="421656" y="483363"/>
                </a:lnTo>
                <a:lnTo>
                  <a:pt x="433196" y="496824"/>
                </a:lnTo>
                <a:lnTo>
                  <a:pt x="425957" y="503046"/>
                </a:lnTo>
                <a:lnTo>
                  <a:pt x="434990" y="503046"/>
                </a:lnTo>
                <a:lnTo>
                  <a:pt x="418337" y="412368"/>
                </a:lnTo>
                <a:lnTo>
                  <a:pt x="417956" y="409701"/>
                </a:lnTo>
                <a:lnTo>
                  <a:pt x="415416" y="408050"/>
                </a:lnTo>
                <a:close/>
              </a:path>
              <a:path extrusionOk="0" h="507364" w="436245">
                <a:moveTo>
                  <a:pt x="423354" y="492716"/>
                </a:moveTo>
                <a:lnTo>
                  <a:pt x="424814" y="500761"/>
                </a:lnTo>
                <a:lnTo>
                  <a:pt x="431164" y="495426"/>
                </a:lnTo>
                <a:lnTo>
                  <a:pt x="423354" y="492716"/>
                </a:lnTo>
                <a:close/>
              </a:path>
              <a:path extrusionOk="0" h="507364" w="436245">
                <a:moveTo>
                  <a:pt x="421656" y="483363"/>
                </a:moveTo>
                <a:lnTo>
                  <a:pt x="423354" y="492716"/>
                </a:lnTo>
                <a:lnTo>
                  <a:pt x="431164" y="495426"/>
                </a:lnTo>
                <a:lnTo>
                  <a:pt x="424814" y="500761"/>
                </a:lnTo>
                <a:lnTo>
                  <a:pt x="428617" y="500761"/>
                </a:lnTo>
                <a:lnTo>
                  <a:pt x="433196" y="496824"/>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1" name="Google Shape;991;p49"/>
          <p:cNvSpPr txBox="1"/>
          <p:nvPr/>
        </p:nvSpPr>
        <p:spPr>
          <a:xfrm>
            <a:off x="7083552"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
        <p:nvSpPr>
          <p:cNvPr id="992" name="Google Shape;992;p49"/>
          <p:cNvSpPr txBox="1"/>
          <p:nvPr/>
        </p:nvSpPr>
        <p:spPr>
          <a:xfrm>
            <a:off x="8091678"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6" name="Shape 996"/>
        <p:cNvGrpSpPr/>
        <p:nvPr/>
      </p:nvGrpSpPr>
      <p:grpSpPr>
        <a:xfrm>
          <a:off x="0" y="0"/>
          <a:ext cx="0" cy="0"/>
          <a:chOff x="0" y="0"/>
          <a:chExt cx="0" cy="0"/>
        </a:xfrm>
      </p:grpSpPr>
      <p:sp>
        <p:nvSpPr>
          <p:cNvPr id="997" name="Google Shape;997;p50"/>
          <p:cNvSpPr txBox="1"/>
          <p:nvPr>
            <p:ph type="title"/>
          </p:nvPr>
        </p:nvSpPr>
        <p:spPr>
          <a:xfrm>
            <a:off x="2201672" y="462279"/>
            <a:ext cx="47390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Pythagoras</a:t>
            </a:r>
            <a:endParaRPr/>
          </a:p>
        </p:txBody>
      </p:sp>
      <p:graphicFrame>
        <p:nvGraphicFramePr>
          <p:cNvPr id="998" name="Google Shape;998;p50"/>
          <p:cNvGraphicFramePr/>
          <p:nvPr/>
        </p:nvGraphicFramePr>
        <p:xfrm>
          <a:off x="516890" y="1661408"/>
          <a:ext cx="3000000" cy="3000000"/>
        </p:xfrm>
        <a:graphic>
          <a:graphicData uri="http://schemas.openxmlformats.org/drawingml/2006/table">
            <a:tbl>
              <a:tblPr bandRow="1" firstRow="1">
                <a:noFill/>
                <a:tableStyleId>{A208092A-0E1D-4A29-AAB8-C88494F253AD}</a:tableStyleId>
              </a:tblPr>
              <a:tblGrid>
                <a:gridCol w="671200"/>
                <a:gridCol w="548000"/>
                <a:gridCol w="547375"/>
                <a:gridCol w="548000"/>
                <a:gridCol w="488325"/>
              </a:tblGrid>
              <a:tr h="392100">
                <a:tc>
                  <a:txBody>
                    <a:bodyPr/>
                    <a:lstStyle/>
                    <a:p>
                      <a:pPr indent="0" lvl="0" marL="0" marR="5080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x;</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R1</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y;</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R2</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z;</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R3</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3921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p;</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R4</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bl>
          </a:graphicData>
        </a:graphic>
      </p:graphicFrame>
      <p:sp>
        <p:nvSpPr>
          <p:cNvPr id="999" name="Google Shape;999;p50"/>
          <p:cNvSpPr txBox="1"/>
          <p:nvPr/>
        </p:nvSpPr>
        <p:spPr>
          <a:xfrm>
            <a:off x="535940" y="3280145"/>
            <a:ext cx="2947670" cy="3098800"/>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x = 3;</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8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y = 4;</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z = 5;</a:t>
            </a:r>
            <a:endParaRPr b="0" i="0" sz="2400" u="none" cap="none" strike="noStrike">
              <a:solidFill>
                <a:srgbClr val="000000"/>
              </a:solidFill>
              <a:latin typeface="Courier New"/>
              <a:ea typeface="Courier New"/>
              <a:cs typeface="Courier New"/>
              <a:sym typeface="Courier New"/>
            </a:endParaRPr>
          </a:p>
          <a:p>
            <a:pPr indent="-182880" lvl="0" marL="194945" marR="5080" rtl="0" algn="l">
              <a:lnSpc>
                <a:spcPct val="12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if(x*x+</a:t>
            </a:r>
            <a:r>
              <a:rPr b="1" i="0" lang="en-US" sz="2400" u="none" cap="none" strike="noStrike">
                <a:solidFill>
                  <a:srgbClr val="000000"/>
                </a:solidFill>
                <a:latin typeface="Courier New"/>
                <a:ea typeface="Courier New"/>
                <a:cs typeface="Courier New"/>
                <a:sym typeface="Courier New"/>
              </a:rPr>
              <a:t>y*y</a:t>
            </a:r>
            <a:r>
              <a:rPr b="0" i="0" lang="en-US" sz="2400" u="none" cap="none" strike="noStrike">
                <a:solidFill>
                  <a:srgbClr val="000000"/>
                </a:solidFill>
                <a:latin typeface="Courier New"/>
                <a:ea typeface="Courier New"/>
                <a:cs typeface="Courier New"/>
                <a:sym typeface="Courier New"/>
              </a:rPr>
              <a:t>==z*z)  p=1;</a:t>
            </a:r>
            <a:endParaRPr b="0" i="0" sz="2400" u="none" cap="none" strike="noStrike">
              <a:solidFill>
                <a:srgbClr val="000000"/>
              </a:solidFill>
              <a:latin typeface="Courier New"/>
              <a:ea typeface="Courier New"/>
              <a:cs typeface="Courier New"/>
              <a:sym typeface="Courier New"/>
            </a:endParaRPr>
          </a:p>
          <a:p>
            <a:pPr indent="-182880" lvl="0" marL="194945" marR="2013585" rtl="0" algn="l">
              <a:lnSpc>
                <a:spcPct val="144166"/>
              </a:lnSpc>
              <a:spcBef>
                <a:spcPts val="204"/>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else  p=0;</a:t>
            </a:r>
            <a:endParaRPr b="0" i="0" sz="2400" u="none" cap="none" strike="noStrike">
              <a:solidFill>
                <a:srgbClr val="000000"/>
              </a:solidFill>
              <a:latin typeface="Courier New"/>
              <a:ea typeface="Courier New"/>
              <a:cs typeface="Courier New"/>
              <a:sym typeface="Courier New"/>
            </a:endParaRPr>
          </a:p>
        </p:txBody>
      </p:sp>
      <p:sp>
        <p:nvSpPr>
          <p:cNvPr id="1000" name="Google Shape;1000;p50"/>
          <p:cNvSpPr txBox="1"/>
          <p:nvPr/>
        </p:nvSpPr>
        <p:spPr>
          <a:xfrm>
            <a:off x="6727697" y="1635252"/>
            <a:ext cx="29845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01" name="Google Shape;1001;p50"/>
          <p:cNvSpPr/>
          <p:nvPr/>
        </p:nvSpPr>
        <p:spPr>
          <a:xfrm>
            <a:off x="6156197" y="1913889"/>
            <a:ext cx="579755" cy="723265"/>
          </a:xfrm>
          <a:custGeom>
            <a:rect b="b" l="l" r="r" t="t"/>
            <a:pathLst>
              <a:path extrusionOk="0" h="723264" w="579754">
                <a:moveTo>
                  <a:pt x="16890" y="623315"/>
                </a:moveTo>
                <a:lnTo>
                  <a:pt x="14477" y="625094"/>
                </a:lnTo>
                <a:lnTo>
                  <a:pt x="0" y="723011"/>
                </a:lnTo>
                <a:lnTo>
                  <a:pt x="11198" y="718693"/>
                </a:lnTo>
                <a:lnTo>
                  <a:pt x="9525" y="718693"/>
                </a:lnTo>
                <a:lnTo>
                  <a:pt x="2159" y="712724"/>
                </a:lnTo>
                <a:lnTo>
                  <a:pt x="13119" y="699021"/>
                </a:lnTo>
                <a:lnTo>
                  <a:pt x="23875" y="626490"/>
                </a:lnTo>
                <a:lnTo>
                  <a:pt x="22098" y="624077"/>
                </a:lnTo>
                <a:lnTo>
                  <a:pt x="16890" y="623315"/>
                </a:lnTo>
                <a:close/>
              </a:path>
              <a:path extrusionOk="0" h="723264" w="579754">
                <a:moveTo>
                  <a:pt x="13119" y="699021"/>
                </a:moveTo>
                <a:lnTo>
                  <a:pt x="2159" y="712724"/>
                </a:lnTo>
                <a:lnTo>
                  <a:pt x="9525" y="718693"/>
                </a:lnTo>
                <a:lnTo>
                  <a:pt x="11353" y="716407"/>
                </a:lnTo>
                <a:lnTo>
                  <a:pt x="10540" y="716407"/>
                </a:lnTo>
                <a:lnTo>
                  <a:pt x="4190" y="711200"/>
                </a:lnTo>
                <a:lnTo>
                  <a:pt x="11745" y="708285"/>
                </a:lnTo>
                <a:lnTo>
                  <a:pt x="13119" y="699021"/>
                </a:lnTo>
                <a:close/>
              </a:path>
              <a:path extrusionOk="0" h="723264" w="579754">
                <a:moveTo>
                  <a:pt x="88900" y="678561"/>
                </a:moveTo>
                <a:lnTo>
                  <a:pt x="86487" y="679450"/>
                </a:lnTo>
                <a:lnTo>
                  <a:pt x="20578" y="704877"/>
                </a:lnTo>
                <a:lnTo>
                  <a:pt x="9525" y="718693"/>
                </a:lnTo>
                <a:lnTo>
                  <a:pt x="11198" y="718693"/>
                </a:lnTo>
                <a:lnTo>
                  <a:pt x="89915" y="688339"/>
                </a:lnTo>
                <a:lnTo>
                  <a:pt x="92328" y="687451"/>
                </a:lnTo>
                <a:lnTo>
                  <a:pt x="93599" y="684657"/>
                </a:lnTo>
                <a:lnTo>
                  <a:pt x="92582" y="682244"/>
                </a:lnTo>
                <a:lnTo>
                  <a:pt x="91693" y="679704"/>
                </a:lnTo>
                <a:lnTo>
                  <a:pt x="88900" y="678561"/>
                </a:lnTo>
                <a:close/>
              </a:path>
              <a:path extrusionOk="0" h="723264" w="579754">
                <a:moveTo>
                  <a:pt x="11745" y="708285"/>
                </a:moveTo>
                <a:lnTo>
                  <a:pt x="4190" y="711200"/>
                </a:lnTo>
                <a:lnTo>
                  <a:pt x="10540" y="716407"/>
                </a:lnTo>
                <a:lnTo>
                  <a:pt x="11745" y="708285"/>
                </a:lnTo>
                <a:close/>
              </a:path>
              <a:path extrusionOk="0" h="723264" w="579754">
                <a:moveTo>
                  <a:pt x="20578" y="704877"/>
                </a:moveTo>
                <a:lnTo>
                  <a:pt x="11745" y="708285"/>
                </a:lnTo>
                <a:lnTo>
                  <a:pt x="10540" y="716407"/>
                </a:lnTo>
                <a:lnTo>
                  <a:pt x="11353" y="716407"/>
                </a:lnTo>
                <a:lnTo>
                  <a:pt x="20578" y="704877"/>
                </a:lnTo>
                <a:close/>
              </a:path>
              <a:path extrusionOk="0" h="723264" w="579754">
                <a:moveTo>
                  <a:pt x="572261" y="0"/>
                </a:moveTo>
                <a:lnTo>
                  <a:pt x="13119" y="699021"/>
                </a:lnTo>
                <a:lnTo>
                  <a:pt x="11745" y="708285"/>
                </a:lnTo>
                <a:lnTo>
                  <a:pt x="20578" y="704877"/>
                </a:lnTo>
                <a:lnTo>
                  <a:pt x="579754" y="5969"/>
                </a:lnTo>
                <a:lnTo>
                  <a:pt x="57226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2" name="Google Shape;1002;p50"/>
          <p:cNvSpPr txBox="1"/>
          <p:nvPr/>
        </p:nvSpPr>
        <p:spPr>
          <a:xfrm>
            <a:off x="6147308" y="2643632"/>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03" name="Google Shape;1003;p50"/>
          <p:cNvSpPr/>
          <p:nvPr/>
        </p:nvSpPr>
        <p:spPr>
          <a:xfrm>
            <a:off x="5508116" y="2850007"/>
            <a:ext cx="579755" cy="723265"/>
          </a:xfrm>
          <a:custGeom>
            <a:rect b="b" l="l" r="r" t="t"/>
            <a:pathLst>
              <a:path extrusionOk="0" h="723264" w="579754">
                <a:moveTo>
                  <a:pt x="16891" y="623315"/>
                </a:moveTo>
                <a:lnTo>
                  <a:pt x="14478" y="625093"/>
                </a:lnTo>
                <a:lnTo>
                  <a:pt x="0" y="723010"/>
                </a:lnTo>
                <a:lnTo>
                  <a:pt x="11527" y="718565"/>
                </a:lnTo>
                <a:lnTo>
                  <a:pt x="9652" y="718565"/>
                </a:lnTo>
                <a:lnTo>
                  <a:pt x="2159" y="712723"/>
                </a:lnTo>
                <a:lnTo>
                  <a:pt x="13100" y="699048"/>
                </a:lnTo>
                <a:lnTo>
                  <a:pt x="23875" y="626490"/>
                </a:lnTo>
                <a:lnTo>
                  <a:pt x="22098" y="624077"/>
                </a:lnTo>
                <a:lnTo>
                  <a:pt x="16891" y="623315"/>
                </a:lnTo>
                <a:close/>
              </a:path>
              <a:path extrusionOk="0" h="723264" w="579754">
                <a:moveTo>
                  <a:pt x="13100" y="699048"/>
                </a:moveTo>
                <a:lnTo>
                  <a:pt x="2159" y="712723"/>
                </a:lnTo>
                <a:lnTo>
                  <a:pt x="9652" y="718565"/>
                </a:lnTo>
                <a:lnTo>
                  <a:pt x="11480" y="716279"/>
                </a:lnTo>
                <a:lnTo>
                  <a:pt x="10541" y="716279"/>
                </a:lnTo>
                <a:lnTo>
                  <a:pt x="4191" y="711200"/>
                </a:lnTo>
                <a:lnTo>
                  <a:pt x="11727" y="708292"/>
                </a:lnTo>
                <a:lnTo>
                  <a:pt x="13100" y="699048"/>
                </a:lnTo>
                <a:close/>
              </a:path>
              <a:path extrusionOk="0" h="723264" w="579754">
                <a:moveTo>
                  <a:pt x="88900" y="678560"/>
                </a:moveTo>
                <a:lnTo>
                  <a:pt x="86487" y="679450"/>
                </a:lnTo>
                <a:lnTo>
                  <a:pt x="20611" y="704864"/>
                </a:lnTo>
                <a:lnTo>
                  <a:pt x="9652" y="718565"/>
                </a:lnTo>
                <a:lnTo>
                  <a:pt x="11527" y="718565"/>
                </a:lnTo>
                <a:lnTo>
                  <a:pt x="89916" y="688339"/>
                </a:lnTo>
                <a:lnTo>
                  <a:pt x="92329" y="687451"/>
                </a:lnTo>
                <a:lnTo>
                  <a:pt x="93599" y="684656"/>
                </a:lnTo>
                <a:lnTo>
                  <a:pt x="92583" y="682243"/>
                </a:lnTo>
                <a:lnTo>
                  <a:pt x="91694" y="679703"/>
                </a:lnTo>
                <a:lnTo>
                  <a:pt x="88900" y="678560"/>
                </a:lnTo>
                <a:close/>
              </a:path>
              <a:path extrusionOk="0" h="723264" w="579754">
                <a:moveTo>
                  <a:pt x="11727" y="708292"/>
                </a:moveTo>
                <a:lnTo>
                  <a:pt x="4191" y="711200"/>
                </a:lnTo>
                <a:lnTo>
                  <a:pt x="10541" y="716279"/>
                </a:lnTo>
                <a:lnTo>
                  <a:pt x="11727" y="708292"/>
                </a:lnTo>
                <a:close/>
              </a:path>
              <a:path extrusionOk="0" h="723264" w="579754">
                <a:moveTo>
                  <a:pt x="20611" y="704864"/>
                </a:moveTo>
                <a:lnTo>
                  <a:pt x="11727" y="708292"/>
                </a:lnTo>
                <a:lnTo>
                  <a:pt x="10541" y="716279"/>
                </a:lnTo>
                <a:lnTo>
                  <a:pt x="11480" y="716279"/>
                </a:lnTo>
                <a:lnTo>
                  <a:pt x="20611" y="704864"/>
                </a:lnTo>
                <a:close/>
              </a:path>
              <a:path extrusionOk="0" h="723264" w="579754">
                <a:moveTo>
                  <a:pt x="572388" y="0"/>
                </a:moveTo>
                <a:lnTo>
                  <a:pt x="13100" y="699048"/>
                </a:lnTo>
                <a:lnTo>
                  <a:pt x="11727" y="708292"/>
                </a:lnTo>
                <a:lnTo>
                  <a:pt x="20611" y="704864"/>
                </a:lnTo>
                <a:lnTo>
                  <a:pt x="579755" y="5841"/>
                </a:lnTo>
                <a:lnTo>
                  <a:pt x="57238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4" name="Google Shape;1004;p50"/>
          <p:cNvSpPr txBox="1"/>
          <p:nvPr/>
        </p:nvSpPr>
        <p:spPr>
          <a:xfrm>
            <a:off x="5439917" y="3579876"/>
            <a:ext cx="13779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05" name="Google Shape;1005;p50"/>
          <p:cNvSpPr txBox="1"/>
          <p:nvPr/>
        </p:nvSpPr>
        <p:spPr>
          <a:xfrm>
            <a:off x="5372100" y="3854195"/>
            <a:ext cx="27368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R5</a:t>
            </a:r>
            <a:endParaRPr b="0" i="0" sz="1800" u="none" cap="none" strike="noStrike">
              <a:solidFill>
                <a:srgbClr val="000000"/>
              </a:solidFill>
              <a:latin typeface="Courier New"/>
              <a:ea typeface="Courier New"/>
              <a:cs typeface="Courier New"/>
              <a:sym typeface="Courier New"/>
            </a:endParaRPr>
          </a:p>
        </p:txBody>
      </p:sp>
      <p:sp>
        <p:nvSpPr>
          <p:cNvPr id="1006" name="Google Shape;1006;p50"/>
          <p:cNvSpPr/>
          <p:nvPr/>
        </p:nvSpPr>
        <p:spPr>
          <a:xfrm>
            <a:off x="5004053" y="3785996"/>
            <a:ext cx="435609" cy="507365"/>
          </a:xfrm>
          <a:custGeom>
            <a:rect b="b" l="l" r="r" t="t"/>
            <a:pathLst>
              <a:path extrusionOk="0" h="507364" w="435610">
                <a:moveTo>
                  <a:pt x="20193" y="408050"/>
                </a:moveTo>
                <a:lnTo>
                  <a:pt x="17780" y="409701"/>
                </a:lnTo>
                <a:lnTo>
                  <a:pt x="17272" y="412241"/>
                </a:lnTo>
                <a:lnTo>
                  <a:pt x="0" y="507110"/>
                </a:lnTo>
                <a:lnTo>
                  <a:pt x="11702" y="503046"/>
                </a:lnTo>
                <a:lnTo>
                  <a:pt x="9779" y="503046"/>
                </a:lnTo>
                <a:lnTo>
                  <a:pt x="2540" y="496823"/>
                </a:lnTo>
                <a:lnTo>
                  <a:pt x="13952" y="483508"/>
                </a:lnTo>
                <a:lnTo>
                  <a:pt x="26670" y="414019"/>
                </a:lnTo>
                <a:lnTo>
                  <a:pt x="27178" y="411479"/>
                </a:lnTo>
                <a:lnTo>
                  <a:pt x="25400" y="408939"/>
                </a:lnTo>
                <a:lnTo>
                  <a:pt x="22860" y="408431"/>
                </a:lnTo>
                <a:lnTo>
                  <a:pt x="20193" y="408050"/>
                </a:lnTo>
                <a:close/>
              </a:path>
              <a:path extrusionOk="0" h="507364" w="435610">
                <a:moveTo>
                  <a:pt x="13952" y="483508"/>
                </a:moveTo>
                <a:lnTo>
                  <a:pt x="2540" y="496823"/>
                </a:lnTo>
                <a:lnTo>
                  <a:pt x="9779" y="503046"/>
                </a:lnTo>
                <a:lnTo>
                  <a:pt x="11737" y="500760"/>
                </a:lnTo>
                <a:lnTo>
                  <a:pt x="10795" y="500760"/>
                </a:lnTo>
                <a:lnTo>
                  <a:pt x="4572" y="495426"/>
                </a:lnTo>
                <a:lnTo>
                  <a:pt x="12260" y="492754"/>
                </a:lnTo>
                <a:lnTo>
                  <a:pt x="13952" y="483508"/>
                </a:lnTo>
                <a:close/>
              </a:path>
              <a:path extrusionOk="0" h="507364" w="435610">
                <a:moveTo>
                  <a:pt x="90424" y="465708"/>
                </a:moveTo>
                <a:lnTo>
                  <a:pt x="87884" y="466470"/>
                </a:lnTo>
                <a:lnTo>
                  <a:pt x="21286" y="489617"/>
                </a:lnTo>
                <a:lnTo>
                  <a:pt x="9779" y="503046"/>
                </a:lnTo>
                <a:lnTo>
                  <a:pt x="11702" y="503046"/>
                </a:lnTo>
                <a:lnTo>
                  <a:pt x="91059" y="475488"/>
                </a:lnTo>
                <a:lnTo>
                  <a:pt x="93472" y="474598"/>
                </a:lnTo>
                <a:lnTo>
                  <a:pt x="94869" y="471931"/>
                </a:lnTo>
                <a:lnTo>
                  <a:pt x="93980" y="469391"/>
                </a:lnTo>
                <a:lnTo>
                  <a:pt x="93091" y="466978"/>
                </a:lnTo>
                <a:lnTo>
                  <a:pt x="90424" y="465708"/>
                </a:lnTo>
                <a:close/>
              </a:path>
              <a:path extrusionOk="0" h="507364" w="435610">
                <a:moveTo>
                  <a:pt x="12260" y="492754"/>
                </a:moveTo>
                <a:lnTo>
                  <a:pt x="4572" y="495426"/>
                </a:lnTo>
                <a:lnTo>
                  <a:pt x="10795" y="500760"/>
                </a:lnTo>
                <a:lnTo>
                  <a:pt x="12260" y="492754"/>
                </a:lnTo>
                <a:close/>
              </a:path>
              <a:path extrusionOk="0" h="507364" w="435610">
                <a:moveTo>
                  <a:pt x="21286" y="489617"/>
                </a:moveTo>
                <a:lnTo>
                  <a:pt x="12260" y="492754"/>
                </a:lnTo>
                <a:lnTo>
                  <a:pt x="10795" y="500760"/>
                </a:lnTo>
                <a:lnTo>
                  <a:pt x="11737" y="500760"/>
                </a:lnTo>
                <a:lnTo>
                  <a:pt x="21286" y="489617"/>
                </a:lnTo>
                <a:close/>
              </a:path>
              <a:path extrusionOk="0" h="507364" w="435610">
                <a:moveTo>
                  <a:pt x="428371" y="0"/>
                </a:moveTo>
                <a:lnTo>
                  <a:pt x="13952" y="483508"/>
                </a:lnTo>
                <a:lnTo>
                  <a:pt x="12260" y="492754"/>
                </a:lnTo>
                <a:lnTo>
                  <a:pt x="21286" y="489617"/>
                </a:lnTo>
                <a:lnTo>
                  <a:pt x="435610"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7" name="Google Shape;1007;p50"/>
          <p:cNvSpPr/>
          <p:nvPr/>
        </p:nvSpPr>
        <p:spPr>
          <a:xfrm>
            <a:off x="7016495" y="1841880"/>
            <a:ext cx="580390" cy="723265"/>
          </a:xfrm>
          <a:custGeom>
            <a:rect b="b" l="l" r="r" t="t"/>
            <a:pathLst>
              <a:path extrusionOk="0" h="723264" w="580390">
                <a:moveTo>
                  <a:pt x="490854" y="678561"/>
                </a:moveTo>
                <a:lnTo>
                  <a:pt x="488187" y="679704"/>
                </a:lnTo>
                <a:lnTo>
                  <a:pt x="487172" y="682244"/>
                </a:lnTo>
                <a:lnTo>
                  <a:pt x="486282" y="684657"/>
                </a:lnTo>
                <a:lnTo>
                  <a:pt x="487425" y="687451"/>
                </a:lnTo>
                <a:lnTo>
                  <a:pt x="489965" y="688340"/>
                </a:lnTo>
                <a:lnTo>
                  <a:pt x="579881" y="723011"/>
                </a:lnTo>
                <a:lnTo>
                  <a:pt x="579243" y="718693"/>
                </a:lnTo>
                <a:lnTo>
                  <a:pt x="570229" y="718693"/>
                </a:lnTo>
                <a:lnTo>
                  <a:pt x="559120" y="704806"/>
                </a:lnTo>
                <a:lnTo>
                  <a:pt x="493395" y="679450"/>
                </a:lnTo>
                <a:lnTo>
                  <a:pt x="490854" y="678561"/>
                </a:lnTo>
                <a:close/>
              </a:path>
              <a:path extrusionOk="0" h="723264" w="580390">
                <a:moveTo>
                  <a:pt x="559120" y="704806"/>
                </a:moveTo>
                <a:lnTo>
                  <a:pt x="570229" y="718693"/>
                </a:lnTo>
                <a:lnTo>
                  <a:pt x="573099" y="716407"/>
                </a:lnTo>
                <a:lnTo>
                  <a:pt x="569213" y="716407"/>
                </a:lnTo>
                <a:lnTo>
                  <a:pt x="568014" y="708238"/>
                </a:lnTo>
                <a:lnTo>
                  <a:pt x="559120" y="704806"/>
                </a:lnTo>
                <a:close/>
              </a:path>
              <a:path extrusionOk="0" h="723264" w="580390">
                <a:moveTo>
                  <a:pt x="562990" y="623316"/>
                </a:moveTo>
                <a:lnTo>
                  <a:pt x="557783" y="624078"/>
                </a:lnTo>
                <a:lnTo>
                  <a:pt x="556005" y="626491"/>
                </a:lnTo>
                <a:lnTo>
                  <a:pt x="566637" y="698868"/>
                </a:lnTo>
                <a:lnTo>
                  <a:pt x="577723" y="712724"/>
                </a:lnTo>
                <a:lnTo>
                  <a:pt x="570229" y="718693"/>
                </a:lnTo>
                <a:lnTo>
                  <a:pt x="579243" y="718693"/>
                </a:lnTo>
                <a:lnTo>
                  <a:pt x="565403" y="625094"/>
                </a:lnTo>
                <a:lnTo>
                  <a:pt x="562990" y="623316"/>
                </a:lnTo>
                <a:close/>
              </a:path>
              <a:path extrusionOk="0" h="723264" w="580390">
                <a:moveTo>
                  <a:pt x="568014" y="708238"/>
                </a:moveTo>
                <a:lnTo>
                  <a:pt x="569213" y="716407"/>
                </a:lnTo>
                <a:lnTo>
                  <a:pt x="575690" y="711200"/>
                </a:lnTo>
                <a:lnTo>
                  <a:pt x="568014" y="708238"/>
                </a:lnTo>
                <a:close/>
              </a:path>
              <a:path extrusionOk="0" h="723264" w="580390">
                <a:moveTo>
                  <a:pt x="566637" y="698868"/>
                </a:moveTo>
                <a:lnTo>
                  <a:pt x="568014" y="708238"/>
                </a:lnTo>
                <a:lnTo>
                  <a:pt x="575690" y="711200"/>
                </a:lnTo>
                <a:lnTo>
                  <a:pt x="569213" y="716407"/>
                </a:lnTo>
                <a:lnTo>
                  <a:pt x="573099" y="716407"/>
                </a:lnTo>
                <a:lnTo>
                  <a:pt x="577723" y="712724"/>
                </a:lnTo>
                <a:lnTo>
                  <a:pt x="566637" y="698868"/>
                </a:lnTo>
                <a:close/>
              </a:path>
              <a:path extrusionOk="0" h="723264" w="580390">
                <a:moveTo>
                  <a:pt x="7493" y="0"/>
                </a:moveTo>
                <a:lnTo>
                  <a:pt x="0" y="5969"/>
                </a:lnTo>
                <a:lnTo>
                  <a:pt x="559120" y="704806"/>
                </a:lnTo>
                <a:lnTo>
                  <a:pt x="568014" y="708238"/>
                </a:lnTo>
                <a:lnTo>
                  <a:pt x="566637" y="698868"/>
                </a:lnTo>
                <a:lnTo>
                  <a:pt x="7493"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8" name="Google Shape;1008;p50"/>
          <p:cNvSpPr/>
          <p:nvPr/>
        </p:nvSpPr>
        <p:spPr>
          <a:xfrm>
            <a:off x="6368541" y="2922016"/>
            <a:ext cx="579755" cy="723265"/>
          </a:xfrm>
          <a:custGeom>
            <a:rect b="b" l="l" r="r" t="t"/>
            <a:pathLst>
              <a:path extrusionOk="0" h="723264" w="579754">
                <a:moveTo>
                  <a:pt x="490728" y="678561"/>
                </a:moveTo>
                <a:lnTo>
                  <a:pt x="488061" y="679704"/>
                </a:lnTo>
                <a:lnTo>
                  <a:pt x="487044" y="682244"/>
                </a:lnTo>
                <a:lnTo>
                  <a:pt x="486156" y="684657"/>
                </a:lnTo>
                <a:lnTo>
                  <a:pt x="487299" y="687451"/>
                </a:lnTo>
                <a:lnTo>
                  <a:pt x="489838" y="688340"/>
                </a:lnTo>
                <a:lnTo>
                  <a:pt x="579755" y="723011"/>
                </a:lnTo>
                <a:lnTo>
                  <a:pt x="579097" y="718566"/>
                </a:lnTo>
                <a:lnTo>
                  <a:pt x="570103" y="718566"/>
                </a:lnTo>
                <a:lnTo>
                  <a:pt x="559143" y="704864"/>
                </a:lnTo>
                <a:lnTo>
                  <a:pt x="493267" y="679450"/>
                </a:lnTo>
                <a:lnTo>
                  <a:pt x="490728" y="678561"/>
                </a:lnTo>
                <a:close/>
              </a:path>
              <a:path extrusionOk="0" h="723264" w="579754">
                <a:moveTo>
                  <a:pt x="559143" y="704864"/>
                </a:moveTo>
                <a:lnTo>
                  <a:pt x="570103" y="718566"/>
                </a:lnTo>
                <a:lnTo>
                  <a:pt x="573035" y="716280"/>
                </a:lnTo>
                <a:lnTo>
                  <a:pt x="569087" y="716280"/>
                </a:lnTo>
                <a:lnTo>
                  <a:pt x="567905" y="708245"/>
                </a:lnTo>
                <a:lnTo>
                  <a:pt x="559143" y="704864"/>
                </a:lnTo>
                <a:close/>
              </a:path>
              <a:path extrusionOk="0" h="723264" w="579754">
                <a:moveTo>
                  <a:pt x="562863" y="623316"/>
                </a:moveTo>
                <a:lnTo>
                  <a:pt x="557657" y="624078"/>
                </a:lnTo>
                <a:lnTo>
                  <a:pt x="555879" y="626491"/>
                </a:lnTo>
                <a:lnTo>
                  <a:pt x="566529" y="698891"/>
                </a:lnTo>
                <a:lnTo>
                  <a:pt x="577596" y="712724"/>
                </a:lnTo>
                <a:lnTo>
                  <a:pt x="570103" y="718566"/>
                </a:lnTo>
                <a:lnTo>
                  <a:pt x="579097" y="718566"/>
                </a:lnTo>
                <a:lnTo>
                  <a:pt x="565277" y="625094"/>
                </a:lnTo>
                <a:lnTo>
                  <a:pt x="562863" y="623316"/>
                </a:lnTo>
                <a:close/>
              </a:path>
              <a:path extrusionOk="0" h="723264" w="579754">
                <a:moveTo>
                  <a:pt x="567905" y="708245"/>
                </a:moveTo>
                <a:lnTo>
                  <a:pt x="569087" y="716280"/>
                </a:lnTo>
                <a:lnTo>
                  <a:pt x="575563" y="711200"/>
                </a:lnTo>
                <a:lnTo>
                  <a:pt x="567905" y="708245"/>
                </a:lnTo>
                <a:close/>
              </a:path>
              <a:path extrusionOk="0" h="723264" w="579754">
                <a:moveTo>
                  <a:pt x="566529" y="698891"/>
                </a:moveTo>
                <a:lnTo>
                  <a:pt x="567905" y="708245"/>
                </a:lnTo>
                <a:lnTo>
                  <a:pt x="575563" y="711200"/>
                </a:lnTo>
                <a:lnTo>
                  <a:pt x="569087" y="716280"/>
                </a:lnTo>
                <a:lnTo>
                  <a:pt x="573035" y="716280"/>
                </a:lnTo>
                <a:lnTo>
                  <a:pt x="577596" y="712724"/>
                </a:lnTo>
                <a:lnTo>
                  <a:pt x="566529" y="698891"/>
                </a:lnTo>
                <a:close/>
              </a:path>
              <a:path extrusionOk="0" h="723264" w="579754">
                <a:moveTo>
                  <a:pt x="7366" y="0"/>
                </a:moveTo>
                <a:lnTo>
                  <a:pt x="0" y="5842"/>
                </a:lnTo>
                <a:lnTo>
                  <a:pt x="559143" y="704864"/>
                </a:lnTo>
                <a:lnTo>
                  <a:pt x="567905" y="708245"/>
                </a:lnTo>
                <a:lnTo>
                  <a:pt x="566529" y="698891"/>
                </a:lnTo>
                <a:lnTo>
                  <a:pt x="7366"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9" name="Google Shape;1009;p50"/>
          <p:cNvSpPr/>
          <p:nvPr/>
        </p:nvSpPr>
        <p:spPr>
          <a:xfrm>
            <a:off x="5576442" y="3785996"/>
            <a:ext cx="436245" cy="507365"/>
          </a:xfrm>
          <a:custGeom>
            <a:rect b="b" l="l" r="r" t="t"/>
            <a:pathLst>
              <a:path extrusionOk="0" h="507364" w="436245">
                <a:moveTo>
                  <a:pt x="345313" y="465708"/>
                </a:moveTo>
                <a:lnTo>
                  <a:pt x="342646" y="466978"/>
                </a:lnTo>
                <a:lnTo>
                  <a:pt x="341757" y="469391"/>
                </a:lnTo>
                <a:lnTo>
                  <a:pt x="340868" y="471931"/>
                </a:lnTo>
                <a:lnTo>
                  <a:pt x="342138" y="474598"/>
                </a:lnTo>
                <a:lnTo>
                  <a:pt x="435737" y="507110"/>
                </a:lnTo>
                <a:lnTo>
                  <a:pt x="434997" y="503046"/>
                </a:lnTo>
                <a:lnTo>
                  <a:pt x="425958" y="503046"/>
                </a:lnTo>
                <a:lnTo>
                  <a:pt x="414445" y="489616"/>
                </a:lnTo>
                <a:lnTo>
                  <a:pt x="347853" y="466470"/>
                </a:lnTo>
                <a:lnTo>
                  <a:pt x="345313" y="465708"/>
                </a:lnTo>
                <a:close/>
              </a:path>
              <a:path extrusionOk="0" h="507364" w="436245">
                <a:moveTo>
                  <a:pt x="414445" y="489616"/>
                </a:moveTo>
                <a:lnTo>
                  <a:pt x="425958" y="503046"/>
                </a:lnTo>
                <a:lnTo>
                  <a:pt x="428617" y="500760"/>
                </a:lnTo>
                <a:lnTo>
                  <a:pt x="424942" y="500760"/>
                </a:lnTo>
                <a:lnTo>
                  <a:pt x="423476" y="492754"/>
                </a:lnTo>
                <a:lnTo>
                  <a:pt x="414445" y="489616"/>
                </a:lnTo>
                <a:close/>
              </a:path>
              <a:path extrusionOk="0" h="507364" w="436245">
                <a:moveTo>
                  <a:pt x="415417" y="408050"/>
                </a:moveTo>
                <a:lnTo>
                  <a:pt x="412877" y="408431"/>
                </a:lnTo>
                <a:lnTo>
                  <a:pt x="410337" y="408939"/>
                </a:lnTo>
                <a:lnTo>
                  <a:pt x="408559" y="411479"/>
                </a:lnTo>
                <a:lnTo>
                  <a:pt x="409067" y="414019"/>
                </a:lnTo>
                <a:lnTo>
                  <a:pt x="421785" y="483514"/>
                </a:lnTo>
                <a:lnTo>
                  <a:pt x="433197" y="496823"/>
                </a:lnTo>
                <a:lnTo>
                  <a:pt x="425958" y="503046"/>
                </a:lnTo>
                <a:lnTo>
                  <a:pt x="434997" y="503046"/>
                </a:lnTo>
                <a:lnTo>
                  <a:pt x="418465" y="412241"/>
                </a:lnTo>
                <a:lnTo>
                  <a:pt x="417957" y="409701"/>
                </a:lnTo>
                <a:lnTo>
                  <a:pt x="415417" y="408050"/>
                </a:lnTo>
                <a:close/>
              </a:path>
              <a:path extrusionOk="0" h="507364" w="436245">
                <a:moveTo>
                  <a:pt x="423476" y="492754"/>
                </a:moveTo>
                <a:lnTo>
                  <a:pt x="424942" y="500760"/>
                </a:lnTo>
                <a:lnTo>
                  <a:pt x="431165" y="495426"/>
                </a:lnTo>
                <a:lnTo>
                  <a:pt x="423476" y="492754"/>
                </a:lnTo>
                <a:close/>
              </a:path>
              <a:path extrusionOk="0" h="507364" w="436245">
                <a:moveTo>
                  <a:pt x="421785" y="483514"/>
                </a:moveTo>
                <a:lnTo>
                  <a:pt x="423476" y="492754"/>
                </a:lnTo>
                <a:lnTo>
                  <a:pt x="431165" y="495426"/>
                </a:lnTo>
                <a:lnTo>
                  <a:pt x="424942" y="500760"/>
                </a:lnTo>
                <a:lnTo>
                  <a:pt x="428617" y="500760"/>
                </a:lnTo>
                <a:lnTo>
                  <a:pt x="433197" y="496823"/>
                </a:lnTo>
                <a:lnTo>
                  <a:pt x="421785" y="483514"/>
                </a:lnTo>
                <a:close/>
              </a:path>
              <a:path extrusionOk="0" h="507364" w="436245">
                <a:moveTo>
                  <a:pt x="7239" y="0"/>
                </a:moveTo>
                <a:lnTo>
                  <a:pt x="0" y="6095"/>
                </a:lnTo>
                <a:lnTo>
                  <a:pt x="414445" y="489616"/>
                </a:lnTo>
                <a:lnTo>
                  <a:pt x="423476" y="492754"/>
                </a:lnTo>
                <a:lnTo>
                  <a:pt x="421785" y="483514"/>
                </a:lnTo>
                <a:lnTo>
                  <a:pt x="7239"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0" name="Google Shape;1010;p50"/>
          <p:cNvSpPr txBox="1"/>
          <p:nvPr/>
        </p:nvSpPr>
        <p:spPr>
          <a:xfrm>
            <a:off x="492302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a:t>
            </a:r>
            <a:endParaRPr b="0" i="0" sz="1800" u="none" cap="none" strike="noStrike">
              <a:solidFill>
                <a:srgbClr val="000000"/>
              </a:solidFill>
              <a:latin typeface="Courier New"/>
              <a:ea typeface="Courier New"/>
              <a:cs typeface="Courier New"/>
              <a:sym typeface="Courier New"/>
            </a:endParaRPr>
          </a:p>
        </p:txBody>
      </p:sp>
      <p:sp>
        <p:nvSpPr>
          <p:cNvPr id="1011" name="Google Shape;1011;p50"/>
          <p:cNvSpPr txBox="1"/>
          <p:nvPr/>
        </p:nvSpPr>
        <p:spPr>
          <a:xfrm>
            <a:off x="5931408" y="4299966"/>
            <a:ext cx="5949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	y</a:t>
            </a:r>
            <a:endParaRPr b="0" i="0" sz="1800" u="none" cap="none" strike="noStrike">
              <a:solidFill>
                <a:srgbClr val="000000"/>
              </a:solidFill>
              <a:latin typeface="Courier New"/>
              <a:ea typeface="Courier New"/>
              <a:cs typeface="Courier New"/>
              <a:sym typeface="Courier New"/>
            </a:endParaRPr>
          </a:p>
        </p:txBody>
      </p:sp>
      <p:sp>
        <p:nvSpPr>
          <p:cNvPr id="1012" name="Google Shape;1012;p50"/>
          <p:cNvSpPr txBox="1"/>
          <p:nvPr/>
        </p:nvSpPr>
        <p:spPr>
          <a:xfrm>
            <a:off x="6880097" y="3579876"/>
            <a:ext cx="13779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13" name="Google Shape;1013;p50"/>
          <p:cNvSpPr txBox="1"/>
          <p:nvPr/>
        </p:nvSpPr>
        <p:spPr>
          <a:xfrm>
            <a:off x="6812280" y="3854195"/>
            <a:ext cx="27368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R6</a:t>
            </a:r>
            <a:endParaRPr b="0" i="0" sz="1800" u="none" cap="none" strike="noStrike">
              <a:solidFill>
                <a:srgbClr val="000000"/>
              </a:solidFill>
              <a:latin typeface="Courier New"/>
              <a:ea typeface="Courier New"/>
              <a:cs typeface="Courier New"/>
              <a:sym typeface="Courier New"/>
            </a:endParaRPr>
          </a:p>
        </p:txBody>
      </p:sp>
      <p:sp>
        <p:nvSpPr>
          <p:cNvPr id="1014" name="Google Shape;1014;p50"/>
          <p:cNvSpPr/>
          <p:nvPr/>
        </p:nvSpPr>
        <p:spPr>
          <a:xfrm>
            <a:off x="6444234" y="3785996"/>
            <a:ext cx="435609" cy="507365"/>
          </a:xfrm>
          <a:custGeom>
            <a:rect b="b" l="l" r="r" t="t"/>
            <a:pathLst>
              <a:path extrusionOk="0" h="507364" w="435609">
                <a:moveTo>
                  <a:pt x="20192" y="408050"/>
                </a:moveTo>
                <a:lnTo>
                  <a:pt x="17779" y="409701"/>
                </a:lnTo>
                <a:lnTo>
                  <a:pt x="17271" y="412241"/>
                </a:lnTo>
                <a:lnTo>
                  <a:pt x="0" y="507110"/>
                </a:lnTo>
                <a:lnTo>
                  <a:pt x="11702" y="503046"/>
                </a:lnTo>
                <a:lnTo>
                  <a:pt x="9778" y="503046"/>
                </a:lnTo>
                <a:lnTo>
                  <a:pt x="2539" y="496823"/>
                </a:lnTo>
                <a:lnTo>
                  <a:pt x="13952" y="483508"/>
                </a:lnTo>
                <a:lnTo>
                  <a:pt x="26669" y="414019"/>
                </a:lnTo>
                <a:lnTo>
                  <a:pt x="27050" y="411479"/>
                </a:lnTo>
                <a:lnTo>
                  <a:pt x="25400" y="408939"/>
                </a:lnTo>
                <a:lnTo>
                  <a:pt x="22860" y="408431"/>
                </a:lnTo>
                <a:lnTo>
                  <a:pt x="20192" y="408050"/>
                </a:lnTo>
                <a:close/>
              </a:path>
              <a:path extrusionOk="0" h="507364" w="435609">
                <a:moveTo>
                  <a:pt x="13952" y="483508"/>
                </a:moveTo>
                <a:lnTo>
                  <a:pt x="2539" y="496823"/>
                </a:lnTo>
                <a:lnTo>
                  <a:pt x="9778" y="503046"/>
                </a:lnTo>
                <a:lnTo>
                  <a:pt x="11737" y="500760"/>
                </a:lnTo>
                <a:lnTo>
                  <a:pt x="10794" y="500760"/>
                </a:lnTo>
                <a:lnTo>
                  <a:pt x="4571" y="495426"/>
                </a:lnTo>
                <a:lnTo>
                  <a:pt x="12260" y="492754"/>
                </a:lnTo>
                <a:lnTo>
                  <a:pt x="13952" y="483508"/>
                </a:lnTo>
                <a:close/>
              </a:path>
              <a:path extrusionOk="0" h="507364" w="435609">
                <a:moveTo>
                  <a:pt x="90423" y="465708"/>
                </a:moveTo>
                <a:lnTo>
                  <a:pt x="87884" y="466470"/>
                </a:lnTo>
                <a:lnTo>
                  <a:pt x="21286" y="489617"/>
                </a:lnTo>
                <a:lnTo>
                  <a:pt x="9778" y="503046"/>
                </a:lnTo>
                <a:lnTo>
                  <a:pt x="11702" y="503046"/>
                </a:lnTo>
                <a:lnTo>
                  <a:pt x="91059" y="475488"/>
                </a:lnTo>
                <a:lnTo>
                  <a:pt x="93471" y="474598"/>
                </a:lnTo>
                <a:lnTo>
                  <a:pt x="94868" y="471931"/>
                </a:lnTo>
                <a:lnTo>
                  <a:pt x="93980" y="469391"/>
                </a:lnTo>
                <a:lnTo>
                  <a:pt x="93090" y="466978"/>
                </a:lnTo>
                <a:lnTo>
                  <a:pt x="90423" y="465708"/>
                </a:lnTo>
                <a:close/>
              </a:path>
              <a:path extrusionOk="0" h="507364" w="435609">
                <a:moveTo>
                  <a:pt x="12260" y="492754"/>
                </a:moveTo>
                <a:lnTo>
                  <a:pt x="4571" y="495426"/>
                </a:lnTo>
                <a:lnTo>
                  <a:pt x="10794" y="500760"/>
                </a:lnTo>
                <a:lnTo>
                  <a:pt x="12260" y="492754"/>
                </a:lnTo>
                <a:close/>
              </a:path>
              <a:path extrusionOk="0" h="507364" w="435609">
                <a:moveTo>
                  <a:pt x="21286" y="489617"/>
                </a:moveTo>
                <a:lnTo>
                  <a:pt x="12260" y="492754"/>
                </a:lnTo>
                <a:lnTo>
                  <a:pt x="10794" y="500760"/>
                </a:lnTo>
                <a:lnTo>
                  <a:pt x="11737" y="500760"/>
                </a:lnTo>
                <a:lnTo>
                  <a:pt x="21286" y="489617"/>
                </a:lnTo>
                <a:close/>
              </a:path>
              <a:path extrusionOk="0" h="507364" w="435609">
                <a:moveTo>
                  <a:pt x="428370" y="0"/>
                </a:moveTo>
                <a:lnTo>
                  <a:pt x="13952" y="483508"/>
                </a:lnTo>
                <a:lnTo>
                  <a:pt x="12260" y="492754"/>
                </a:lnTo>
                <a:lnTo>
                  <a:pt x="21286" y="489617"/>
                </a:lnTo>
                <a:lnTo>
                  <a:pt x="435610" y="6095"/>
                </a:lnTo>
                <a:lnTo>
                  <a:pt x="428370"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5" name="Google Shape;1015;p50"/>
          <p:cNvSpPr/>
          <p:nvPr/>
        </p:nvSpPr>
        <p:spPr>
          <a:xfrm>
            <a:off x="7016622" y="3785996"/>
            <a:ext cx="436245" cy="507365"/>
          </a:xfrm>
          <a:custGeom>
            <a:rect b="b" l="l" r="r" t="t"/>
            <a:pathLst>
              <a:path extrusionOk="0" h="507364" w="436245">
                <a:moveTo>
                  <a:pt x="345312" y="465708"/>
                </a:moveTo>
                <a:lnTo>
                  <a:pt x="342646" y="466978"/>
                </a:lnTo>
                <a:lnTo>
                  <a:pt x="341756" y="469391"/>
                </a:lnTo>
                <a:lnTo>
                  <a:pt x="340868" y="471931"/>
                </a:lnTo>
                <a:lnTo>
                  <a:pt x="342137" y="474598"/>
                </a:lnTo>
                <a:lnTo>
                  <a:pt x="435736" y="507110"/>
                </a:lnTo>
                <a:lnTo>
                  <a:pt x="434997"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0"/>
                </a:lnTo>
                <a:lnTo>
                  <a:pt x="424815" y="500760"/>
                </a:lnTo>
                <a:lnTo>
                  <a:pt x="423354" y="492716"/>
                </a:lnTo>
                <a:lnTo>
                  <a:pt x="414456" y="489628"/>
                </a:lnTo>
                <a:close/>
              </a:path>
              <a:path extrusionOk="0" h="507364" w="436245">
                <a:moveTo>
                  <a:pt x="415417" y="408050"/>
                </a:moveTo>
                <a:lnTo>
                  <a:pt x="412876" y="408431"/>
                </a:lnTo>
                <a:lnTo>
                  <a:pt x="410336" y="408939"/>
                </a:lnTo>
                <a:lnTo>
                  <a:pt x="408558" y="411479"/>
                </a:lnTo>
                <a:lnTo>
                  <a:pt x="409067" y="414019"/>
                </a:lnTo>
                <a:lnTo>
                  <a:pt x="421656" y="483363"/>
                </a:lnTo>
                <a:lnTo>
                  <a:pt x="433197" y="496823"/>
                </a:lnTo>
                <a:lnTo>
                  <a:pt x="425957" y="503046"/>
                </a:lnTo>
                <a:lnTo>
                  <a:pt x="434997" y="503046"/>
                </a:lnTo>
                <a:lnTo>
                  <a:pt x="418465" y="412241"/>
                </a:lnTo>
                <a:lnTo>
                  <a:pt x="417956" y="409701"/>
                </a:lnTo>
                <a:lnTo>
                  <a:pt x="415417" y="408050"/>
                </a:lnTo>
                <a:close/>
              </a:path>
              <a:path extrusionOk="0" h="507364" w="436245">
                <a:moveTo>
                  <a:pt x="423354" y="492716"/>
                </a:moveTo>
                <a:lnTo>
                  <a:pt x="424815" y="500760"/>
                </a:lnTo>
                <a:lnTo>
                  <a:pt x="431165" y="495426"/>
                </a:lnTo>
                <a:lnTo>
                  <a:pt x="423354" y="492716"/>
                </a:lnTo>
                <a:close/>
              </a:path>
              <a:path extrusionOk="0" h="507364" w="436245">
                <a:moveTo>
                  <a:pt x="421656" y="483363"/>
                </a:moveTo>
                <a:lnTo>
                  <a:pt x="423354" y="492716"/>
                </a:lnTo>
                <a:lnTo>
                  <a:pt x="431165" y="495426"/>
                </a:lnTo>
                <a:lnTo>
                  <a:pt x="424815" y="500760"/>
                </a:lnTo>
                <a:lnTo>
                  <a:pt x="428617" y="500760"/>
                </a:lnTo>
                <a:lnTo>
                  <a:pt x="433197" y="496823"/>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6" name="Google Shape;1016;p50"/>
          <p:cNvSpPr txBox="1"/>
          <p:nvPr/>
        </p:nvSpPr>
        <p:spPr>
          <a:xfrm>
            <a:off x="737158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y</a:t>
            </a:r>
            <a:endParaRPr b="0" i="0" sz="1800" u="none" cap="none" strike="noStrike">
              <a:solidFill>
                <a:srgbClr val="000000"/>
              </a:solidFill>
              <a:latin typeface="Courier New"/>
              <a:ea typeface="Courier New"/>
              <a:cs typeface="Courier New"/>
              <a:sym typeface="Courier New"/>
            </a:endParaRPr>
          </a:p>
        </p:txBody>
      </p:sp>
      <p:sp>
        <p:nvSpPr>
          <p:cNvPr id="1017" name="Google Shape;1017;p50"/>
          <p:cNvSpPr txBox="1"/>
          <p:nvPr/>
        </p:nvSpPr>
        <p:spPr>
          <a:xfrm>
            <a:off x="7587488" y="257149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18" name="Google Shape;1018;p50"/>
          <p:cNvSpPr/>
          <p:nvPr/>
        </p:nvSpPr>
        <p:spPr>
          <a:xfrm>
            <a:off x="7164323" y="2777870"/>
            <a:ext cx="435609" cy="507365"/>
          </a:xfrm>
          <a:custGeom>
            <a:rect b="b" l="l" r="r" t="t"/>
            <a:pathLst>
              <a:path extrusionOk="0" h="507364" w="435609">
                <a:moveTo>
                  <a:pt x="20193" y="408050"/>
                </a:moveTo>
                <a:lnTo>
                  <a:pt x="17779" y="409701"/>
                </a:lnTo>
                <a:lnTo>
                  <a:pt x="17272" y="412368"/>
                </a:lnTo>
                <a:lnTo>
                  <a:pt x="0" y="507111"/>
                </a:lnTo>
                <a:lnTo>
                  <a:pt x="11702" y="503046"/>
                </a:lnTo>
                <a:lnTo>
                  <a:pt x="9651" y="503046"/>
                </a:lnTo>
                <a:lnTo>
                  <a:pt x="2540" y="496824"/>
                </a:lnTo>
                <a:lnTo>
                  <a:pt x="13952" y="483508"/>
                </a:lnTo>
                <a:lnTo>
                  <a:pt x="26670" y="414019"/>
                </a:lnTo>
                <a:lnTo>
                  <a:pt x="27050" y="411479"/>
                </a:lnTo>
                <a:lnTo>
                  <a:pt x="25400" y="408939"/>
                </a:lnTo>
                <a:lnTo>
                  <a:pt x="22859" y="408431"/>
                </a:lnTo>
                <a:lnTo>
                  <a:pt x="20193" y="408050"/>
                </a:lnTo>
                <a:close/>
              </a:path>
              <a:path extrusionOk="0" h="507364" w="435609">
                <a:moveTo>
                  <a:pt x="13952" y="483508"/>
                </a:moveTo>
                <a:lnTo>
                  <a:pt x="2540" y="496824"/>
                </a:lnTo>
                <a:lnTo>
                  <a:pt x="9651" y="503046"/>
                </a:lnTo>
                <a:lnTo>
                  <a:pt x="11611" y="500761"/>
                </a:lnTo>
                <a:lnTo>
                  <a:pt x="10795" y="500761"/>
                </a:lnTo>
                <a:lnTo>
                  <a:pt x="4572" y="495426"/>
                </a:lnTo>
                <a:lnTo>
                  <a:pt x="12260" y="492754"/>
                </a:lnTo>
                <a:lnTo>
                  <a:pt x="13952" y="483508"/>
                </a:lnTo>
                <a:close/>
              </a:path>
              <a:path extrusionOk="0" h="507364" w="435609">
                <a:moveTo>
                  <a:pt x="90424" y="465708"/>
                </a:moveTo>
                <a:lnTo>
                  <a:pt x="87883" y="466470"/>
                </a:lnTo>
                <a:lnTo>
                  <a:pt x="21110" y="489678"/>
                </a:lnTo>
                <a:lnTo>
                  <a:pt x="9651" y="503046"/>
                </a:lnTo>
                <a:lnTo>
                  <a:pt x="11702" y="503046"/>
                </a:lnTo>
                <a:lnTo>
                  <a:pt x="91058" y="475488"/>
                </a:lnTo>
                <a:lnTo>
                  <a:pt x="93472" y="474599"/>
                </a:lnTo>
                <a:lnTo>
                  <a:pt x="94742" y="471931"/>
                </a:lnTo>
                <a:lnTo>
                  <a:pt x="93979" y="469518"/>
                </a:lnTo>
                <a:lnTo>
                  <a:pt x="93091" y="466978"/>
                </a:lnTo>
                <a:lnTo>
                  <a:pt x="90424" y="465708"/>
                </a:lnTo>
                <a:close/>
              </a:path>
              <a:path extrusionOk="0" h="507364" w="435609">
                <a:moveTo>
                  <a:pt x="12260" y="492754"/>
                </a:moveTo>
                <a:lnTo>
                  <a:pt x="4572" y="495426"/>
                </a:lnTo>
                <a:lnTo>
                  <a:pt x="10795" y="500761"/>
                </a:lnTo>
                <a:lnTo>
                  <a:pt x="12260" y="492754"/>
                </a:lnTo>
                <a:close/>
              </a:path>
              <a:path extrusionOk="0" h="507364" w="435609">
                <a:moveTo>
                  <a:pt x="21110" y="489678"/>
                </a:moveTo>
                <a:lnTo>
                  <a:pt x="12260" y="492754"/>
                </a:lnTo>
                <a:lnTo>
                  <a:pt x="10795" y="500761"/>
                </a:lnTo>
                <a:lnTo>
                  <a:pt x="11611" y="500761"/>
                </a:lnTo>
                <a:lnTo>
                  <a:pt x="21110" y="489678"/>
                </a:lnTo>
                <a:close/>
              </a:path>
              <a:path extrusionOk="0" h="507364" w="435609">
                <a:moveTo>
                  <a:pt x="428371" y="0"/>
                </a:moveTo>
                <a:lnTo>
                  <a:pt x="13952" y="483508"/>
                </a:lnTo>
                <a:lnTo>
                  <a:pt x="12260" y="492754"/>
                </a:lnTo>
                <a:lnTo>
                  <a:pt x="21110" y="489678"/>
                </a:lnTo>
                <a:lnTo>
                  <a:pt x="435609"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9" name="Google Shape;1019;p50"/>
          <p:cNvSpPr/>
          <p:nvPr/>
        </p:nvSpPr>
        <p:spPr>
          <a:xfrm>
            <a:off x="7736713" y="2777870"/>
            <a:ext cx="436245" cy="507365"/>
          </a:xfrm>
          <a:custGeom>
            <a:rect b="b" l="l" r="r" t="t"/>
            <a:pathLst>
              <a:path extrusionOk="0" h="507364" w="436245">
                <a:moveTo>
                  <a:pt x="345312" y="465708"/>
                </a:moveTo>
                <a:lnTo>
                  <a:pt x="342518" y="466978"/>
                </a:lnTo>
                <a:lnTo>
                  <a:pt x="341756" y="469518"/>
                </a:lnTo>
                <a:lnTo>
                  <a:pt x="340867" y="471931"/>
                </a:lnTo>
                <a:lnTo>
                  <a:pt x="342137" y="474599"/>
                </a:lnTo>
                <a:lnTo>
                  <a:pt x="435736" y="507111"/>
                </a:lnTo>
                <a:lnTo>
                  <a:pt x="434990"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1"/>
                </a:lnTo>
                <a:lnTo>
                  <a:pt x="424814" y="500761"/>
                </a:lnTo>
                <a:lnTo>
                  <a:pt x="423354" y="492716"/>
                </a:lnTo>
                <a:lnTo>
                  <a:pt x="414456" y="489628"/>
                </a:lnTo>
                <a:close/>
              </a:path>
              <a:path extrusionOk="0" h="507364" w="436245">
                <a:moveTo>
                  <a:pt x="415416" y="408050"/>
                </a:moveTo>
                <a:lnTo>
                  <a:pt x="412876" y="408431"/>
                </a:lnTo>
                <a:lnTo>
                  <a:pt x="410209" y="408939"/>
                </a:lnTo>
                <a:lnTo>
                  <a:pt x="408558" y="411479"/>
                </a:lnTo>
                <a:lnTo>
                  <a:pt x="409066" y="414019"/>
                </a:lnTo>
                <a:lnTo>
                  <a:pt x="421656" y="483363"/>
                </a:lnTo>
                <a:lnTo>
                  <a:pt x="433196" y="496824"/>
                </a:lnTo>
                <a:lnTo>
                  <a:pt x="425957" y="503046"/>
                </a:lnTo>
                <a:lnTo>
                  <a:pt x="434990" y="503046"/>
                </a:lnTo>
                <a:lnTo>
                  <a:pt x="418337" y="412368"/>
                </a:lnTo>
                <a:lnTo>
                  <a:pt x="417956" y="409701"/>
                </a:lnTo>
                <a:lnTo>
                  <a:pt x="415416" y="408050"/>
                </a:lnTo>
                <a:close/>
              </a:path>
              <a:path extrusionOk="0" h="507364" w="436245">
                <a:moveTo>
                  <a:pt x="423354" y="492716"/>
                </a:moveTo>
                <a:lnTo>
                  <a:pt x="424814" y="500761"/>
                </a:lnTo>
                <a:lnTo>
                  <a:pt x="431164" y="495426"/>
                </a:lnTo>
                <a:lnTo>
                  <a:pt x="423354" y="492716"/>
                </a:lnTo>
                <a:close/>
              </a:path>
              <a:path extrusionOk="0" h="507364" w="436245">
                <a:moveTo>
                  <a:pt x="421656" y="483363"/>
                </a:moveTo>
                <a:lnTo>
                  <a:pt x="423354" y="492716"/>
                </a:lnTo>
                <a:lnTo>
                  <a:pt x="431164" y="495426"/>
                </a:lnTo>
                <a:lnTo>
                  <a:pt x="424814" y="500761"/>
                </a:lnTo>
                <a:lnTo>
                  <a:pt x="428617" y="500761"/>
                </a:lnTo>
                <a:lnTo>
                  <a:pt x="433196" y="496824"/>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0" name="Google Shape;1020;p50"/>
          <p:cNvSpPr txBox="1"/>
          <p:nvPr/>
        </p:nvSpPr>
        <p:spPr>
          <a:xfrm>
            <a:off x="7083552"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
        <p:nvSpPr>
          <p:cNvPr id="1021" name="Google Shape;1021;p50"/>
          <p:cNvSpPr txBox="1"/>
          <p:nvPr/>
        </p:nvSpPr>
        <p:spPr>
          <a:xfrm>
            <a:off x="8091678"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25" name="Shape 1025"/>
        <p:cNvGrpSpPr/>
        <p:nvPr/>
      </p:nvGrpSpPr>
      <p:grpSpPr>
        <a:xfrm>
          <a:off x="0" y="0"/>
          <a:ext cx="0" cy="0"/>
          <a:chOff x="0" y="0"/>
          <a:chExt cx="0" cy="0"/>
        </a:xfrm>
      </p:grpSpPr>
      <p:sp>
        <p:nvSpPr>
          <p:cNvPr id="1026" name="Google Shape;1026;p51"/>
          <p:cNvSpPr txBox="1"/>
          <p:nvPr>
            <p:ph type="title"/>
          </p:nvPr>
        </p:nvSpPr>
        <p:spPr>
          <a:xfrm>
            <a:off x="2201672" y="462279"/>
            <a:ext cx="47390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Pythagoras</a:t>
            </a:r>
            <a:endParaRPr/>
          </a:p>
        </p:txBody>
      </p:sp>
      <p:graphicFrame>
        <p:nvGraphicFramePr>
          <p:cNvPr id="1027" name="Google Shape;1027;p51"/>
          <p:cNvGraphicFramePr/>
          <p:nvPr/>
        </p:nvGraphicFramePr>
        <p:xfrm>
          <a:off x="516890" y="1661408"/>
          <a:ext cx="3000000" cy="3000000"/>
        </p:xfrm>
        <a:graphic>
          <a:graphicData uri="http://schemas.openxmlformats.org/drawingml/2006/table">
            <a:tbl>
              <a:tblPr bandRow="1" firstRow="1">
                <a:noFill/>
                <a:tableStyleId>{A208092A-0E1D-4A29-AAB8-C88494F253AD}</a:tableStyleId>
              </a:tblPr>
              <a:tblGrid>
                <a:gridCol w="671200"/>
                <a:gridCol w="548000"/>
                <a:gridCol w="547375"/>
                <a:gridCol w="548000"/>
                <a:gridCol w="488325"/>
              </a:tblGrid>
              <a:tr h="392100">
                <a:tc>
                  <a:txBody>
                    <a:bodyPr/>
                    <a:lstStyle/>
                    <a:p>
                      <a:pPr indent="0" lvl="0" marL="0" marR="5080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x;</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R1</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y;</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R2</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z;</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R3</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3921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p;</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R4</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bl>
          </a:graphicData>
        </a:graphic>
      </p:graphicFrame>
      <p:sp>
        <p:nvSpPr>
          <p:cNvPr id="1028" name="Google Shape;1028;p51"/>
          <p:cNvSpPr txBox="1"/>
          <p:nvPr/>
        </p:nvSpPr>
        <p:spPr>
          <a:xfrm>
            <a:off x="535940" y="3280145"/>
            <a:ext cx="2947670" cy="3098800"/>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x = 3;</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8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y = 4;</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z = 5;</a:t>
            </a:r>
            <a:endParaRPr b="0" i="0" sz="2400" u="none" cap="none" strike="noStrike">
              <a:solidFill>
                <a:srgbClr val="000000"/>
              </a:solidFill>
              <a:latin typeface="Courier New"/>
              <a:ea typeface="Courier New"/>
              <a:cs typeface="Courier New"/>
              <a:sym typeface="Courier New"/>
            </a:endParaRPr>
          </a:p>
          <a:p>
            <a:pPr indent="-182880" lvl="0" marL="194945" marR="5080" rtl="0" algn="l">
              <a:lnSpc>
                <a:spcPct val="12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if(</a:t>
            </a:r>
            <a:r>
              <a:rPr b="1" i="0" lang="en-US" sz="2400" u="none" cap="none" strike="noStrike">
                <a:solidFill>
                  <a:srgbClr val="000000"/>
                </a:solidFill>
                <a:latin typeface="Courier New"/>
                <a:ea typeface="Courier New"/>
                <a:cs typeface="Courier New"/>
                <a:sym typeface="Courier New"/>
              </a:rPr>
              <a:t>x*x+y*y</a:t>
            </a:r>
            <a:r>
              <a:rPr b="0" i="0" lang="en-US" sz="2400" u="none" cap="none" strike="noStrike">
                <a:solidFill>
                  <a:srgbClr val="000000"/>
                </a:solidFill>
                <a:latin typeface="Courier New"/>
                <a:ea typeface="Courier New"/>
                <a:cs typeface="Courier New"/>
                <a:sym typeface="Courier New"/>
              </a:rPr>
              <a:t>==z*z)  p=1;</a:t>
            </a:r>
            <a:endParaRPr b="0" i="0" sz="2400" u="none" cap="none" strike="noStrike">
              <a:solidFill>
                <a:srgbClr val="000000"/>
              </a:solidFill>
              <a:latin typeface="Courier New"/>
              <a:ea typeface="Courier New"/>
              <a:cs typeface="Courier New"/>
              <a:sym typeface="Courier New"/>
            </a:endParaRPr>
          </a:p>
          <a:p>
            <a:pPr indent="-182880" lvl="0" marL="194945" marR="2013585" rtl="0" algn="l">
              <a:lnSpc>
                <a:spcPct val="144166"/>
              </a:lnSpc>
              <a:spcBef>
                <a:spcPts val="204"/>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else  p=0;</a:t>
            </a:r>
            <a:endParaRPr b="0" i="0" sz="2400" u="none" cap="none" strike="noStrike">
              <a:solidFill>
                <a:srgbClr val="000000"/>
              </a:solidFill>
              <a:latin typeface="Courier New"/>
              <a:ea typeface="Courier New"/>
              <a:cs typeface="Courier New"/>
              <a:sym typeface="Courier New"/>
            </a:endParaRPr>
          </a:p>
        </p:txBody>
      </p:sp>
      <p:sp>
        <p:nvSpPr>
          <p:cNvPr id="1029" name="Google Shape;1029;p51"/>
          <p:cNvSpPr txBox="1"/>
          <p:nvPr/>
        </p:nvSpPr>
        <p:spPr>
          <a:xfrm>
            <a:off x="6727697" y="1635252"/>
            <a:ext cx="29845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30" name="Google Shape;1030;p51"/>
          <p:cNvSpPr/>
          <p:nvPr/>
        </p:nvSpPr>
        <p:spPr>
          <a:xfrm>
            <a:off x="6156197" y="1913889"/>
            <a:ext cx="579755" cy="723265"/>
          </a:xfrm>
          <a:custGeom>
            <a:rect b="b" l="l" r="r" t="t"/>
            <a:pathLst>
              <a:path extrusionOk="0" h="723264" w="579754">
                <a:moveTo>
                  <a:pt x="16890" y="623315"/>
                </a:moveTo>
                <a:lnTo>
                  <a:pt x="14477" y="625094"/>
                </a:lnTo>
                <a:lnTo>
                  <a:pt x="0" y="723011"/>
                </a:lnTo>
                <a:lnTo>
                  <a:pt x="11198" y="718693"/>
                </a:lnTo>
                <a:lnTo>
                  <a:pt x="9525" y="718693"/>
                </a:lnTo>
                <a:lnTo>
                  <a:pt x="2159" y="712724"/>
                </a:lnTo>
                <a:lnTo>
                  <a:pt x="13119" y="699021"/>
                </a:lnTo>
                <a:lnTo>
                  <a:pt x="23875" y="626490"/>
                </a:lnTo>
                <a:lnTo>
                  <a:pt x="22098" y="624077"/>
                </a:lnTo>
                <a:lnTo>
                  <a:pt x="16890" y="623315"/>
                </a:lnTo>
                <a:close/>
              </a:path>
              <a:path extrusionOk="0" h="723264" w="579754">
                <a:moveTo>
                  <a:pt x="13119" y="699021"/>
                </a:moveTo>
                <a:lnTo>
                  <a:pt x="2159" y="712724"/>
                </a:lnTo>
                <a:lnTo>
                  <a:pt x="9525" y="718693"/>
                </a:lnTo>
                <a:lnTo>
                  <a:pt x="11353" y="716407"/>
                </a:lnTo>
                <a:lnTo>
                  <a:pt x="10540" y="716407"/>
                </a:lnTo>
                <a:lnTo>
                  <a:pt x="4190" y="711200"/>
                </a:lnTo>
                <a:lnTo>
                  <a:pt x="11745" y="708285"/>
                </a:lnTo>
                <a:lnTo>
                  <a:pt x="13119" y="699021"/>
                </a:lnTo>
                <a:close/>
              </a:path>
              <a:path extrusionOk="0" h="723264" w="579754">
                <a:moveTo>
                  <a:pt x="88900" y="678561"/>
                </a:moveTo>
                <a:lnTo>
                  <a:pt x="86487" y="679450"/>
                </a:lnTo>
                <a:lnTo>
                  <a:pt x="20578" y="704877"/>
                </a:lnTo>
                <a:lnTo>
                  <a:pt x="9525" y="718693"/>
                </a:lnTo>
                <a:lnTo>
                  <a:pt x="11198" y="718693"/>
                </a:lnTo>
                <a:lnTo>
                  <a:pt x="89915" y="688339"/>
                </a:lnTo>
                <a:lnTo>
                  <a:pt x="92328" y="687451"/>
                </a:lnTo>
                <a:lnTo>
                  <a:pt x="93599" y="684657"/>
                </a:lnTo>
                <a:lnTo>
                  <a:pt x="92582" y="682244"/>
                </a:lnTo>
                <a:lnTo>
                  <a:pt x="91693" y="679704"/>
                </a:lnTo>
                <a:lnTo>
                  <a:pt x="88900" y="678561"/>
                </a:lnTo>
                <a:close/>
              </a:path>
              <a:path extrusionOk="0" h="723264" w="579754">
                <a:moveTo>
                  <a:pt x="11745" y="708285"/>
                </a:moveTo>
                <a:lnTo>
                  <a:pt x="4190" y="711200"/>
                </a:lnTo>
                <a:lnTo>
                  <a:pt x="10540" y="716407"/>
                </a:lnTo>
                <a:lnTo>
                  <a:pt x="11745" y="708285"/>
                </a:lnTo>
                <a:close/>
              </a:path>
              <a:path extrusionOk="0" h="723264" w="579754">
                <a:moveTo>
                  <a:pt x="20578" y="704877"/>
                </a:moveTo>
                <a:lnTo>
                  <a:pt x="11745" y="708285"/>
                </a:lnTo>
                <a:lnTo>
                  <a:pt x="10540" y="716407"/>
                </a:lnTo>
                <a:lnTo>
                  <a:pt x="11353" y="716407"/>
                </a:lnTo>
                <a:lnTo>
                  <a:pt x="20578" y="704877"/>
                </a:lnTo>
                <a:close/>
              </a:path>
              <a:path extrusionOk="0" h="723264" w="579754">
                <a:moveTo>
                  <a:pt x="572261" y="0"/>
                </a:moveTo>
                <a:lnTo>
                  <a:pt x="13119" y="699021"/>
                </a:lnTo>
                <a:lnTo>
                  <a:pt x="11745" y="708285"/>
                </a:lnTo>
                <a:lnTo>
                  <a:pt x="20578" y="704877"/>
                </a:lnTo>
                <a:lnTo>
                  <a:pt x="579754" y="5969"/>
                </a:lnTo>
                <a:lnTo>
                  <a:pt x="57226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1" name="Google Shape;1031;p51"/>
          <p:cNvSpPr txBox="1"/>
          <p:nvPr/>
        </p:nvSpPr>
        <p:spPr>
          <a:xfrm>
            <a:off x="6079490" y="2643632"/>
            <a:ext cx="298450" cy="574040"/>
          </a:xfrm>
          <a:prstGeom prst="rect">
            <a:avLst/>
          </a:prstGeom>
          <a:noFill/>
          <a:ln>
            <a:noFill/>
          </a:ln>
        </p:spPr>
        <p:txBody>
          <a:bodyPr anchorCtr="0" anchor="t" bIns="0" lIns="0" spcFirstLastPara="1" rIns="0" wrap="square" tIns="12700">
            <a:spAutoFit/>
          </a:bodyPr>
          <a:lstStyle/>
          <a:p>
            <a:pPr indent="67310" lvl="0" marL="12700" marR="508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  R5</a:t>
            </a:r>
            <a:endParaRPr b="0" i="0" sz="1800" u="none" cap="none" strike="noStrike">
              <a:solidFill>
                <a:srgbClr val="000000"/>
              </a:solidFill>
              <a:latin typeface="Courier New"/>
              <a:ea typeface="Courier New"/>
              <a:cs typeface="Courier New"/>
              <a:sym typeface="Courier New"/>
            </a:endParaRPr>
          </a:p>
        </p:txBody>
      </p:sp>
      <p:sp>
        <p:nvSpPr>
          <p:cNvPr id="1032" name="Google Shape;1032;p51"/>
          <p:cNvSpPr/>
          <p:nvPr/>
        </p:nvSpPr>
        <p:spPr>
          <a:xfrm>
            <a:off x="5508116" y="2850007"/>
            <a:ext cx="579755" cy="723265"/>
          </a:xfrm>
          <a:custGeom>
            <a:rect b="b" l="l" r="r" t="t"/>
            <a:pathLst>
              <a:path extrusionOk="0" h="723264" w="579754">
                <a:moveTo>
                  <a:pt x="16891" y="623315"/>
                </a:moveTo>
                <a:lnTo>
                  <a:pt x="14478" y="625093"/>
                </a:lnTo>
                <a:lnTo>
                  <a:pt x="0" y="723010"/>
                </a:lnTo>
                <a:lnTo>
                  <a:pt x="11527" y="718565"/>
                </a:lnTo>
                <a:lnTo>
                  <a:pt x="9652" y="718565"/>
                </a:lnTo>
                <a:lnTo>
                  <a:pt x="2159" y="712723"/>
                </a:lnTo>
                <a:lnTo>
                  <a:pt x="13100" y="699048"/>
                </a:lnTo>
                <a:lnTo>
                  <a:pt x="23875" y="626490"/>
                </a:lnTo>
                <a:lnTo>
                  <a:pt x="22098" y="624077"/>
                </a:lnTo>
                <a:lnTo>
                  <a:pt x="16891" y="623315"/>
                </a:lnTo>
                <a:close/>
              </a:path>
              <a:path extrusionOk="0" h="723264" w="579754">
                <a:moveTo>
                  <a:pt x="13100" y="699048"/>
                </a:moveTo>
                <a:lnTo>
                  <a:pt x="2159" y="712723"/>
                </a:lnTo>
                <a:lnTo>
                  <a:pt x="9652" y="718565"/>
                </a:lnTo>
                <a:lnTo>
                  <a:pt x="11480" y="716279"/>
                </a:lnTo>
                <a:lnTo>
                  <a:pt x="10541" y="716279"/>
                </a:lnTo>
                <a:lnTo>
                  <a:pt x="4191" y="711200"/>
                </a:lnTo>
                <a:lnTo>
                  <a:pt x="11727" y="708292"/>
                </a:lnTo>
                <a:lnTo>
                  <a:pt x="13100" y="699048"/>
                </a:lnTo>
                <a:close/>
              </a:path>
              <a:path extrusionOk="0" h="723264" w="579754">
                <a:moveTo>
                  <a:pt x="88900" y="678560"/>
                </a:moveTo>
                <a:lnTo>
                  <a:pt x="86487" y="679450"/>
                </a:lnTo>
                <a:lnTo>
                  <a:pt x="20611" y="704864"/>
                </a:lnTo>
                <a:lnTo>
                  <a:pt x="9652" y="718565"/>
                </a:lnTo>
                <a:lnTo>
                  <a:pt x="11527" y="718565"/>
                </a:lnTo>
                <a:lnTo>
                  <a:pt x="89916" y="688339"/>
                </a:lnTo>
                <a:lnTo>
                  <a:pt x="92329" y="687451"/>
                </a:lnTo>
                <a:lnTo>
                  <a:pt x="93599" y="684656"/>
                </a:lnTo>
                <a:lnTo>
                  <a:pt x="92583" y="682243"/>
                </a:lnTo>
                <a:lnTo>
                  <a:pt x="91694" y="679703"/>
                </a:lnTo>
                <a:lnTo>
                  <a:pt x="88900" y="678560"/>
                </a:lnTo>
                <a:close/>
              </a:path>
              <a:path extrusionOk="0" h="723264" w="579754">
                <a:moveTo>
                  <a:pt x="11727" y="708292"/>
                </a:moveTo>
                <a:lnTo>
                  <a:pt x="4191" y="711200"/>
                </a:lnTo>
                <a:lnTo>
                  <a:pt x="10541" y="716279"/>
                </a:lnTo>
                <a:lnTo>
                  <a:pt x="11727" y="708292"/>
                </a:lnTo>
                <a:close/>
              </a:path>
              <a:path extrusionOk="0" h="723264" w="579754">
                <a:moveTo>
                  <a:pt x="20611" y="704864"/>
                </a:moveTo>
                <a:lnTo>
                  <a:pt x="11727" y="708292"/>
                </a:lnTo>
                <a:lnTo>
                  <a:pt x="10541" y="716279"/>
                </a:lnTo>
                <a:lnTo>
                  <a:pt x="11480" y="716279"/>
                </a:lnTo>
                <a:lnTo>
                  <a:pt x="20611" y="704864"/>
                </a:lnTo>
                <a:close/>
              </a:path>
              <a:path extrusionOk="0" h="723264" w="579754">
                <a:moveTo>
                  <a:pt x="572388" y="0"/>
                </a:moveTo>
                <a:lnTo>
                  <a:pt x="13100" y="699048"/>
                </a:lnTo>
                <a:lnTo>
                  <a:pt x="11727" y="708292"/>
                </a:lnTo>
                <a:lnTo>
                  <a:pt x="20611" y="704864"/>
                </a:lnTo>
                <a:lnTo>
                  <a:pt x="579755" y="5841"/>
                </a:lnTo>
                <a:lnTo>
                  <a:pt x="57238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3" name="Google Shape;1033;p51"/>
          <p:cNvSpPr txBox="1"/>
          <p:nvPr/>
        </p:nvSpPr>
        <p:spPr>
          <a:xfrm>
            <a:off x="5439917" y="3579876"/>
            <a:ext cx="13779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34" name="Google Shape;1034;p51"/>
          <p:cNvSpPr txBox="1"/>
          <p:nvPr/>
        </p:nvSpPr>
        <p:spPr>
          <a:xfrm>
            <a:off x="5372100" y="3854195"/>
            <a:ext cx="27368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R5</a:t>
            </a:r>
            <a:endParaRPr b="0" i="0" sz="1800" u="none" cap="none" strike="noStrike">
              <a:solidFill>
                <a:srgbClr val="000000"/>
              </a:solidFill>
              <a:latin typeface="Courier New"/>
              <a:ea typeface="Courier New"/>
              <a:cs typeface="Courier New"/>
              <a:sym typeface="Courier New"/>
            </a:endParaRPr>
          </a:p>
        </p:txBody>
      </p:sp>
      <p:sp>
        <p:nvSpPr>
          <p:cNvPr id="1035" name="Google Shape;1035;p51"/>
          <p:cNvSpPr/>
          <p:nvPr/>
        </p:nvSpPr>
        <p:spPr>
          <a:xfrm>
            <a:off x="5004053" y="3785996"/>
            <a:ext cx="435609" cy="507365"/>
          </a:xfrm>
          <a:custGeom>
            <a:rect b="b" l="l" r="r" t="t"/>
            <a:pathLst>
              <a:path extrusionOk="0" h="507364" w="435610">
                <a:moveTo>
                  <a:pt x="20193" y="408050"/>
                </a:moveTo>
                <a:lnTo>
                  <a:pt x="17780" y="409701"/>
                </a:lnTo>
                <a:lnTo>
                  <a:pt x="17272" y="412241"/>
                </a:lnTo>
                <a:lnTo>
                  <a:pt x="0" y="507110"/>
                </a:lnTo>
                <a:lnTo>
                  <a:pt x="11702" y="503046"/>
                </a:lnTo>
                <a:lnTo>
                  <a:pt x="9779" y="503046"/>
                </a:lnTo>
                <a:lnTo>
                  <a:pt x="2540" y="496823"/>
                </a:lnTo>
                <a:lnTo>
                  <a:pt x="13952" y="483508"/>
                </a:lnTo>
                <a:lnTo>
                  <a:pt x="26670" y="414019"/>
                </a:lnTo>
                <a:lnTo>
                  <a:pt x="27178" y="411479"/>
                </a:lnTo>
                <a:lnTo>
                  <a:pt x="25400" y="408939"/>
                </a:lnTo>
                <a:lnTo>
                  <a:pt x="22860" y="408431"/>
                </a:lnTo>
                <a:lnTo>
                  <a:pt x="20193" y="408050"/>
                </a:lnTo>
                <a:close/>
              </a:path>
              <a:path extrusionOk="0" h="507364" w="435610">
                <a:moveTo>
                  <a:pt x="13952" y="483508"/>
                </a:moveTo>
                <a:lnTo>
                  <a:pt x="2540" y="496823"/>
                </a:lnTo>
                <a:lnTo>
                  <a:pt x="9779" y="503046"/>
                </a:lnTo>
                <a:lnTo>
                  <a:pt x="11737" y="500760"/>
                </a:lnTo>
                <a:lnTo>
                  <a:pt x="10795" y="500760"/>
                </a:lnTo>
                <a:lnTo>
                  <a:pt x="4572" y="495426"/>
                </a:lnTo>
                <a:lnTo>
                  <a:pt x="12260" y="492754"/>
                </a:lnTo>
                <a:lnTo>
                  <a:pt x="13952" y="483508"/>
                </a:lnTo>
                <a:close/>
              </a:path>
              <a:path extrusionOk="0" h="507364" w="435610">
                <a:moveTo>
                  <a:pt x="90424" y="465708"/>
                </a:moveTo>
                <a:lnTo>
                  <a:pt x="87884" y="466470"/>
                </a:lnTo>
                <a:lnTo>
                  <a:pt x="21286" y="489617"/>
                </a:lnTo>
                <a:lnTo>
                  <a:pt x="9779" y="503046"/>
                </a:lnTo>
                <a:lnTo>
                  <a:pt x="11702" y="503046"/>
                </a:lnTo>
                <a:lnTo>
                  <a:pt x="91059" y="475488"/>
                </a:lnTo>
                <a:lnTo>
                  <a:pt x="93472" y="474598"/>
                </a:lnTo>
                <a:lnTo>
                  <a:pt x="94869" y="471931"/>
                </a:lnTo>
                <a:lnTo>
                  <a:pt x="93980" y="469391"/>
                </a:lnTo>
                <a:lnTo>
                  <a:pt x="93091" y="466978"/>
                </a:lnTo>
                <a:lnTo>
                  <a:pt x="90424" y="465708"/>
                </a:lnTo>
                <a:close/>
              </a:path>
              <a:path extrusionOk="0" h="507364" w="435610">
                <a:moveTo>
                  <a:pt x="12260" y="492754"/>
                </a:moveTo>
                <a:lnTo>
                  <a:pt x="4572" y="495426"/>
                </a:lnTo>
                <a:lnTo>
                  <a:pt x="10795" y="500760"/>
                </a:lnTo>
                <a:lnTo>
                  <a:pt x="12260" y="492754"/>
                </a:lnTo>
                <a:close/>
              </a:path>
              <a:path extrusionOk="0" h="507364" w="435610">
                <a:moveTo>
                  <a:pt x="21286" y="489617"/>
                </a:moveTo>
                <a:lnTo>
                  <a:pt x="12260" y="492754"/>
                </a:lnTo>
                <a:lnTo>
                  <a:pt x="10795" y="500760"/>
                </a:lnTo>
                <a:lnTo>
                  <a:pt x="11737" y="500760"/>
                </a:lnTo>
                <a:lnTo>
                  <a:pt x="21286" y="489617"/>
                </a:lnTo>
                <a:close/>
              </a:path>
              <a:path extrusionOk="0" h="507364" w="435610">
                <a:moveTo>
                  <a:pt x="428371" y="0"/>
                </a:moveTo>
                <a:lnTo>
                  <a:pt x="13952" y="483508"/>
                </a:lnTo>
                <a:lnTo>
                  <a:pt x="12260" y="492754"/>
                </a:lnTo>
                <a:lnTo>
                  <a:pt x="21286" y="489617"/>
                </a:lnTo>
                <a:lnTo>
                  <a:pt x="435610"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6" name="Google Shape;1036;p51"/>
          <p:cNvSpPr/>
          <p:nvPr/>
        </p:nvSpPr>
        <p:spPr>
          <a:xfrm>
            <a:off x="7016495" y="1841880"/>
            <a:ext cx="580390" cy="723265"/>
          </a:xfrm>
          <a:custGeom>
            <a:rect b="b" l="l" r="r" t="t"/>
            <a:pathLst>
              <a:path extrusionOk="0" h="723264" w="580390">
                <a:moveTo>
                  <a:pt x="490854" y="678561"/>
                </a:moveTo>
                <a:lnTo>
                  <a:pt x="488187" y="679704"/>
                </a:lnTo>
                <a:lnTo>
                  <a:pt x="487172" y="682244"/>
                </a:lnTo>
                <a:lnTo>
                  <a:pt x="486282" y="684657"/>
                </a:lnTo>
                <a:lnTo>
                  <a:pt x="487425" y="687451"/>
                </a:lnTo>
                <a:lnTo>
                  <a:pt x="489965" y="688340"/>
                </a:lnTo>
                <a:lnTo>
                  <a:pt x="579881" y="723011"/>
                </a:lnTo>
                <a:lnTo>
                  <a:pt x="579243" y="718693"/>
                </a:lnTo>
                <a:lnTo>
                  <a:pt x="570229" y="718693"/>
                </a:lnTo>
                <a:lnTo>
                  <a:pt x="559120" y="704806"/>
                </a:lnTo>
                <a:lnTo>
                  <a:pt x="493395" y="679450"/>
                </a:lnTo>
                <a:lnTo>
                  <a:pt x="490854" y="678561"/>
                </a:lnTo>
                <a:close/>
              </a:path>
              <a:path extrusionOk="0" h="723264" w="580390">
                <a:moveTo>
                  <a:pt x="559120" y="704806"/>
                </a:moveTo>
                <a:lnTo>
                  <a:pt x="570229" y="718693"/>
                </a:lnTo>
                <a:lnTo>
                  <a:pt x="573099" y="716407"/>
                </a:lnTo>
                <a:lnTo>
                  <a:pt x="569213" y="716407"/>
                </a:lnTo>
                <a:lnTo>
                  <a:pt x="568014" y="708238"/>
                </a:lnTo>
                <a:lnTo>
                  <a:pt x="559120" y="704806"/>
                </a:lnTo>
                <a:close/>
              </a:path>
              <a:path extrusionOk="0" h="723264" w="580390">
                <a:moveTo>
                  <a:pt x="562990" y="623316"/>
                </a:moveTo>
                <a:lnTo>
                  <a:pt x="557783" y="624078"/>
                </a:lnTo>
                <a:lnTo>
                  <a:pt x="556005" y="626491"/>
                </a:lnTo>
                <a:lnTo>
                  <a:pt x="566637" y="698868"/>
                </a:lnTo>
                <a:lnTo>
                  <a:pt x="577723" y="712724"/>
                </a:lnTo>
                <a:lnTo>
                  <a:pt x="570229" y="718693"/>
                </a:lnTo>
                <a:lnTo>
                  <a:pt x="579243" y="718693"/>
                </a:lnTo>
                <a:lnTo>
                  <a:pt x="565403" y="625094"/>
                </a:lnTo>
                <a:lnTo>
                  <a:pt x="562990" y="623316"/>
                </a:lnTo>
                <a:close/>
              </a:path>
              <a:path extrusionOk="0" h="723264" w="580390">
                <a:moveTo>
                  <a:pt x="568014" y="708238"/>
                </a:moveTo>
                <a:lnTo>
                  <a:pt x="569213" y="716407"/>
                </a:lnTo>
                <a:lnTo>
                  <a:pt x="575690" y="711200"/>
                </a:lnTo>
                <a:lnTo>
                  <a:pt x="568014" y="708238"/>
                </a:lnTo>
                <a:close/>
              </a:path>
              <a:path extrusionOk="0" h="723264" w="580390">
                <a:moveTo>
                  <a:pt x="566637" y="698868"/>
                </a:moveTo>
                <a:lnTo>
                  <a:pt x="568014" y="708238"/>
                </a:lnTo>
                <a:lnTo>
                  <a:pt x="575690" y="711200"/>
                </a:lnTo>
                <a:lnTo>
                  <a:pt x="569213" y="716407"/>
                </a:lnTo>
                <a:lnTo>
                  <a:pt x="573099" y="716407"/>
                </a:lnTo>
                <a:lnTo>
                  <a:pt x="577723" y="712724"/>
                </a:lnTo>
                <a:lnTo>
                  <a:pt x="566637" y="698868"/>
                </a:lnTo>
                <a:close/>
              </a:path>
              <a:path extrusionOk="0" h="723264" w="580390">
                <a:moveTo>
                  <a:pt x="7493" y="0"/>
                </a:moveTo>
                <a:lnTo>
                  <a:pt x="0" y="5969"/>
                </a:lnTo>
                <a:lnTo>
                  <a:pt x="559120" y="704806"/>
                </a:lnTo>
                <a:lnTo>
                  <a:pt x="568014" y="708238"/>
                </a:lnTo>
                <a:lnTo>
                  <a:pt x="566637" y="698868"/>
                </a:lnTo>
                <a:lnTo>
                  <a:pt x="7493"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7" name="Google Shape;1037;p51"/>
          <p:cNvSpPr/>
          <p:nvPr/>
        </p:nvSpPr>
        <p:spPr>
          <a:xfrm>
            <a:off x="6368541" y="2922016"/>
            <a:ext cx="579755" cy="723265"/>
          </a:xfrm>
          <a:custGeom>
            <a:rect b="b" l="l" r="r" t="t"/>
            <a:pathLst>
              <a:path extrusionOk="0" h="723264" w="579754">
                <a:moveTo>
                  <a:pt x="490728" y="678561"/>
                </a:moveTo>
                <a:lnTo>
                  <a:pt x="488061" y="679704"/>
                </a:lnTo>
                <a:lnTo>
                  <a:pt x="487044" y="682244"/>
                </a:lnTo>
                <a:lnTo>
                  <a:pt x="486156" y="684657"/>
                </a:lnTo>
                <a:lnTo>
                  <a:pt x="487299" y="687451"/>
                </a:lnTo>
                <a:lnTo>
                  <a:pt x="489838" y="688340"/>
                </a:lnTo>
                <a:lnTo>
                  <a:pt x="579755" y="723011"/>
                </a:lnTo>
                <a:lnTo>
                  <a:pt x="579097" y="718566"/>
                </a:lnTo>
                <a:lnTo>
                  <a:pt x="570103" y="718566"/>
                </a:lnTo>
                <a:lnTo>
                  <a:pt x="559143" y="704864"/>
                </a:lnTo>
                <a:lnTo>
                  <a:pt x="493267" y="679450"/>
                </a:lnTo>
                <a:lnTo>
                  <a:pt x="490728" y="678561"/>
                </a:lnTo>
                <a:close/>
              </a:path>
              <a:path extrusionOk="0" h="723264" w="579754">
                <a:moveTo>
                  <a:pt x="559143" y="704864"/>
                </a:moveTo>
                <a:lnTo>
                  <a:pt x="570103" y="718566"/>
                </a:lnTo>
                <a:lnTo>
                  <a:pt x="573035" y="716280"/>
                </a:lnTo>
                <a:lnTo>
                  <a:pt x="569087" y="716280"/>
                </a:lnTo>
                <a:lnTo>
                  <a:pt x="567905" y="708245"/>
                </a:lnTo>
                <a:lnTo>
                  <a:pt x="559143" y="704864"/>
                </a:lnTo>
                <a:close/>
              </a:path>
              <a:path extrusionOk="0" h="723264" w="579754">
                <a:moveTo>
                  <a:pt x="562863" y="623316"/>
                </a:moveTo>
                <a:lnTo>
                  <a:pt x="557657" y="624078"/>
                </a:lnTo>
                <a:lnTo>
                  <a:pt x="555879" y="626491"/>
                </a:lnTo>
                <a:lnTo>
                  <a:pt x="566529" y="698891"/>
                </a:lnTo>
                <a:lnTo>
                  <a:pt x="577596" y="712724"/>
                </a:lnTo>
                <a:lnTo>
                  <a:pt x="570103" y="718566"/>
                </a:lnTo>
                <a:lnTo>
                  <a:pt x="579097" y="718566"/>
                </a:lnTo>
                <a:lnTo>
                  <a:pt x="565277" y="625094"/>
                </a:lnTo>
                <a:lnTo>
                  <a:pt x="562863" y="623316"/>
                </a:lnTo>
                <a:close/>
              </a:path>
              <a:path extrusionOk="0" h="723264" w="579754">
                <a:moveTo>
                  <a:pt x="567905" y="708245"/>
                </a:moveTo>
                <a:lnTo>
                  <a:pt x="569087" y="716280"/>
                </a:lnTo>
                <a:lnTo>
                  <a:pt x="575563" y="711200"/>
                </a:lnTo>
                <a:lnTo>
                  <a:pt x="567905" y="708245"/>
                </a:lnTo>
                <a:close/>
              </a:path>
              <a:path extrusionOk="0" h="723264" w="579754">
                <a:moveTo>
                  <a:pt x="566529" y="698891"/>
                </a:moveTo>
                <a:lnTo>
                  <a:pt x="567905" y="708245"/>
                </a:lnTo>
                <a:lnTo>
                  <a:pt x="575563" y="711200"/>
                </a:lnTo>
                <a:lnTo>
                  <a:pt x="569087" y="716280"/>
                </a:lnTo>
                <a:lnTo>
                  <a:pt x="573035" y="716280"/>
                </a:lnTo>
                <a:lnTo>
                  <a:pt x="577596" y="712724"/>
                </a:lnTo>
                <a:lnTo>
                  <a:pt x="566529" y="698891"/>
                </a:lnTo>
                <a:close/>
              </a:path>
              <a:path extrusionOk="0" h="723264" w="579754">
                <a:moveTo>
                  <a:pt x="7366" y="0"/>
                </a:moveTo>
                <a:lnTo>
                  <a:pt x="0" y="5842"/>
                </a:lnTo>
                <a:lnTo>
                  <a:pt x="559143" y="704864"/>
                </a:lnTo>
                <a:lnTo>
                  <a:pt x="567905" y="708245"/>
                </a:lnTo>
                <a:lnTo>
                  <a:pt x="566529" y="698891"/>
                </a:lnTo>
                <a:lnTo>
                  <a:pt x="7366"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8" name="Google Shape;1038;p51"/>
          <p:cNvSpPr/>
          <p:nvPr/>
        </p:nvSpPr>
        <p:spPr>
          <a:xfrm>
            <a:off x="5576442" y="3785996"/>
            <a:ext cx="436245" cy="507365"/>
          </a:xfrm>
          <a:custGeom>
            <a:rect b="b" l="l" r="r" t="t"/>
            <a:pathLst>
              <a:path extrusionOk="0" h="507364" w="436245">
                <a:moveTo>
                  <a:pt x="345313" y="465708"/>
                </a:moveTo>
                <a:lnTo>
                  <a:pt x="342646" y="466978"/>
                </a:lnTo>
                <a:lnTo>
                  <a:pt x="341757" y="469391"/>
                </a:lnTo>
                <a:lnTo>
                  <a:pt x="340868" y="471931"/>
                </a:lnTo>
                <a:lnTo>
                  <a:pt x="342138" y="474598"/>
                </a:lnTo>
                <a:lnTo>
                  <a:pt x="435737" y="507110"/>
                </a:lnTo>
                <a:lnTo>
                  <a:pt x="434997" y="503046"/>
                </a:lnTo>
                <a:lnTo>
                  <a:pt x="425958" y="503046"/>
                </a:lnTo>
                <a:lnTo>
                  <a:pt x="414445" y="489616"/>
                </a:lnTo>
                <a:lnTo>
                  <a:pt x="347853" y="466470"/>
                </a:lnTo>
                <a:lnTo>
                  <a:pt x="345313" y="465708"/>
                </a:lnTo>
                <a:close/>
              </a:path>
              <a:path extrusionOk="0" h="507364" w="436245">
                <a:moveTo>
                  <a:pt x="414445" y="489616"/>
                </a:moveTo>
                <a:lnTo>
                  <a:pt x="425958" y="503046"/>
                </a:lnTo>
                <a:lnTo>
                  <a:pt x="428617" y="500760"/>
                </a:lnTo>
                <a:lnTo>
                  <a:pt x="424942" y="500760"/>
                </a:lnTo>
                <a:lnTo>
                  <a:pt x="423476" y="492754"/>
                </a:lnTo>
                <a:lnTo>
                  <a:pt x="414445" y="489616"/>
                </a:lnTo>
                <a:close/>
              </a:path>
              <a:path extrusionOk="0" h="507364" w="436245">
                <a:moveTo>
                  <a:pt x="415417" y="408050"/>
                </a:moveTo>
                <a:lnTo>
                  <a:pt x="412877" y="408431"/>
                </a:lnTo>
                <a:lnTo>
                  <a:pt x="410337" y="408939"/>
                </a:lnTo>
                <a:lnTo>
                  <a:pt x="408559" y="411479"/>
                </a:lnTo>
                <a:lnTo>
                  <a:pt x="409067" y="414019"/>
                </a:lnTo>
                <a:lnTo>
                  <a:pt x="421785" y="483514"/>
                </a:lnTo>
                <a:lnTo>
                  <a:pt x="433197" y="496823"/>
                </a:lnTo>
                <a:lnTo>
                  <a:pt x="425958" y="503046"/>
                </a:lnTo>
                <a:lnTo>
                  <a:pt x="434997" y="503046"/>
                </a:lnTo>
                <a:lnTo>
                  <a:pt x="418465" y="412241"/>
                </a:lnTo>
                <a:lnTo>
                  <a:pt x="417957" y="409701"/>
                </a:lnTo>
                <a:lnTo>
                  <a:pt x="415417" y="408050"/>
                </a:lnTo>
                <a:close/>
              </a:path>
              <a:path extrusionOk="0" h="507364" w="436245">
                <a:moveTo>
                  <a:pt x="423476" y="492754"/>
                </a:moveTo>
                <a:lnTo>
                  <a:pt x="424942" y="500760"/>
                </a:lnTo>
                <a:lnTo>
                  <a:pt x="431165" y="495426"/>
                </a:lnTo>
                <a:lnTo>
                  <a:pt x="423476" y="492754"/>
                </a:lnTo>
                <a:close/>
              </a:path>
              <a:path extrusionOk="0" h="507364" w="436245">
                <a:moveTo>
                  <a:pt x="421785" y="483514"/>
                </a:moveTo>
                <a:lnTo>
                  <a:pt x="423476" y="492754"/>
                </a:lnTo>
                <a:lnTo>
                  <a:pt x="431165" y="495426"/>
                </a:lnTo>
                <a:lnTo>
                  <a:pt x="424942" y="500760"/>
                </a:lnTo>
                <a:lnTo>
                  <a:pt x="428617" y="500760"/>
                </a:lnTo>
                <a:lnTo>
                  <a:pt x="433197" y="496823"/>
                </a:lnTo>
                <a:lnTo>
                  <a:pt x="421785" y="483514"/>
                </a:lnTo>
                <a:close/>
              </a:path>
              <a:path extrusionOk="0" h="507364" w="436245">
                <a:moveTo>
                  <a:pt x="7239" y="0"/>
                </a:moveTo>
                <a:lnTo>
                  <a:pt x="0" y="6095"/>
                </a:lnTo>
                <a:lnTo>
                  <a:pt x="414445" y="489616"/>
                </a:lnTo>
                <a:lnTo>
                  <a:pt x="423476" y="492754"/>
                </a:lnTo>
                <a:lnTo>
                  <a:pt x="421785" y="483514"/>
                </a:lnTo>
                <a:lnTo>
                  <a:pt x="7239"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9" name="Google Shape;1039;p51"/>
          <p:cNvSpPr txBox="1"/>
          <p:nvPr/>
        </p:nvSpPr>
        <p:spPr>
          <a:xfrm>
            <a:off x="492302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a:t>
            </a:r>
            <a:endParaRPr b="0" i="0" sz="1800" u="none" cap="none" strike="noStrike">
              <a:solidFill>
                <a:srgbClr val="000000"/>
              </a:solidFill>
              <a:latin typeface="Courier New"/>
              <a:ea typeface="Courier New"/>
              <a:cs typeface="Courier New"/>
              <a:sym typeface="Courier New"/>
            </a:endParaRPr>
          </a:p>
        </p:txBody>
      </p:sp>
      <p:sp>
        <p:nvSpPr>
          <p:cNvPr id="1040" name="Google Shape;1040;p51"/>
          <p:cNvSpPr txBox="1"/>
          <p:nvPr/>
        </p:nvSpPr>
        <p:spPr>
          <a:xfrm>
            <a:off x="5931408" y="4299966"/>
            <a:ext cx="5949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	y</a:t>
            </a:r>
            <a:endParaRPr b="0" i="0" sz="1800" u="none" cap="none" strike="noStrike">
              <a:solidFill>
                <a:srgbClr val="000000"/>
              </a:solidFill>
              <a:latin typeface="Courier New"/>
              <a:ea typeface="Courier New"/>
              <a:cs typeface="Courier New"/>
              <a:sym typeface="Courier New"/>
            </a:endParaRPr>
          </a:p>
        </p:txBody>
      </p:sp>
      <p:sp>
        <p:nvSpPr>
          <p:cNvPr id="1041" name="Google Shape;1041;p51"/>
          <p:cNvSpPr txBox="1"/>
          <p:nvPr/>
        </p:nvSpPr>
        <p:spPr>
          <a:xfrm>
            <a:off x="6880097" y="3579876"/>
            <a:ext cx="13779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42" name="Google Shape;1042;p51"/>
          <p:cNvSpPr txBox="1"/>
          <p:nvPr/>
        </p:nvSpPr>
        <p:spPr>
          <a:xfrm>
            <a:off x="6812280" y="3854195"/>
            <a:ext cx="27368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R6</a:t>
            </a:r>
            <a:endParaRPr b="0" i="0" sz="1800" u="none" cap="none" strike="noStrike">
              <a:solidFill>
                <a:srgbClr val="000000"/>
              </a:solidFill>
              <a:latin typeface="Courier New"/>
              <a:ea typeface="Courier New"/>
              <a:cs typeface="Courier New"/>
              <a:sym typeface="Courier New"/>
            </a:endParaRPr>
          </a:p>
        </p:txBody>
      </p:sp>
      <p:sp>
        <p:nvSpPr>
          <p:cNvPr id="1043" name="Google Shape;1043;p51"/>
          <p:cNvSpPr/>
          <p:nvPr/>
        </p:nvSpPr>
        <p:spPr>
          <a:xfrm>
            <a:off x="6444234" y="3785996"/>
            <a:ext cx="435609" cy="507365"/>
          </a:xfrm>
          <a:custGeom>
            <a:rect b="b" l="l" r="r" t="t"/>
            <a:pathLst>
              <a:path extrusionOk="0" h="507364" w="435609">
                <a:moveTo>
                  <a:pt x="20192" y="408050"/>
                </a:moveTo>
                <a:lnTo>
                  <a:pt x="17779" y="409701"/>
                </a:lnTo>
                <a:lnTo>
                  <a:pt x="17271" y="412241"/>
                </a:lnTo>
                <a:lnTo>
                  <a:pt x="0" y="507110"/>
                </a:lnTo>
                <a:lnTo>
                  <a:pt x="11702" y="503046"/>
                </a:lnTo>
                <a:lnTo>
                  <a:pt x="9778" y="503046"/>
                </a:lnTo>
                <a:lnTo>
                  <a:pt x="2539" y="496823"/>
                </a:lnTo>
                <a:lnTo>
                  <a:pt x="13952" y="483508"/>
                </a:lnTo>
                <a:lnTo>
                  <a:pt x="26669" y="414019"/>
                </a:lnTo>
                <a:lnTo>
                  <a:pt x="27050" y="411479"/>
                </a:lnTo>
                <a:lnTo>
                  <a:pt x="25400" y="408939"/>
                </a:lnTo>
                <a:lnTo>
                  <a:pt x="22860" y="408431"/>
                </a:lnTo>
                <a:lnTo>
                  <a:pt x="20192" y="408050"/>
                </a:lnTo>
                <a:close/>
              </a:path>
              <a:path extrusionOk="0" h="507364" w="435609">
                <a:moveTo>
                  <a:pt x="13952" y="483508"/>
                </a:moveTo>
                <a:lnTo>
                  <a:pt x="2539" y="496823"/>
                </a:lnTo>
                <a:lnTo>
                  <a:pt x="9778" y="503046"/>
                </a:lnTo>
                <a:lnTo>
                  <a:pt x="11737" y="500760"/>
                </a:lnTo>
                <a:lnTo>
                  <a:pt x="10794" y="500760"/>
                </a:lnTo>
                <a:lnTo>
                  <a:pt x="4571" y="495426"/>
                </a:lnTo>
                <a:lnTo>
                  <a:pt x="12260" y="492754"/>
                </a:lnTo>
                <a:lnTo>
                  <a:pt x="13952" y="483508"/>
                </a:lnTo>
                <a:close/>
              </a:path>
              <a:path extrusionOk="0" h="507364" w="435609">
                <a:moveTo>
                  <a:pt x="90423" y="465708"/>
                </a:moveTo>
                <a:lnTo>
                  <a:pt x="87884" y="466470"/>
                </a:lnTo>
                <a:lnTo>
                  <a:pt x="21286" y="489617"/>
                </a:lnTo>
                <a:lnTo>
                  <a:pt x="9778" y="503046"/>
                </a:lnTo>
                <a:lnTo>
                  <a:pt x="11702" y="503046"/>
                </a:lnTo>
                <a:lnTo>
                  <a:pt x="91059" y="475488"/>
                </a:lnTo>
                <a:lnTo>
                  <a:pt x="93471" y="474598"/>
                </a:lnTo>
                <a:lnTo>
                  <a:pt x="94868" y="471931"/>
                </a:lnTo>
                <a:lnTo>
                  <a:pt x="93980" y="469391"/>
                </a:lnTo>
                <a:lnTo>
                  <a:pt x="93090" y="466978"/>
                </a:lnTo>
                <a:lnTo>
                  <a:pt x="90423" y="465708"/>
                </a:lnTo>
                <a:close/>
              </a:path>
              <a:path extrusionOk="0" h="507364" w="435609">
                <a:moveTo>
                  <a:pt x="12260" y="492754"/>
                </a:moveTo>
                <a:lnTo>
                  <a:pt x="4571" y="495426"/>
                </a:lnTo>
                <a:lnTo>
                  <a:pt x="10794" y="500760"/>
                </a:lnTo>
                <a:lnTo>
                  <a:pt x="12260" y="492754"/>
                </a:lnTo>
                <a:close/>
              </a:path>
              <a:path extrusionOk="0" h="507364" w="435609">
                <a:moveTo>
                  <a:pt x="21286" y="489617"/>
                </a:moveTo>
                <a:lnTo>
                  <a:pt x="12260" y="492754"/>
                </a:lnTo>
                <a:lnTo>
                  <a:pt x="10794" y="500760"/>
                </a:lnTo>
                <a:lnTo>
                  <a:pt x="11737" y="500760"/>
                </a:lnTo>
                <a:lnTo>
                  <a:pt x="21286" y="489617"/>
                </a:lnTo>
                <a:close/>
              </a:path>
              <a:path extrusionOk="0" h="507364" w="435609">
                <a:moveTo>
                  <a:pt x="428370" y="0"/>
                </a:moveTo>
                <a:lnTo>
                  <a:pt x="13952" y="483508"/>
                </a:lnTo>
                <a:lnTo>
                  <a:pt x="12260" y="492754"/>
                </a:lnTo>
                <a:lnTo>
                  <a:pt x="21286" y="489617"/>
                </a:lnTo>
                <a:lnTo>
                  <a:pt x="435610" y="6095"/>
                </a:lnTo>
                <a:lnTo>
                  <a:pt x="428370"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4" name="Google Shape;1044;p51"/>
          <p:cNvSpPr/>
          <p:nvPr/>
        </p:nvSpPr>
        <p:spPr>
          <a:xfrm>
            <a:off x="7016622" y="3785996"/>
            <a:ext cx="436245" cy="507365"/>
          </a:xfrm>
          <a:custGeom>
            <a:rect b="b" l="l" r="r" t="t"/>
            <a:pathLst>
              <a:path extrusionOk="0" h="507364" w="436245">
                <a:moveTo>
                  <a:pt x="345312" y="465708"/>
                </a:moveTo>
                <a:lnTo>
                  <a:pt x="342646" y="466978"/>
                </a:lnTo>
                <a:lnTo>
                  <a:pt x="341756" y="469391"/>
                </a:lnTo>
                <a:lnTo>
                  <a:pt x="340868" y="471931"/>
                </a:lnTo>
                <a:lnTo>
                  <a:pt x="342137" y="474598"/>
                </a:lnTo>
                <a:lnTo>
                  <a:pt x="435736" y="507110"/>
                </a:lnTo>
                <a:lnTo>
                  <a:pt x="434997"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0"/>
                </a:lnTo>
                <a:lnTo>
                  <a:pt x="424815" y="500760"/>
                </a:lnTo>
                <a:lnTo>
                  <a:pt x="423354" y="492716"/>
                </a:lnTo>
                <a:lnTo>
                  <a:pt x="414456" y="489628"/>
                </a:lnTo>
                <a:close/>
              </a:path>
              <a:path extrusionOk="0" h="507364" w="436245">
                <a:moveTo>
                  <a:pt x="415417" y="408050"/>
                </a:moveTo>
                <a:lnTo>
                  <a:pt x="412876" y="408431"/>
                </a:lnTo>
                <a:lnTo>
                  <a:pt x="410336" y="408939"/>
                </a:lnTo>
                <a:lnTo>
                  <a:pt x="408558" y="411479"/>
                </a:lnTo>
                <a:lnTo>
                  <a:pt x="409067" y="414019"/>
                </a:lnTo>
                <a:lnTo>
                  <a:pt x="421656" y="483363"/>
                </a:lnTo>
                <a:lnTo>
                  <a:pt x="433197" y="496823"/>
                </a:lnTo>
                <a:lnTo>
                  <a:pt x="425957" y="503046"/>
                </a:lnTo>
                <a:lnTo>
                  <a:pt x="434997" y="503046"/>
                </a:lnTo>
                <a:lnTo>
                  <a:pt x="418465" y="412241"/>
                </a:lnTo>
                <a:lnTo>
                  <a:pt x="417956" y="409701"/>
                </a:lnTo>
                <a:lnTo>
                  <a:pt x="415417" y="408050"/>
                </a:lnTo>
                <a:close/>
              </a:path>
              <a:path extrusionOk="0" h="507364" w="436245">
                <a:moveTo>
                  <a:pt x="423354" y="492716"/>
                </a:moveTo>
                <a:lnTo>
                  <a:pt x="424815" y="500760"/>
                </a:lnTo>
                <a:lnTo>
                  <a:pt x="431165" y="495426"/>
                </a:lnTo>
                <a:lnTo>
                  <a:pt x="423354" y="492716"/>
                </a:lnTo>
                <a:close/>
              </a:path>
              <a:path extrusionOk="0" h="507364" w="436245">
                <a:moveTo>
                  <a:pt x="421656" y="483363"/>
                </a:moveTo>
                <a:lnTo>
                  <a:pt x="423354" y="492716"/>
                </a:lnTo>
                <a:lnTo>
                  <a:pt x="431165" y="495426"/>
                </a:lnTo>
                <a:lnTo>
                  <a:pt x="424815" y="500760"/>
                </a:lnTo>
                <a:lnTo>
                  <a:pt x="428617" y="500760"/>
                </a:lnTo>
                <a:lnTo>
                  <a:pt x="433197" y="496823"/>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5" name="Google Shape;1045;p51"/>
          <p:cNvSpPr txBox="1"/>
          <p:nvPr/>
        </p:nvSpPr>
        <p:spPr>
          <a:xfrm>
            <a:off x="737158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y</a:t>
            </a:r>
            <a:endParaRPr b="0" i="0" sz="1800" u="none" cap="none" strike="noStrike">
              <a:solidFill>
                <a:srgbClr val="000000"/>
              </a:solidFill>
              <a:latin typeface="Courier New"/>
              <a:ea typeface="Courier New"/>
              <a:cs typeface="Courier New"/>
              <a:sym typeface="Courier New"/>
            </a:endParaRPr>
          </a:p>
        </p:txBody>
      </p:sp>
      <p:sp>
        <p:nvSpPr>
          <p:cNvPr id="1046" name="Google Shape;1046;p51"/>
          <p:cNvSpPr txBox="1"/>
          <p:nvPr/>
        </p:nvSpPr>
        <p:spPr>
          <a:xfrm>
            <a:off x="7587488" y="257149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47" name="Google Shape;1047;p51"/>
          <p:cNvSpPr/>
          <p:nvPr/>
        </p:nvSpPr>
        <p:spPr>
          <a:xfrm>
            <a:off x="7164323" y="2777870"/>
            <a:ext cx="435609" cy="507365"/>
          </a:xfrm>
          <a:custGeom>
            <a:rect b="b" l="l" r="r" t="t"/>
            <a:pathLst>
              <a:path extrusionOk="0" h="507364" w="435609">
                <a:moveTo>
                  <a:pt x="20193" y="408050"/>
                </a:moveTo>
                <a:lnTo>
                  <a:pt x="17779" y="409701"/>
                </a:lnTo>
                <a:lnTo>
                  <a:pt x="17272" y="412368"/>
                </a:lnTo>
                <a:lnTo>
                  <a:pt x="0" y="507111"/>
                </a:lnTo>
                <a:lnTo>
                  <a:pt x="11702" y="503046"/>
                </a:lnTo>
                <a:lnTo>
                  <a:pt x="9651" y="503046"/>
                </a:lnTo>
                <a:lnTo>
                  <a:pt x="2540" y="496824"/>
                </a:lnTo>
                <a:lnTo>
                  <a:pt x="13952" y="483508"/>
                </a:lnTo>
                <a:lnTo>
                  <a:pt x="26670" y="414019"/>
                </a:lnTo>
                <a:lnTo>
                  <a:pt x="27050" y="411479"/>
                </a:lnTo>
                <a:lnTo>
                  <a:pt x="25400" y="408939"/>
                </a:lnTo>
                <a:lnTo>
                  <a:pt x="22859" y="408431"/>
                </a:lnTo>
                <a:lnTo>
                  <a:pt x="20193" y="408050"/>
                </a:lnTo>
                <a:close/>
              </a:path>
              <a:path extrusionOk="0" h="507364" w="435609">
                <a:moveTo>
                  <a:pt x="13952" y="483508"/>
                </a:moveTo>
                <a:lnTo>
                  <a:pt x="2540" y="496824"/>
                </a:lnTo>
                <a:lnTo>
                  <a:pt x="9651" y="503046"/>
                </a:lnTo>
                <a:lnTo>
                  <a:pt x="11611" y="500761"/>
                </a:lnTo>
                <a:lnTo>
                  <a:pt x="10795" y="500761"/>
                </a:lnTo>
                <a:lnTo>
                  <a:pt x="4572" y="495426"/>
                </a:lnTo>
                <a:lnTo>
                  <a:pt x="12260" y="492754"/>
                </a:lnTo>
                <a:lnTo>
                  <a:pt x="13952" y="483508"/>
                </a:lnTo>
                <a:close/>
              </a:path>
              <a:path extrusionOk="0" h="507364" w="435609">
                <a:moveTo>
                  <a:pt x="90424" y="465708"/>
                </a:moveTo>
                <a:lnTo>
                  <a:pt x="87883" y="466470"/>
                </a:lnTo>
                <a:lnTo>
                  <a:pt x="21110" y="489678"/>
                </a:lnTo>
                <a:lnTo>
                  <a:pt x="9651" y="503046"/>
                </a:lnTo>
                <a:lnTo>
                  <a:pt x="11702" y="503046"/>
                </a:lnTo>
                <a:lnTo>
                  <a:pt x="91058" y="475488"/>
                </a:lnTo>
                <a:lnTo>
                  <a:pt x="93472" y="474599"/>
                </a:lnTo>
                <a:lnTo>
                  <a:pt x="94742" y="471931"/>
                </a:lnTo>
                <a:lnTo>
                  <a:pt x="93979" y="469518"/>
                </a:lnTo>
                <a:lnTo>
                  <a:pt x="93091" y="466978"/>
                </a:lnTo>
                <a:lnTo>
                  <a:pt x="90424" y="465708"/>
                </a:lnTo>
                <a:close/>
              </a:path>
              <a:path extrusionOk="0" h="507364" w="435609">
                <a:moveTo>
                  <a:pt x="12260" y="492754"/>
                </a:moveTo>
                <a:lnTo>
                  <a:pt x="4572" y="495426"/>
                </a:lnTo>
                <a:lnTo>
                  <a:pt x="10795" y="500761"/>
                </a:lnTo>
                <a:lnTo>
                  <a:pt x="12260" y="492754"/>
                </a:lnTo>
                <a:close/>
              </a:path>
              <a:path extrusionOk="0" h="507364" w="435609">
                <a:moveTo>
                  <a:pt x="21110" y="489678"/>
                </a:moveTo>
                <a:lnTo>
                  <a:pt x="12260" y="492754"/>
                </a:lnTo>
                <a:lnTo>
                  <a:pt x="10795" y="500761"/>
                </a:lnTo>
                <a:lnTo>
                  <a:pt x="11611" y="500761"/>
                </a:lnTo>
                <a:lnTo>
                  <a:pt x="21110" y="489678"/>
                </a:lnTo>
                <a:close/>
              </a:path>
              <a:path extrusionOk="0" h="507364" w="435609">
                <a:moveTo>
                  <a:pt x="428371" y="0"/>
                </a:moveTo>
                <a:lnTo>
                  <a:pt x="13952" y="483508"/>
                </a:lnTo>
                <a:lnTo>
                  <a:pt x="12260" y="492754"/>
                </a:lnTo>
                <a:lnTo>
                  <a:pt x="21110" y="489678"/>
                </a:lnTo>
                <a:lnTo>
                  <a:pt x="435609"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8" name="Google Shape;1048;p51"/>
          <p:cNvSpPr/>
          <p:nvPr/>
        </p:nvSpPr>
        <p:spPr>
          <a:xfrm>
            <a:off x="7736713" y="2777870"/>
            <a:ext cx="436245" cy="507365"/>
          </a:xfrm>
          <a:custGeom>
            <a:rect b="b" l="l" r="r" t="t"/>
            <a:pathLst>
              <a:path extrusionOk="0" h="507364" w="436245">
                <a:moveTo>
                  <a:pt x="345312" y="465708"/>
                </a:moveTo>
                <a:lnTo>
                  <a:pt x="342518" y="466978"/>
                </a:lnTo>
                <a:lnTo>
                  <a:pt x="341756" y="469518"/>
                </a:lnTo>
                <a:lnTo>
                  <a:pt x="340867" y="471931"/>
                </a:lnTo>
                <a:lnTo>
                  <a:pt x="342137" y="474599"/>
                </a:lnTo>
                <a:lnTo>
                  <a:pt x="435736" y="507111"/>
                </a:lnTo>
                <a:lnTo>
                  <a:pt x="434990"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1"/>
                </a:lnTo>
                <a:lnTo>
                  <a:pt x="424814" y="500761"/>
                </a:lnTo>
                <a:lnTo>
                  <a:pt x="423354" y="492716"/>
                </a:lnTo>
                <a:lnTo>
                  <a:pt x="414456" y="489628"/>
                </a:lnTo>
                <a:close/>
              </a:path>
              <a:path extrusionOk="0" h="507364" w="436245">
                <a:moveTo>
                  <a:pt x="415416" y="408050"/>
                </a:moveTo>
                <a:lnTo>
                  <a:pt x="412876" y="408431"/>
                </a:lnTo>
                <a:lnTo>
                  <a:pt x="410209" y="408939"/>
                </a:lnTo>
                <a:lnTo>
                  <a:pt x="408558" y="411479"/>
                </a:lnTo>
                <a:lnTo>
                  <a:pt x="409066" y="414019"/>
                </a:lnTo>
                <a:lnTo>
                  <a:pt x="421656" y="483363"/>
                </a:lnTo>
                <a:lnTo>
                  <a:pt x="433196" y="496824"/>
                </a:lnTo>
                <a:lnTo>
                  <a:pt x="425957" y="503046"/>
                </a:lnTo>
                <a:lnTo>
                  <a:pt x="434990" y="503046"/>
                </a:lnTo>
                <a:lnTo>
                  <a:pt x="418337" y="412368"/>
                </a:lnTo>
                <a:lnTo>
                  <a:pt x="417956" y="409701"/>
                </a:lnTo>
                <a:lnTo>
                  <a:pt x="415416" y="408050"/>
                </a:lnTo>
                <a:close/>
              </a:path>
              <a:path extrusionOk="0" h="507364" w="436245">
                <a:moveTo>
                  <a:pt x="423354" y="492716"/>
                </a:moveTo>
                <a:lnTo>
                  <a:pt x="424814" y="500761"/>
                </a:lnTo>
                <a:lnTo>
                  <a:pt x="431164" y="495426"/>
                </a:lnTo>
                <a:lnTo>
                  <a:pt x="423354" y="492716"/>
                </a:lnTo>
                <a:close/>
              </a:path>
              <a:path extrusionOk="0" h="507364" w="436245">
                <a:moveTo>
                  <a:pt x="421656" y="483363"/>
                </a:moveTo>
                <a:lnTo>
                  <a:pt x="423354" y="492716"/>
                </a:lnTo>
                <a:lnTo>
                  <a:pt x="431164" y="495426"/>
                </a:lnTo>
                <a:lnTo>
                  <a:pt x="424814" y="500761"/>
                </a:lnTo>
                <a:lnTo>
                  <a:pt x="428617" y="500761"/>
                </a:lnTo>
                <a:lnTo>
                  <a:pt x="433196" y="496824"/>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9" name="Google Shape;1049;p51"/>
          <p:cNvSpPr txBox="1"/>
          <p:nvPr/>
        </p:nvSpPr>
        <p:spPr>
          <a:xfrm>
            <a:off x="7083552"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
        <p:nvSpPr>
          <p:cNvPr id="1050" name="Google Shape;1050;p51"/>
          <p:cNvSpPr txBox="1"/>
          <p:nvPr/>
        </p:nvSpPr>
        <p:spPr>
          <a:xfrm>
            <a:off x="8091678"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54" name="Shape 1054"/>
        <p:cNvGrpSpPr/>
        <p:nvPr/>
      </p:nvGrpSpPr>
      <p:grpSpPr>
        <a:xfrm>
          <a:off x="0" y="0"/>
          <a:ext cx="0" cy="0"/>
          <a:chOff x="0" y="0"/>
          <a:chExt cx="0" cy="0"/>
        </a:xfrm>
      </p:grpSpPr>
      <p:sp>
        <p:nvSpPr>
          <p:cNvPr id="1055" name="Google Shape;1055;p52"/>
          <p:cNvSpPr txBox="1"/>
          <p:nvPr>
            <p:ph type="title"/>
          </p:nvPr>
        </p:nvSpPr>
        <p:spPr>
          <a:xfrm>
            <a:off x="2201672" y="462279"/>
            <a:ext cx="47390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Pythagoras</a:t>
            </a:r>
            <a:endParaRPr/>
          </a:p>
        </p:txBody>
      </p:sp>
      <p:graphicFrame>
        <p:nvGraphicFramePr>
          <p:cNvPr id="1056" name="Google Shape;1056;p52"/>
          <p:cNvGraphicFramePr/>
          <p:nvPr/>
        </p:nvGraphicFramePr>
        <p:xfrm>
          <a:off x="516890" y="1661408"/>
          <a:ext cx="3000000" cy="3000000"/>
        </p:xfrm>
        <a:graphic>
          <a:graphicData uri="http://schemas.openxmlformats.org/drawingml/2006/table">
            <a:tbl>
              <a:tblPr bandRow="1" firstRow="1">
                <a:noFill/>
                <a:tableStyleId>{A208092A-0E1D-4A29-AAB8-C88494F253AD}</a:tableStyleId>
              </a:tblPr>
              <a:tblGrid>
                <a:gridCol w="671200"/>
                <a:gridCol w="548000"/>
                <a:gridCol w="547375"/>
                <a:gridCol w="548000"/>
                <a:gridCol w="488325"/>
              </a:tblGrid>
              <a:tr h="392100">
                <a:tc>
                  <a:txBody>
                    <a:bodyPr/>
                    <a:lstStyle/>
                    <a:p>
                      <a:pPr indent="0" lvl="0" marL="0" marR="5080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x;</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R1</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y;</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R2</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z;</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R3</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3921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p;</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R4</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bl>
          </a:graphicData>
        </a:graphic>
      </p:graphicFrame>
      <p:sp>
        <p:nvSpPr>
          <p:cNvPr id="1057" name="Google Shape;1057;p52"/>
          <p:cNvSpPr txBox="1"/>
          <p:nvPr/>
        </p:nvSpPr>
        <p:spPr>
          <a:xfrm>
            <a:off x="535940" y="3280145"/>
            <a:ext cx="2947035" cy="3098800"/>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x = 3;</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8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y = 4;</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z = 5;</a:t>
            </a:r>
            <a:endParaRPr b="0" i="0" sz="2400" u="none" cap="none" strike="noStrike">
              <a:solidFill>
                <a:srgbClr val="000000"/>
              </a:solidFill>
              <a:latin typeface="Courier New"/>
              <a:ea typeface="Courier New"/>
              <a:cs typeface="Courier New"/>
              <a:sym typeface="Courier New"/>
            </a:endParaRPr>
          </a:p>
          <a:p>
            <a:pPr indent="-182880" lvl="0" marL="194945" marR="5080" rtl="0" algn="l">
              <a:lnSpc>
                <a:spcPct val="12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if(x*x+y*y==</a:t>
            </a:r>
            <a:r>
              <a:rPr b="1" i="0" lang="en-US" sz="2400" u="none" cap="none" strike="noStrike">
                <a:solidFill>
                  <a:srgbClr val="000000"/>
                </a:solidFill>
                <a:latin typeface="Courier New"/>
                <a:ea typeface="Courier New"/>
                <a:cs typeface="Courier New"/>
                <a:sym typeface="Courier New"/>
              </a:rPr>
              <a:t>z*z</a:t>
            </a:r>
            <a:r>
              <a:rPr b="0" i="0" lang="en-US" sz="2400" u="none" cap="none" strike="noStrike">
                <a:solidFill>
                  <a:srgbClr val="000000"/>
                </a:solidFill>
                <a:latin typeface="Courier New"/>
                <a:ea typeface="Courier New"/>
                <a:cs typeface="Courier New"/>
                <a:sym typeface="Courier New"/>
              </a:rPr>
              <a:t>)  p=1;</a:t>
            </a:r>
            <a:endParaRPr b="0" i="0" sz="2400" u="none" cap="none" strike="noStrike">
              <a:solidFill>
                <a:srgbClr val="000000"/>
              </a:solidFill>
              <a:latin typeface="Courier New"/>
              <a:ea typeface="Courier New"/>
              <a:cs typeface="Courier New"/>
              <a:sym typeface="Courier New"/>
            </a:endParaRPr>
          </a:p>
          <a:p>
            <a:pPr indent="-182880" lvl="0" marL="194945" marR="2012950" rtl="0" algn="l">
              <a:lnSpc>
                <a:spcPct val="144166"/>
              </a:lnSpc>
              <a:spcBef>
                <a:spcPts val="204"/>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else  p=0;</a:t>
            </a:r>
            <a:endParaRPr b="0" i="0" sz="2400" u="none" cap="none" strike="noStrike">
              <a:solidFill>
                <a:srgbClr val="000000"/>
              </a:solidFill>
              <a:latin typeface="Courier New"/>
              <a:ea typeface="Courier New"/>
              <a:cs typeface="Courier New"/>
              <a:sym typeface="Courier New"/>
            </a:endParaRPr>
          </a:p>
        </p:txBody>
      </p:sp>
      <p:sp>
        <p:nvSpPr>
          <p:cNvPr id="1058" name="Google Shape;1058;p52"/>
          <p:cNvSpPr txBox="1"/>
          <p:nvPr/>
        </p:nvSpPr>
        <p:spPr>
          <a:xfrm>
            <a:off x="6727697" y="1635252"/>
            <a:ext cx="29845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59" name="Google Shape;1059;p52"/>
          <p:cNvSpPr/>
          <p:nvPr/>
        </p:nvSpPr>
        <p:spPr>
          <a:xfrm>
            <a:off x="6156197" y="1913889"/>
            <a:ext cx="579755" cy="723265"/>
          </a:xfrm>
          <a:custGeom>
            <a:rect b="b" l="l" r="r" t="t"/>
            <a:pathLst>
              <a:path extrusionOk="0" h="723264" w="579754">
                <a:moveTo>
                  <a:pt x="16890" y="623315"/>
                </a:moveTo>
                <a:lnTo>
                  <a:pt x="14477" y="625094"/>
                </a:lnTo>
                <a:lnTo>
                  <a:pt x="0" y="723011"/>
                </a:lnTo>
                <a:lnTo>
                  <a:pt x="11198" y="718693"/>
                </a:lnTo>
                <a:lnTo>
                  <a:pt x="9525" y="718693"/>
                </a:lnTo>
                <a:lnTo>
                  <a:pt x="2159" y="712724"/>
                </a:lnTo>
                <a:lnTo>
                  <a:pt x="13119" y="699021"/>
                </a:lnTo>
                <a:lnTo>
                  <a:pt x="23875" y="626490"/>
                </a:lnTo>
                <a:lnTo>
                  <a:pt x="22098" y="624077"/>
                </a:lnTo>
                <a:lnTo>
                  <a:pt x="16890" y="623315"/>
                </a:lnTo>
                <a:close/>
              </a:path>
              <a:path extrusionOk="0" h="723264" w="579754">
                <a:moveTo>
                  <a:pt x="13119" y="699021"/>
                </a:moveTo>
                <a:lnTo>
                  <a:pt x="2159" y="712724"/>
                </a:lnTo>
                <a:lnTo>
                  <a:pt x="9525" y="718693"/>
                </a:lnTo>
                <a:lnTo>
                  <a:pt x="11353" y="716407"/>
                </a:lnTo>
                <a:lnTo>
                  <a:pt x="10540" y="716407"/>
                </a:lnTo>
                <a:lnTo>
                  <a:pt x="4190" y="711200"/>
                </a:lnTo>
                <a:lnTo>
                  <a:pt x="11745" y="708285"/>
                </a:lnTo>
                <a:lnTo>
                  <a:pt x="13119" y="699021"/>
                </a:lnTo>
                <a:close/>
              </a:path>
              <a:path extrusionOk="0" h="723264" w="579754">
                <a:moveTo>
                  <a:pt x="88900" y="678561"/>
                </a:moveTo>
                <a:lnTo>
                  <a:pt x="86487" y="679450"/>
                </a:lnTo>
                <a:lnTo>
                  <a:pt x="20578" y="704877"/>
                </a:lnTo>
                <a:lnTo>
                  <a:pt x="9525" y="718693"/>
                </a:lnTo>
                <a:lnTo>
                  <a:pt x="11198" y="718693"/>
                </a:lnTo>
                <a:lnTo>
                  <a:pt x="89915" y="688339"/>
                </a:lnTo>
                <a:lnTo>
                  <a:pt x="92328" y="687451"/>
                </a:lnTo>
                <a:lnTo>
                  <a:pt x="93599" y="684657"/>
                </a:lnTo>
                <a:lnTo>
                  <a:pt x="92582" y="682244"/>
                </a:lnTo>
                <a:lnTo>
                  <a:pt x="91693" y="679704"/>
                </a:lnTo>
                <a:lnTo>
                  <a:pt x="88900" y="678561"/>
                </a:lnTo>
                <a:close/>
              </a:path>
              <a:path extrusionOk="0" h="723264" w="579754">
                <a:moveTo>
                  <a:pt x="11745" y="708285"/>
                </a:moveTo>
                <a:lnTo>
                  <a:pt x="4190" y="711200"/>
                </a:lnTo>
                <a:lnTo>
                  <a:pt x="10540" y="716407"/>
                </a:lnTo>
                <a:lnTo>
                  <a:pt x="11745" y="708285"/>
                </a:lnTo>
                <a:close/>
              </a:path>
              <a:path extrusionOk="0" h="723264" w="579754">
                <a:moveTo>
                  <a:pt x="20578" y="704877"/>
                </a:moveTo>
                <a:lnTo>
                  <a:pt x="11745" y="708285"/>
                </a:lnTo>
                <a:lnTo>
                  <a:pt x="10540" y="716407"/>
                </a:lnTo>
                <a:lnTo>
                  <a:pt x="11353" y="716407"/>
                </a:lnTo>
                <a:lnTo>
                  <a:pt x="20578" y="704877"/>
                </a:lnTo>
                <a:close/>
              </a:path>
              <a:path extrusionOk="0" h="723264" w="579754">
                <a:moveTo>
                  <a:pt x="572261" y="0"/>
                </a:moveTo>
                <a:lnTo>
                  <a:pt x="13119" y="699021"/>
                </a:lnTo>
                <a:lnTo>
                  <a:pt x="11745" y="708285"/>
                </a:lnTo>
                <a:lnTo>
                  <a:pt x="20578" y="704877"/>
                </a:lnTo>
                <a:lnTo>
                  <a:pt x="579754" y="5969"/>
                </a:lnTo>
                <a:lnTo>
                  <a:pt x="57226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0" name="Google Shape;1060;p52"/>
          <p:cNvSpPr txBox="1"/>
          <p:nvPr/>
        </p:nvSpPr>
        <p:spPr>
          <a:xfrm>
            <a:off x="6079490" y="2643632"/>
            <a:ext cx="298450" cy="574040"/>
          </a:xfrm>
          <a:prstGeom prst="rect">
            <a:avLst/>
          </a:prstGeom>
          <a:noFill/>
          <a:ln>
            <a:noFill/>
          </a:ln>
        </p:spPr>
        <p:txBody>
          <a:bodyPr anchorCtr="0" anchor="t" bIns="0" lIns="0" spcFirstLastPara="1" rIns="0" wrap="square" tIns="12700">
            <a:spAutoFit/>
          </a:bodyPr>
          <a:lstStyle/>
          <a:p>
            <a:pPr indent="67310" lvl="0" marL="12700" marR="508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  R5</a:t>
            </a:r>
            <a:endParaRPr b="0" i="0" sz="1800" u="none" cap="none" strike="noStrike">
              <a:solidFill>
                <a:srgbClr val="000000"/>
              </a:solidFill>
              <a:latin typeface="Courier New"/>
              <a:ea typeface="Courier New"/>
              <a:cs typeface="Courier New"/>
              <a:sym typeface="Courier New"/>
            </a:endParaRPr>
          </a:p>
        </p:txBody>
      </p:sp>
      <p:sp>
        <p:nvSpPr>
          <p:cNvPr id="1061" name="Google Shape;1061;p52"/>
          <p:cNvSpPr/>
          <p:nvPr/>
        </p:nvSpPr>
        <p:spPr>
          <a:xfrm>
            <a:off x="5508116" y="2850007"/>
            <a:ext cx="579755" cy="723265"/>
          </a:xfrm>
          <a:custGeom>
            <a:rect b="b" l="l" r="r" t="t"/>
            <a:pathLst>
              <a:path extrusionOk="0" h="723264" w="579754">
                <a:moveTo>
                  <a:pt x="16891" y="623315"/>
                </a:moveTo>
                <a:lnTo>
                  <a:pt x="14478" y="625093"/>
                </a:lnTo>
                <a:lnTo>
                  <a:pt x="0" y="723010"/>
                </a:lnTo>
                <a:lnTo>
                  <a:pt x="11527" y="718565"/>
                </a:lnTo>
                <a:lnTo>
                  <a:pt x="9652" y="718565"/>
                </a:lnTo>
                <a:lnTo>
                  <a:pt x="2159" y="712723"/>
                </a:lnTo>
                <a:lnTo>
                  <a:pt x="13100" y="699048"/>
                </a:lnTo>
                <a:lnTo>
                  <a:pt x="23875" y="626490"/>
                </a:lnTo>
                <a:lnTo>
                  <a:pt x="22098" y="624077"/>
                </a:lnTo>
                <a:lnTo>
                  <a:pt x="16891" y="623315"/>
                </a:lnTo>
                <a:close/>
              </a:path>
              <a:path extrusionOk="0" h="723264" w="579754">
                <a:moveTo>
                  <a:pt x="13100" y="699048"/>
                </a:moveTo>
                <a:lnTo>
                  <a:pt x="2159" y="712723"/>
                </a:lnTo>
                <a:lnTo>
                  <a:pt x="9652" y="718565"/>
                </a:lnTo>
                <a:lnTo>
                  <a:pt x="11480" y="716279"/>
                </a:lnTo>
                <a:lnTo>
                  <a:pt x="10541" y="716279"/>
                </a:lnTo>
                <a:lnTo>
                  <a:pt x="4191" y="711200"/>
                </a:lnTo>
                <a:lnTo>
                  <a:pt x="11727" y="708292"/>
                </a:lnTo>
                <a:lnTo>
                  <a:pt x="13100" y="699048"/>
                </a:lnTo>
                <a:close/>
              </a:path>
              <a:path extrusionOk="0" h="723264" w="579754">
                <a:moveTo>
                  <a:pt x="88900" y="678560"/>
                </a:moveTo>
                <a:lnTo>
                  <a:pt x="86487" y="679450"/>
                </a:lnTo>
                <a:lnTo>
                  <a:pt x="20611" y="704864"/>
                </a:lnTo>
                <a:lnTo>
                  <a:pt x="9652" y="718565"/>
                </a:lnTo>
                <a:lnTo>
                  <a:pt x="11527" y="718565"/>
                </a:lnTo>
                <a:lnTo>
                  <a:pt x="89916" y="688339"/>
                </a:lnTo>
                <a:lnTo>
                  <a:pt x="92329" y="687451"/>
                </a:lnTo>
                <a:lnTo>
                  <a:pt x="93599" y="684656"/>
                </a:lnTo>
                <a:lnTo>
                  <a:pt x="92583" y="682243"/>
                </a:lnTo>
                <a:lnTo>
                  <a:pt x="91694" y="679703"/>
                </a:lnTo>
                <a:lnTo>
                  <a:pt x="88900" y="678560"/>
                </a:lnTo>
                <a:close/>
              </a:path>
              <a:path extrusionOk="0" h="723264" w="579754">
                <a:moveTo>
                  <a:pt x="11727" y="708292"/>
                </a:moveTo>
                <a:lnTo>
                  <a:pt x="4191" y="711200"/>
                </a:lnTo>
                <a:lnTo>
                  <a:pt x="10541" y="716279"/>
                </a:lnTo>
                <a:lnTo>
                  <a:pt x="11727" y="708292"/>
                </a:lnTo>
                <a:close/>
              </a:path>
              <a:path extrusionOk="0" h="723264" w="579754">
                <a:moveTo>
                  <a:pt x="20611" y="704864"/>
                </a:moveTo>
                <a:lnTo>
                  <a:pt x="11727" y="708292"/>
                </a:lnTo>
                <a:lnTo>
                  <a:pt x="10541" y="716279"/>
                </a:lnTo>
                <a:lnTo>
                  <a:pt x="11480" y="716279"/>
                </a:lnTo>
                <a:lnTo>
                  <a:pt x="20611" y="704864"/>
                </a:lnTo>
                <a:close/>
              </a:path>
              <a:path extrusionOk="0" h="723264" w="579754">
                <a:moveTo>
                  <a:pt x="572388" y="0"/>
                </a:moveTo>
                <a:lnTo>
                  <a:pt x="13100" y="699048"/>
                </a:lnTo>
                <a:lnTo>
                  <a:pt x="11727" y="708292"/>
                </a:lnTo>
                <a:lnTo>
                  <a:pt x="20611" y="704864"/>
                </a:lnTo>
                <a:lnTo>
                  <a:pt x="579755" y="5841"/>
                </a:lnTo>
                <a:lnTo>
                  <a:pt x="57238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2" name="Google Shape;1062;p52"/>
          <p:cNvSpPr txBox="1"/>
          <p:nvPr/>
        </p:nvSpPr>
        <p:spPr>
          <a:xfrm>
            <a:off x="5439917" y="3579876"/>
            <a:ext cx="13779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63" name="Google Shape;1063;p52"/>
          <p:cNvSpPr txBox="1"/>
          <p:nvPr/>
        </p:nvSpPr>
        <p:spPr>
          <a:xfrm>
            <a:off x="5372100" y="3854195"/>
            <a:ext cx="27368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R5</a:t>
            </a:r>
            <a:endParaRPr b="0" i="0" sz="1800" u="none" cap="none" strike="noStrike">
              <a:solidFill>
                <a:srgbClr val="000000"/>
              </a:solidFill>
              <a:latin typeface="Courier New"/>
              <a:ea typeface="Courier New"/>
              <a:cs typeface="Courier New"/>
              <a:sym typeface="Courier New"/>
            </a:endParaRPr>
          </a:p>
        </p:txBody>
      </p:sp>
      <p:sp>
        <p:nvSpPr>
          <p:cNvPr id="1064" name="Google Shape;1064;p52"/>
          <p:cNvSpPr/>
          <p:nvPr/>
        </p:nvSpPr>
        <p:spPr>
          <a:xfrm>
            <a:off x="5004053" y="3785996"/>
            <a:ext cx="435609" cy="507365"/>
          </a:xfrm>
          <a:custGeom>
            <a:rect b="b" l="l" r="r" t="t"/>
            <a:pathLst>
              <a:path extrusionOk="0" h="507364" w="435610">
                <a:moveTo>
                  <a:pt x="20193" y="408050"/>
                </a:moveTo>
                <a:lnTo>
                  <a:pt x="17780" y="409701"/>
                </a:lnTo>
                <a:lnTo>
                  <a:pt x="17272" y="412241"/>
                </a:lnTo>
                <a:lnTo>
                  <a:pt x="0" y="507110"/>
                </a:lnTo>
                <a:lnTo>
                  <a:pt x="11702" y="503046"/>
                </a:lnTo>
                <a:lnTo>
                  <a:pt x="9779" y="503046"/>
                </a:lnTo>
                <a:lnTo>
                  <a:pt x="2540" y="496823"/>
                </a:lnTo>
                <a:lnTo>
                  <a:pt x="13952" y="483508"/>
                </a:lnTo>
                <a:lnTo>
                  <a:pt x="26670" y="414019"/>
                </a:lnTo>
                <a:lnTo>
                  <a:pt x="27178" y="411479"/>
                </a:lnTo>
                <a:lnTo>
                  <a:pt x="25400" y="408939"/>
                </a:lnTo>
                <a:lnTo>
                  <a:pt x="22860" y="408431"/>
                </a:lnTo>
                <a:lnTo>
                  <a:pt x="20193" y="408050"/>
                </a:lnTo>
                <a:close/>
              </a:path>
              <a:path extrusionOk="0" h="507364" w="435610">
                <a:moveTo>
                  <a:pt x="13952" y="483508"/>
                </a:moveTo>
                <a:lnTo>
                  <a:pt x="2540" y="496823"/>
                </a:lnTo>
                <a:lnTo>
                  <a:pt x="9779" y="503046"/>
                </a:lnTo>
                <a:lnTo>
                  <a:pt x="11737" y="500760"/>
                </a:lnTo>
                <a:lnTo>
                  <a:pt x="10795" y="500760"/>
                </a:lnTo>
                <a:lnTo>
                  <a:pt x="4572" y="495426"/>
                </a:lnTo>
                <a:lnTo>
                  <a:pt x="12260" y="492754"/>
                </a:lnTo>
                <a:lnTo>
                  <a:pt x="13952" y="483508"/>
                </a:lnTo>
                <a:close/>
              </a:path>
              <a:path extrusionOk="0" h="507364" w="435610">
                <a:moveTo>
                  <a:pt x="90424" y="465708"/>
                </a:moveTo>
                <a:lnTo>
                  <a:pt x="87884" y="466470"/>
                </a:lnTo>
                <a:lnTo>
                  <a:pt x="21286" y="489617"/>
                </a:lnTo>
                <a:lnTo>
                  <a:pt x="9779" y="503046"/>
                </a:lnTo>
                <a:lnTo>
                  <a:pt x="11702" y="503046"/>
                </a:lnTo>
                <a:lnTo>
                  <a:pt x="91059" y="475488"/>
                </a:lnTo>
                <a:lnTo>
                  <a:pt x="93472" y="474598"/>
                </a:lnTo>
                <a:lnTo>
                  <a:pt x="94869" y="471931"/>
                </a:lnTo>
                <a:lnTo>
                  <a:pt x="93980" y="469391"/>
                </a:lnTo>
                <a:lnTo>
                  <a:pt x="93091" y="466978"/>
                </a:lnTo>
                <a:lnTo>
                  <a:pt x="90424" y="465708"/>
                </a:lnTo>
                <a:close/>
              </a:path>
              <a:path extrusionOk="0" h="507364" w="435610">
                <a:moveTo>
                  <a:pt x="12260" y="492754"/>
                </a:moveTo>
                <a:lnTo>
                  <a:pt x="4572" y="495426"/>
                </a:lnTo>
                <a:lnTo>
                  <a:pt x="10795" y="500760"/>
                </a:lnTo>
                <a:lnTo>
                  <a:pt x="12260" y="492754"/>
                </a:lnTo>
                <a:close/>
              </a:path>
              <a:path extrusionOk="0" h="507364" w="435610">
                <a:moveTo>
                  <a:pt x="21286" y="489617"/>
                </a:moveTo>
                <a:lnTo>
                  <a:pt x="12260" y="492754"/>
                </a:lnTo>
                <a:lnTo>
                  <a:pt x="10795" y="500760"/>
                </a:lnTo>
                <a:lnTo>
                  <a:pt x="11737" y="500760"/>
                </a:lnTo>
                <a:lnTo>
                  <a:pt x="21286" y="489617"/>
                </a:lnTo>
                <a:close/>
              </a:path>
              <a:path extrusionOk="0" h="507364" w="435610">
                <a:moveTo>
                  <a:pt x="428371" y="0"/>
                </a:moveTo>
                <a:lnTo>
                  <a:pt x="13952" y="483508"/>
                </a:lnTo>
                <a:lnTo>
                  <a:pt x="12260" y="492754"/>
                </a:lnTo>
                <a:lnTo>
                  <a:pt x="21286" y="489617"/>
                </a:lnTo>
                <a:lnTo>
                  <a:pt x="435610"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5" name="Google Shape;1065;p52"/>
          <p:cNvSpPr/>
          <p:nvPr/>
        </p:nvSpPr>
        <p:spPr>
          <a:xfrm>
            <a:off x="7016495" y="1841880"/>
            <a:ext cx="580390" cy="723265"/>
          </a:xfrm>
          <a:custGeom>
            <a:rect b="b" l="l" r="r" t="t"/>
            <a:pathLst>
              <a:path extrusionOk="0" h="723264" w="580390">
                <a:moveTo>
                  <a:pt x="490854" y="678561"/>
                </a:moveTo>
                <a:lnTo>
                  <a:pt x="488187" y="679704"/>
                </a:lnTo>
                <a:lnTo>
                  <a:pt x="487172" y="682244"/>
                </a:lnTo>
                <a:lnTo>
                  <a:pt x="486282" y="684657"/>
                </a:lnTo>
                <a:lnTo>
                  <a:pt x="487425" y="687451"/>
                </a:lnTo>
                <a:lnTo>
                  <a:pt x="489965" y="688340"/>
                </a:lnTo>
                <a:lnTo>
                  <a:pt x="579881" y="723011"/>
                </a:lnTo>
                <a:lnTo>
                  <a:pt x="579243" y="718693"/>
                </a:lnTo>
                <a:lnTo>
                  <a:pt x="570229" y="718693"/>
                </a:lnTo>
                <a:lnTo>
                  <a:pt x="559120" y="704806"/>
                </a:lnTo>
                <a:lnTo>
                  <a:pt x="493395" y="679450"/>
                </a:lnTo>
                <a:lnTo>
                  <a:pt x="490854" y="678561"/>
                </a:lnTo>
                <a:close/>
              </a:path>
              <a:path extrusionOk="0" h="723264" w="580390">
                <a:moveTo>
                  <a:pt x="559120" y="704806"/>
                </a:moveTo>
                <a:lnTo>
                  <a:pt x="570229" y="718693"/>
                </a:lnTo>
                <a:lnTo>
                  <a:pt x="573099" y="716407"/>
                </a:lnTo>
                <a:lnTo>
                  <a:pt x="569213" y="716407"/>
                </a:lnTo>
                <a:lnTo>
                  <a:pt x="568014" y="708238"/>
                </a:lnTo>
                <a:lnTo>
                  <a:pt x="559120" y="704806"/>
                </a:lnTo>
                <a:close/>
              </a:path>
              <a:path extrusionOk="0" h="723264" w="580390">
                <a:moveTo>
                  <a:pt x="562990" y="623316"/>
                </a:moveTo>
                <a:lnTo>
                  <a:pt x="557783" y="624078"/>
                </a:lnTo>
                <a:lnTo>
                  <a:pt x="556005" y="626491"/>
                </a:lnTo>
                <a:lnTo>
                  <a:pt x="566637" y="698868"/>
                </a:lnTo>
                <a:lnTo>
                  <a:pt x="577723" y="712724"/>
                </a:lnTo>
                <a:lnTo>
                  <a:pt x="570229" y="718693"/>
                </a:lnTo>
                <a:lnTo>
                  <a:pt x="579243" y="718693"/>
                </a:lnTo>
                <a:lnTo>
                  <a:pt x="565403" y="625094"/>
                </a:lnTo>
                <a:lnTo>
                  <a:pt x="562990" y="623316"/>
                </a:lnTo>
                <a:close/>
              </a:path>
              <a:path extrusionOk="0" h="723264" w="580390">
                <a:moveTo>
                  <a:pt x="568014" y="708238"/>
                </a:moveTo>
                <a:lnTo>
                  <a:pt x="569213" y="716407"/>
                </a:lnTo>
                <a:lnTo>
                  <a:pt x="575690" y="711200"/>
                </a:lnTo>
                <a:lnTo>
                  <a:pt x="568014" y="708238"/>
                </a:lnTo>
                <a:close/>
              </a:path>
              <a:path extrusionOk="0" h="723264" w="580390">
                <a:moveTo>
                  <a:pt x="566637" y="698868"/>
                </a:moveTo>
                <a:lnTo>
                  <a:pt x="568014" y="708238"/>
                </a:lnTo>
                <a:lnTo>
                  <a:pt x="575690" y="711200"/>
                </a:lnTo>
                <a:lnTo>
                  <a:pt x="569213" y="716407"/>
                </a:lnTo>
                <a:lnTo>
                  <a:pt x="573099" y="716407"/>
                </a:lnTo>
                <a:lnTo>
                  <a:pt x="577723" y="712724"/>
                </a:lnTo>
                <a:lnTo>
                  <a:pt x="566637" y="698868"/>
                </a:lnTo>
                <a:close/>
              </a:path>
              <a:path extrusionOk="0" h="723264" w="580390">
                <a:moveTo>
                  <a:pt x="7493" y="0"/>
                </a:moveTo>
                <a:lnTo>
                  <a:pt x="0" y="5969"/>
                </a:lnTo>
                <a:lnTo>
                  <a:pt x="559120" y="704806"/>
                </a:lnTo>
                <a:lnTo>
                  <a:pt x="568014" y="708238"/>
                </a:lnTo>
                <a:lnTo>
                  <a:pt x="566637" y="698868"/>
                </a:lnTo>
                <a:lnTo>
                  <a:pt x="7493"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6" name="Google Shape;1066;p52"/>
          <p:cNvSpPr/>
          <p:nvPr/>
        </p:nvSpPr>
        <p:spPr>
          <a:xfrm>
            <a:off x="6368541" y="2922016"/>
            <a:ext cx="579755" cy="723265"/>
          </a:xfrm>
          <a:custGeom>
            <a:rect b="b" l="l" r="r" t="t"/>
            <a:pathLst>
              <a:path extrusionOk="0" h="723264" w="579754">
                <a:moveTo>
                  <a:pt x="490728" y="678561"/>
                </a:moveTo>
                <a:lnTo>
                  <a:pt x="488061" y="679704"/>
                </a:lnTo>
                <a:lnTo>
                  <a:pt x="487044" y="682244"/>
                </a:lnTo>
                <a:lnTo>
                  <a:pt x="486156" y="684657"/>
                </a:lnTo>
                <a:lnTo>
                  <a:pt x="487299" y="687451"/>
                </a:lnTo>
                <a:lnTo>
                  <a:pt x="489838" y="688340"/>
                </a:lnTo>
                <a:lnTo>
                  <a:pt x="579755" y="723011"/>
                </a:lnTo>
                <a:lnTo>
                  <a:pt x="579097" y="718566"/>
                </a:lnTo>
                <a:lnTo>
                  <a:pt x="570103" y="718566"/>
                </a:lnTo>
                <a:lnTo>
                  <a:pt x="559143" y="704864"/>
                </a:lnTo>
                <a:lnTo>
                  <a:pt x="493267" y="679450"/>
                </a:lnTo>
                <a:lnTo>
                  <a:pt x="490728" y="678561"/>
                </a:lnTo>
                <a:close/>
              </a:path>
              <a:path extrusionOk="0" h="723264" w="579754">
                <a:moveTo>
                  <a:pt x="559143" y="704864"/>
                </a:moveTo>
                <a:lnTo>
                  <a:pt x="570103" y="718566"/>
                </a:lnTo>
                <a:lnTo>
                  <a:pt x="573035" y="716280"/>
                </a:lnTo>
                <a:lnTo>
                  <a:pt x="569087" y="716280"/>
                </a:lnTo>
                <a:lnTo>
                  <a:pt x="567905" y="708245"/>
                </a:lnTo>
                <a:lnTo>
                  <a:pt x="559143" y="704864"/>
                </a:lnTo>
                <a:close/>
              </a:path>
              <a:path extrusionOk="0" h="723264" w="579754">
                <a:moveTo>
                  <a:pt x="562863" y="623316"/>
                </a:moveTo>
                <a:lnTo>
                  <a:pt x="557657" y="624078"/>
                </a:lnTo>
                <a:lnTo>
                  <a:pt x="555879" y="626491"/>
                </a:lnTo>
                <a:lnTo>
                  <a:pt x="566529" y="698891"/>
                </a:lnTo>
                <a:lnTo>
                  <a:pt x="577596" y="712724"/>
                </a:lnTo>
                <a:lnTo>
                  <a:pt x="570103" y="718566"/>
                </a:lnTo>
                <a:lnTo>
                  <a:pt x="579097" y="718566"/>
                </a:lnTo>
                <a:lnTo>
                  <a:pt x="565277" y="625094"/>
                </a:lnTo>
                <a:lnTo>
                  <a:pt x="562863" y="623316"/>
                </a:lnTo>
                <a:close/>
              </a:path>
              <a:path extrusionOk="0" h="723264" w="579754">
                <a:moveTo>
                  <a:pt x="567905" y="708245"/>
                </a:moveTo>
                <a:lnTo>
                  <a:pt x="569087" y="716280"/>
                </a:lnTo>
                <a:lnTo>
                  <a:pt x="575563" y="711200"/>
                </a:lnTo>
                <a:lnTo>
                  <a:pt x="567905" y="708245"/>
                </a:lnTo>
                <a:close/>
              </a:path>
              <a:path extrusionOk="0" h="723264" w="579754">
                <a:moveTo>
                  <a:pt x="566529" y="698891"/>
                </a:moveTo>
                <a:lnTo>
                  <a:pt x="567905" y="708245"/>
                </a:lnTo>
                <a:lnTo>
                  <a:pt x="575563" y="711200"/>
                </a:lnTo>
                <a:lnTo>
                  <a:pt x="569087" y="716280"/>
                </a:lnTo>
                <a:lnTo>
                  <a:pt x="573035" y="716280"/>
                </a:lnTo>
                <a:lnTo>
                  <a:pt x="577596" y="712724"/>
                </a:lnTo>
                <a:lnTo>
                  <a:pt x="566529" y="698891"/>
                </a:lnTo>
                <a:close/>
              </a:path>
              <a:path extrusionOk="0" h="723264" w="579754">
                <a:moveTo>
                  <a:pt x="7366" y="0"/>
                </a:moveTo>
                <a:lnTo>
                  <a:pt x="0" y="5842"/>
                </a:lnTo>
                <a:lnTo>
                  <a:pt x="559143" y="704864"/>
                </a:lnTo>
                <a:lnTo>
                  <a:pt x="567905" y="708245"/>
                </a:lnTo>
                <a:lnTo>
                  <a:pt x="566529" y="698891"/>
                </a:lnTo>
                <a:lnTo>
                  <a:pt x="7366"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7" name="Google Shape;1067;p52"/>
          <p:cNvSpPr/>
          <p:nvPr/>
        </p:nvSpPr>
        <p:spPr>
          <a:xfrm>
            <a:off x="5576442" y="3785996"/>
            <a:ext cx="436245" cy="507365"/>
          </a:xfrm>
          <a:custGeom>
            <a:rect b="b" l="l" r="r" t="t"/>
            <a:pathLst>
              <a:path extrusionOk="0" h="507364" w="436245">
                <a:moveTo>
                  <a:pt x="345313" y="465708"/>
                </a:moveTo>
                <a:lnTo>
                  <a:pt x="342646" y="466978"/>
                </a:lnTo>
                <a:lnTo>
                  <a:pt x="341757" y="469391"/>
                </a:lnTo>
                <a:lnTo>
                  <a:pt x="340868" y="471931"/>
                </a:lnTo>
                <a:lnTo>
                  <a:pt x="342138" y="474598"/>
                </a:lnTo>
                <a:lnTo>
                  <a:pt x="435737" y="507110"/>
                </a:lnTo>
                <a:lnTo>
                  <a:pt x="434997" y="503046"/>
                </a:lnTo>
                <a:lnTo>
                  <a:pt x="425958" y="503046"/>
                </a:lnTo>
                <a:lnTo>
                  <a:pt x="414445" y="489616"/>
                </a:lnTo>
                <a:lnTo>
                  <a:pt x="347853" y="466470"/>
                </a:lnTo>
                <a:lnTo>
                  <a:pt x="345313" y="465708"/>
                </a:lnTo>
                <a:close/>
              </a:path>
              <a:path extrusionOk="0" h="507364" w="436245">
                <a:moveTo>
                  <a:pt x="414445" y="489616"/>
                </a:moveTo>
                <a:lnTo>
                  <a:pt x="425958" y="503046"/>
                </a:lnTo>
                <a:lnTo>
                  <a:pt x="428617" y="500760"/>
                </a:lnTo>
                <a:lnTo>
                  <a:pt x="424942" y="500760"/>
                </a:lnTo>
                <a:lnTo>
                  <a:pt x="423476" y="492754"/>
                </a:lnTo>
                <a:lnTo>
                  <a:pt x="414445" y="489616"/>
                </a:lnTo>
                <a:close/>
              </a:path>
              <a:path extrusionOk="0" h="507364" w="436245">
                <a:moveTo>
                  <a:pt x="415417" y="408050"/>
                </a:moveTo>
                <a:lnTo>
                  <a:pt x="412877" y="408431"/>
                </a:lnTo>
                <a:lnTo>
                  <a:pt x="410337" y="408939"/>
                </a:lnTo>
                <a:lnTo>
                  <a:pt x="408559" y="411479"/>
                </a:lnTo>
                <a:lnTo>
                  <a:pt x="409067" y="414019"/>
                </a:lnTo>
                <a:lnTo>
                  <a:pt x="421785" y="483514"/>
                </a:lnTo>
                <a:lnTo>
                  <a:pt x="433197" y="496823"/>
                </a:lnTo>
                <a:lnTo>
                  <a:pt x="425958" y="503046"/>
                </a:lnTo>
                <a:lnTo>
                  <a:pt x="434997" y="503046"/>
                </a:lnTo>
                <a:lnTo>
                  <a:pt x="418465" y="412241"/>
                </a:lnTo>
                <a:lnTo>
                  <a:pt x="417957" y="409701"/>
                </a:lnTo>
                <a:lnTo>
                  <a:pt x="415417" y="408050"/>
                </a:lnTo>
                <a:close/>
              </a:path>
              <a:path extrusionOk="0" h="507364" w="436245">
                <a:moveTo>
                  <a:pt x="423476" y="492754"/>
                </a:moveTo>
                <a:lnTo>
                  <a:pt x="424942" y="500760"/>
                </a:lnTo>
                <a:lnTo>
                  <a:pt x="431165" y="495426"/>
                </a:lnTo>
                <a:lnTo>
                  <a:pt x="423476" y="492754"/>
                </a:lnTo>
                <a:close/>
              </a:path>
              <a:path extrusionOk="0" h="507364" w="436245">
                <a:moveTo>
                  <a:pt x="421785" y="483514"/>
                </a:moveTo>
                <a:lnTo>
                  <a:pt x="423476" y="492754"/>
                </a:lnTo>
                <a:lnTo>
                  <a:pt x="431165" y="495426"/>
                </a:lnTo>
                <a:lnTo>
                  <a:pt x="424942" y="500760"/>
                </a:lnTo>
                <a:lnTo>
                  <a:pt x="428617" y="500760"/>
                </a:lnTo>
                <a:lnTo>
                  <a:pt x="433197" y="496823"/>
                </a:lnTo>
                <a:lnTo>
                  <a:pt x="421785" y="483514"/>
                </a:lnTo>
                <a:close/>
              </a:path>
              <a:path extrusionOk="0" h="507364" w="436245">
                <a:moveTo>
                  <a:pt x="7239" y="0"/>
                </a:moveTo>
                <a:lnTo>
                  <a:pt x="0" y="6095"/>
                </a:lnTo>
                <a:lnTo>
                  <a:pt x="414445" y="489616"/>
                </a:lnTo>
                <a:lnTo>
                  <a:pt x="423476" y="492754"/>
                </a:lnTo>
                <a:lnTo>
                  <a:pt x="421785" y="483514"/>
                </a:lnTo>
                <a:lnTo>
                  <a:pt x="7239"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8" name="Google Shape;1068;p52"/>
          <p:cNvSpPr txBox="1"/>
          <p:nvPr/>
        </p:nvSpPr>
        <p:spPr>
          <a:xfrm>
            <a:off x="492302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a:t>
            </a:r>
            <a:endParaRPr b="0" i="0" sz="1800" u="none" cap="none" strike="noStrike">
              <a:solidFill>
                <a:srgbClr val="000000"/>
              </a:solidFill>
              <a:latin typeface="Courier New"/>
              <a:ea typeface="Courier New"/>
              <a:cs typeface="Courier New"/>
              <a:sym typeface="Courier New"/>
            </a:endParaRPr>
          </a:p>
        </p:txBody>
      </p:sp>
      <p:sp>
        <p:nvSpPr>
          <p:cNvPr id="1069" name="Google Shape;1069;p52"/>
          <p:cNvSpPr txBox="1"/>
          <p:nvPr/>
        </p:nvSpPr>
        <p:spPr>
          <a:xfrm>
            <a:off x="5931408" y="4299966"/>
            <a:ext cx="5949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	y</a:t>
            </a:r>
            <a:endParaRPr b="0" i="0" sz="1800" u="none" cap="none" strike="noStrike">
              <a:solidFill>
                <a:srgbClr val="000000"/>
              </a:solidFill>
              <a:latin typeface="Courier New"/>
              <a:ea typeface="Courier New"/>
              <a:cs typeface="Courier New"/>
              <a:sym typeface="Courier New"/>
            </a:endParaRPr>
          </a:p>
        </p:txBody>
      </p:sp>
      <p:sp>
        <p:nvSpPr>
          <p:cNvPr id="1070" name="Google Shape;1070;p52"/>
          <p:cNvSpPr txBox="1"/>
          <p:nvPr/>
        </p:nvSpPr>
        <p:spPr>
          <a:xfrm>
            <a:off x="6880097" y="3579876"/>
            <a:ext cx="13779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71" name="Google Shape;1071;p52"/>
          <p:cNvSpPr txBox="1"/>
          <p:nvPr/>
        </p:nvSpPr>
        <p:spPr>
          <a:xfrm>
            <a:off x="6812280" y="3854195"/>
            <a:ext cx="27368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R6</a:t>
            </a:r>
            <a:endParaRPr b="0" i="0" sz="1800" u="none" cap="none" strike="noStrike">
              <a:solidFill>
                <a:srgbClr val="000000"/>
              </a:solidFill>
              <a:latin typeface="Courier New"/>
              <a:ea typeface="Courier New"/>
              <a:cs typeface="Courier New"/>
              <a:sym typeface="Courier New"/>
            </a:endParaRPr>
          </a:p>
        </p:txBody>
      </p:sp>
      <p:sp>
        <p:nvSpPr>
          <p:cNvPr id="1072" name="Google Shape;1072;p52"/>
          <p:cNvSpPr/>
          <p:nvPr/>
        </p:nvSpPr>
        <p:spPr>
          <a:xfrm>
            <a:off x="6444234" y="3785996"/>
            <a:ext cx="435609" cy="507365"/>
          </a:xfrm>
          <a:custGeom>
            <a:rect b="b" l="l" r="r" t="t"/>
            <a:pathLst>
              <a:path extrusionOk="0" h="507364" w="435609">
                <a:moveTo>
                  <a:pt x="20192" y="408050"/>
                </a:moveTo>
                <a:lnTo>
                  <a:pt x="17779" y="409701"/>
                </a:lnTo>
                <a:lnTo>
                  <a:pt x="17271" y="412241"/>
                </a:lnTo>
                <a:lnTo>
                  <a:pt x="0" y="507110"/>
                </a:lnTo>
                <a:lnTo>
                  <a:pt x="11702" y="503046"/>
                </a:lnTo>
                <a:lnTo>
                  <a:pt x="9778" y="503046"/>
                </a:lnTo>
                <a:lnTo>
                  <a:pt x="2539" y="496823"/>
                </a:lnTo>
                <a:lnTo>
                  <a:pt x="13952" y="483508"/>
                </a:lnTo>
                <a:lnTo>
                  <a:pt x="26669" y="414019"/>
                </a:lnTo>
                <a:lnTo>
                  <a:pt x="27050" y="411479"/>
                </a:lnTo>
                <a:lnTo>
                  <a:pt x="25400" y="408939"/>
                </a:lnTo>
                <a:lnTo>
                  <a:pt x="22860" y="408431"/>
                </a:lnTo>
                <a:lnTo>
                  <a:pt x="20192" y="408050"/>
                </a:lnTo>
                <a:close/>
              </a:path>
              <a:path extrusionOk="0" h="507364" w="435609">
                <a:moveTo>
                  <a:pt x="13952" y="483508"/>
                </a:moveTo>
                <a:lnTo>
                  <a:pt x="2539" y="496823"/>
                </a:lnTo>
                <a:lnTo>
                  <a:pt x="9778" y="503046"/>
                </a:lnTo>
                <a:lnTo>
                  <a:pt x="11737" y="500760"/>
                </a:lnTo>
                <a:lnTo>
                  <a:pt x="10794" y="500760"/>
                </a:lnTo>
                <a:lnTo>
                  <a:pt x="4571" y="495426"/>
                </a:lnTo>
                <a:lnTo>
                  <a:pt x="12260" y="492754"/>
                </a:lnTo>
                <a:lnTo>
                  <a:pt x="13952" y="483508"/>
                </a:lnTo>
                <a:close/>
              </a:path>
              <a:path extrusionOk="0" h="507364" w="435609">
                <a:moveTo>
                  <a:pt x="90423" y="465708"/>
                </a:moveTo>
                <a:lnTo>
                  <a:pt x="87884" y="466470"/>
                </a:lnTo>
                <a:lnTo>
                  <a:pt x="21286" y="489617"/>
                </a:lnTo>
                <a:lnTo>
                  <a:pt x="9778" y="503046"/>
                </a:lnTo>
                <a:lnTo>
                  <a:pt x="11702" y="503046"/>
                </a:lnTo>
                <a:lnTo>
                  <a:pt x="91059" y="475488"/>
                </a:lnTo>
                <a:lnTo>
                  <a:pt x="93471" y="474598"/>
                </a:lnTo>
                <a:lnTo>
                  <a:pt x="94868" y="471931"/>
                </a:lnTo>
                <a:lnTo>
                  <a:pt x="93980" y="469391"/>
                </a:lnTo>
                <a:lnTo>
                  <a:pt x="93090" y="466978"/>
                </a:lnTo>
                <a:lnTo>
                  <a:pt x="90423" y="465708"/>
                </a:lnTo>
                <a:close/>
              </a:path>
              <a:path extrusionOk="0" h="507364" w="435609">
                <a:moveTo>
                  <a:pt x="12260" y="492754"/>
                </a:moveTo>
                <a:lnTo>
                  <a:pt x="4571" y="495426"/>
                </a:lnTo>
                <a:lnTo>
                  <a:pt x="10794" y="500760"/>
                </a:lnTo>
                <a:lnTo>
                  <a:pt x="12260" y="492754"/>
                </a:lnTo>
                <a:close/>
              </a:path>
              <a:path extrusionOk="0" h="507364" w="435609">
                <a:moveTo>
                  <a:pt x="21286" y="489617"/>
                </a:moveTo>
                <a:lnTo>
                  <a:pt x="12260" y="492754"/>
                </a:lnTo>
                <a:lnTo>
                  <a:pt x="10794" y="500760"/>
                </a:lnTo>
                <a:lnTo>
                  <a:pt x="11737" y="500760"/>
                </a:lnTo>
                <a:lnTo>
                  <a:pt x="21286" y="489617"/>
                </a:lnTo>
                <a:close/>
              </a:path>
              <a:path extrusionOk="0" h="507364" w="435609">
                <a:moveTo>
                  <a:pt x="428370" y="0"/>
                </a:moveTo>
                <a:lnTo>
                  <a:pt x="13952" y="483508"/>
                </a:lnTo>
                <a:lnTo>
                  <a:pt x="12260" y="492754"/>
                </a:lnTo>
                <a:lnTo>
                  <a:pt x="21286" y="489617"/>
                </a:lnTo>
                <a:lnTo>
                  <a:pt x="435610" y="6095"/>
                </a:lnTo>
                <a:lnTo>
                  <a:pt x="428370"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3" name="Google Shape;1073;p52"/>
          <p:cNvSpPr/>
          <p:nvPr/>
        </p:nvSpPr>
        <p:spPr>
          <a:xfrm>
            <a:off x="7016622" y="3785996"/>
            <a:ext cx="436245" cy="507365"/>
          </a:xfrm>
          <a:custGeom>
            <a:rect b="b" l="l" r="r" t="t"/>
            <a:pathLst>
              <a:path extrusionOk="0" h="507364" w="436245">
                <a:moveTo>
                  <a:pt x="345312" y="465708"/>
                </a:moveTo>
                <a:lnTo>
                  <a:pt x="342646" y="466978"/>
                </a:lnTo>
                <a:lnTo>
                  <a:pt x="341756" y="469391"/>
                </a:lnTo>
                <a:lnTo>
                  <a:pt x="340868" y="471931"/>
                </a:lnTo>
                <a:lnTo>
                  <a:pt x="342137" y="474598"/>
                </a:lnTo>
                <a:lnTo>
                  <a:pt x="435736" y="507110"/>
                </a:lnTo>
                <a:lnTo>
                  <a:pt x="434997"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0"/>
                </a:lnTo>
                <a:lnTo>
                  <a:pt x="424815" y="500760"/>
                </a:lnTo>
                <a:lnTo>
                  <a:pt x="423354" y="492716"/>
                </a:lnTo>
                <a:lnTo>
                  <a:pt x="414456" y="489628"/>
                </a:lnTo>
                <a:close/>
              </a:path>
              <a:path extrusionOk="0" h="507364" w="436245">
                <a:moveTo>
                  <a:pt x="415417" y="408050"/>
                </a:moveTo>
                <a:lnTo>
                  <a:pt x="412876" y="408431"/>
                </a:lnTo>
                <a:lnTo>
                  <a:pt x="410336" y="408939"/>
                </a:lnTo>
                <a:lnTo>
                  <a:pt x="408558" y="411479"/>
                </a:lnTo>
                <a:lnTo>
                  <a:pt x="409067" y="414019"/>
                </a:lnTo>
                <a:lnTo>
                  <a:pt x="421656" y="483363"/>
                </a:lnTo>
                <a:lnTo>
                  <a:pt x="433197" y="496823"/>
                </a:lnTo>
                <a:lnTo>
                  <a:pt x="425957" y="503046"/>
                </a:lnTo>
                <a:lnTo>
                  <a:pt x="434997" y="503046"/>
                </a:lnTo>
                <a:lnTo>
                  <a:pt x="418465" y="412241"/>
                </a:lnTo>
                <a:lnTo>
                  <a:pt x="417956" y="409701"/>
                </a:lnTo>
                <a:lnTo>
                  <a:pt x="415417" y="408050"/>
                </a:lnTo>
                <a:close/>
              </a:path>
              <a:path extrusionOk="0" h="507364" w="436245">
                <a:moveTo>
                  <a:pt x="423354" y="492716"/>
                </a:moveTo>
                <a:lnTo>
                  <a:pt x="424815" y="500760"/>
                </a:lnTo>
                <a:lnTo>
                  <a:pt x="431165" y="495426"/>
                </a:lnTo>
                <a:lnTo>
                  <a:pt x="423354" y="492716"/>
                </a:lnTo>
                <a:close/>
              </a:path>
              <a:path extrusionOk="0" h="507364" w="436245">
                <a:moveTo>
                  <a:pt x="421656" y="483363"/>
                </a:moveTo>
                <a:lnTo>
                  <a:pt x="423354" y="492716"/>
                </a:lnTo>
                <a:lnTo>
                  <a:pt x="431165" y="495426"/>
                </a:lnTo>
                <a:lnTo>
                  <a:pt x="424815" y="500760"/>
                </a:lnTo>
                <a:lnTo>
                  <a:pt x="428617" y="500760"/>
                </a:lnTo>
                <a:lnTo>
                  <a:pt x="433197" y="496823"/>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4" name="Google Shape;1074;p52"/>
          <p:cNvSpPr txBox="1"/>
          <p:nvPr/>
        </p:nvSpPr>
        <p:spPr>
          <a:xfrm>
            <a:off x="737158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y</a:t>
            </a:r>
            <a:endParaRPr b="0" i="0" sz="1800" u="none" cap="none" strike="noStrike">
              <a:solidFill>
                <a:srgbClr val="000000"/>
              </a:solidFill>
              <a:latin typeface="Courier New"/>
              <a:ea typeface="Courier New"/>
              <a:cs typeface="Courier New"/>
              <a:sym typeface="Courier New"/>
            </a:endParaRPr>
          </a:p>
        </p:txBody>
      </p:sp>
      <p:sp>
        <p:nvSpPr>
          <p:cNvPr id="1075" name="Google Shape;1075;p52"/>
          <p:cNvSpPr txBox="1"/>
          <p:nvPr/>
        </p:nvSpPr>
        <p:spPr>
          <a:xfrm>
            <a:off x="7600188" y="2571496"/>
            <a:ext cx="13779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76" name="Google Shape;1076;p52"/>
          <p:cNvSpPr txBox="1"/>
          <p:nvPr/>
        </p:nvSpPr>
        <p:spPr>
          <a:xfrm>
            <a:off x="7532369" y="2845815"/>
            <a:ext cx="27368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R6</a:t>
            </a:r>
            <a:endParaRPr b="0" i="0" sz="1800" u="none" cap="none" strike="noStrike">
              <a:solidFill>
                <a:srgbClr val="000000"/>
              </a:solidFill>
              <a:latin typeface="Courier New"/>
              <a:ea typeface="Courier New"/>
              <a:cs typeface="Courier New"/>
              <a:sym typeface="Courier New"/>
            </a:endParaRPr>
          </a:p>
        </p:txBody>
      </p:sp>
      <p:sp>
        <p:nvSpPr>
          <p:cNvPr id="1077" name="Google Shape;1077;p52"/>
          <p:cNvSpPr/>
          <p:nvPr/>
        </p:nvSpPr>
        <p:spPr>
          <a:xfrm>
            <a:off x="7164323" y="2777870"/>
            <a:ext cx="435609" cy="507365"/>
          </a:xfrm>
          <a:custGeom>
            <a:rect b="b" l="l" r="r" t="t"/>
            <a:pathLst>
              <a:path extrusionOk="0" h="507364" w="435609">
                <a:moveTo>
                  <a:pt x="20193" y="408050"/>
                </a:moveTo>
                <a:lnTo>
                  <a:pt x="17779" y="409701"/>
                </a:lnTo>
                <a:lnTo>
                  <a:pt x="17272" y="412368"/>
                </a:lnTo>
                <a:lnTo>
                  <a:pt x="0" y="507111"/>
                </a:lnTo>
                <a:lnTo>
                  <a:pt x="11702" y="503046"/>
                </a:lnTo>
                <a:lnTo>
                  <a:pt x="9651" y="503046"/>
                </a:lnTo>
                <a:lnTo>
                  <a:pt x="2540" y="496824"/>
                </a:lnTo>
                <a:lnTo>
                  <a:pt x="13952" y="483508"/>
                </a:lnTo>
                <a:lnTo>
                  <a:pt x="26670" y="414019"/>
                </a:lnTo>
                <a:lnTo>
                  <a:pt x="27050" y="411479"/>
                </a:lnTo>
                <a:lnTo>
                  <a:pt x="25400" y="408939"/>
                </a:lnTo>
                <a:lnTo>
                  <a:pt x="22859" y="408431"/>
                </a:lnTo>
                <a:lnTo>
                  <a:pt x="20193" y="408050"/>
                </a:lnTo>
                <a:close/>
              </a:path>
              <a:path extrusionOk="0" h="507364" w="435609">
                <a:moveTo>
                  <a:pt x="13952" y="483508"/>
                </a:moveTo>
                <a:lnTo>
                  <a:pt x="2540" y="496824"/>
                </a:lnTo>
                <a:lnTo>
                  <a:pt x="9651" y="503046"/>
                </a:lnTo>
                <a:lnTo>
                  <a:pt x="11611" y="500761"/>
                </a:lnTo>
                <a:lnTo>
                  <a:pt x="10795" y="500761"/>
                </a:lnTo>
                <a:lnTo>
                  <a:pt x="4572" y="495426"/>
                </a:lnTo>
                <a:lnTo>
                  <a:pt x="12260" y="492754"/>
                </a:lnTo>
                <a:lnTo>
                  <a:pt x="13952" y="483508"/>
                </a:lnTo>
                <a:close/>
              </a:path>
              <a:path extrusionOk="0" h="507364" w="435609">
                <a:moveTo>
                  <a:pt x="90424" y="465708"/>
                </a:moveTo>
                <a:lnTo>
                  <a:pt x="87883" y="466470"/>
                </a:lnTo>
                <a:lnTo>
                  <a:pt x="21110" y="489678"/>
                </a:lnTo>
                <a:lnTo>
                  <a:pt x="9651" y="503046"/>
                </a:lnTo>
                <a:lnTo>
                  <a:pt x="11702" y="503046"/>
                </a:lnTo>
                <a:lnTo>
                  <a:pt x="91058" y="475488"/>
                </a:lnTo>
                <a:lnTo>
                  <a:pt x="93472" y="474599"/>
                </a:lnTo>
                <a:lnTo>
                  <a:pt x="94742" y="471931"/>
                </a:lnTo>
                <a:lnTo>
                  <a:pt x="93979" y="469518"/>
                </a:lnTo>
                <a:lnTo>
                  <a:pt x="93091" y="466978"/>
                </a:lnTo>
                <a:lnTo>
                  <a:pt x="90424" y="465708"/>
                </a:lnTo>
                <a:close/>
              </a:path>
              <a:path extrusionOk="0" h="507364" w="435609">
                <a:moveTo>
                  <a:pt x="12260" y="492754"/>
                </a:moveTo>
                <a:lnTo>
                  <a:pt x="4572" y="495426"/>
                </a:lnTo>
                <a:lnTo>
                  <a:pt x="10795" y="500761"/>
                </a:lnTo>
                <a:lnTo>
                  <a:pt x="12260" y="492754"/>
                </a:lnTo>
                <a:close/>
              </a:path>
              <a:path extrusionOk="0" h="507364" w="435609">
                <a:moveTo>
                  <a:pt x="21110" y="489678"/>
                </a:moveTo>
                <a:lnTo>
                  <a:pt x="12260" y="492754"/>
                </a:lnTo>
                <a:lnTo>
                  <a:pt x="10795" y="500761"/>
                </a:lnTo>
                <a:lnTo>
                  <a:pt x="11611" y="500761"/>
                </a:lnTo>
                <a:lnTo>
                  <a:pt x="21110" y="489678"/>
                </a:lnTo>
                <a:close/>
              </a:path>
              <a:path extrusionOk="0" h="507364" w="435609">
                <a:moveTo>
                  <a:pt x="428371" y="0"/>
                </a:moveTo>
                <a:lnTo>
                  <a:pt x="13952" y="483508"/>
                </a:lnTo>
                <a:lnTo>
                  <a:pt x="12260" y="492754"/>
                </a:lnTo>
                <a:lnTo>
                  <a:pt x="21110" y="489678"/>
                </a:lnTo>
                <a:lnTo>
                  <a:pt x="435609"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8" name="Google Shape;1078;p52"/>
          <p:cNvSpPr/>
          <p:nvPr/>
        </p:nvSpPr>
        <p:spPr>
          <a:xfrm>
            <a:off x="7736713" y="2777870"/>
            <a:ext cx="436245" cy="507365"/>
          </a:xfrm>
          <a:custGeom>
            <a:rect b="b" l="l" r="r" t="t"/>
            <a:pathLst>
              <a:path extrusionOk="0" h="507364" w="436245">
                <a:moveTo>
                  <a:pt x="345312" y="465708"/>
                </a:moveTo>
                <a:lnTo>
                  <a:pt x="342518" y="466978"/>
                </a:lnTo>
                <a:lnTo>
                  <a:pt x="341756" y="469518"/>
                </a:lnTo>
                <a:lnTo>
                  <a:pt x="340867" y="471931"/>
                </a:lnTo>
                <a:lnTo>
                  <a:pt x="342137" y="474599"/>
                </a:lnTo>
                <a:lnTo>
                  <a:pt x="435736" y="507111"/>
                </a:lnTo>
                <a:lnTo>
                  <a:pt x="434990"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1"/>
                </a:lnTo>
                <a:lnTo>
                  <a:pt x="424814" y="500761"/>
                </a:lnTo>
                <a:lnTo>
                  <a:pt x="423354" y="492716"/>
                </a:lnTo>
                <a:lnTo>
                  <a:pt x="414456" y="489628"/>
                </a:lnTo>
                <a:close/>
              </a:path>
              <a:path extrusionOk="0" h="507364" w="436245">
                <a:moveTo>
                  <a:pt x="415416" y="408050"/>
                </a:moveTo>
                <a:lnTo>
                  <a:pt x="412876" y="408431"/>
                </a:lnTo>
                <a:lnTo>
                  <a:pt x="410209" y="408939"/>
                </a:lnTo>
                <a:lnTo>
                  <a:pt x="408558" y="411479"/>
                </a:lnTo>
                <a:lnTo>
                  <a:pt x="409066" y="414019"/>
                </a:lnTo>
                <a:lnTo>
                  <a:pt x="421656" y="483363"/>
                </a:lnTo>
                <a:lnTo>
                  <a:pt x="433196" y="496824"/>
                </a:lnTo>
                <a:lnTo>
                  <a:pt x="425957" y="503046"/>
                </a:lnTo>
                <a:lnTo>
                  <a:pt x="434990" y="503046"/>
                </a:lnTo>
                <a:lnTo>
                  <a:pt x="418337" y="412368"/>
                </a:lnTo>
                <a:lnTo>
                  <a:pt x="417956" y="409701"/>
                </a:lnTo>
                <a:lnTo>
                  <a:pt x="415416" y="408050"/>
                </a:lnTo>
                <a:close/>
              </a:path>
              <a:path extrusionOk="0" h="507364" w="436245">
                <a:moveTo>
                  <a:pt x="423354" y="492716"/>
                </a:moveTo>
                <a:lnTo>
                  <a:pt x="424814" y="500761"/>
                </a:lnTo>
                <a:lnTo>
                  <a:pt x="431164" y="495426"/>
                </a:lnTo>
                <a:lnTo>
                  <a:pt x="423354" y="492716"/>
                </a:lnTo>
                <a:close/>
              </a:path>
              <a:path extrusionOk="0" h="507364" w="436245">
                <a:moveTo>
                  <a:pt x="421656" y="483363"/>
                </a:moveTo>
                <a:lnTo>
                  <a:pt x="423354" y="492716"/>
                </a:lnTo>
                <a:lnTo>
                  <a:pt x="431164" y="495426"/>
                </a:lnTo>
                <a:lnTo>
                  <a:pt x="424814" y="500761"/>
                </a:lnTo>
                <a:lnTo>
                  <a:pt x="428617" y="500761"/>
                </a:lnTo>
                <a:lnTo>
                  <a:pt x="433196" y="496824"/>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9" name="Google Shape;1079;p52"/>
          <p:cNvSpPr txBox="1"/>
          <p:nvPr/>
        </p:nvSpPr>
        <p:spPr>
          <a:xfrm>
            <a:off x="7083552"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
        <p:nvSpPr>
          <p:cNvPr id="1080" name="Google Shape;1080;p52"/>
          <p:cNvSpPr txBox="1"/>
          <p:nvPr/>
        </p:nvSpPr>
        <p:spPr>
          <a:xfrm>
            <a:off x="8091678"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84" name="Shape 1084"/>
        <p:cNvGrpSpPr/>
        <p:nvPr/>
      </p:nvGrpSpPr>
      <p:grpSpPr>
        <a:xfrm>
          <a:off x="0" y="0"/>
          <a:ext cx="0" cy="0"/>
          <a:chOff x="0" y="0"/>
          <a:chExt cx="0" cy="0"/>
        </a:xfrm>
      </p:grpSpPr>
      <p:sp>
        <p:nvSpPr>
          <p:cNvPr id="1085" name="Google Shape;1085;p53"/>
          <p:cNvSpPr txBox="1"/>
          <p:nvPr>
            <p:ph type="title"/>
          </p:nvPr>
        </p:nvSpPr>
        <p:spPr>
          <a:xfrm>
            <a:off x="2201672" y="462279"/>
            <a:ext cx="47390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Pythagoras</a:t>
            </a:r>
            <a:endParaRPr/>
          </a:p>
        </p:txBody>
      </p:sp>
      <p:graphicFrame>
        <p:nvGraphicFramePr>
          <p:cNvPr id="1086" name="Google Shape;1086;p53"/>
          <p:cNvGraphicFramePr/>
          <p:nvPr/>
        </p:nvGraphicFramePr>
        <p:xfrm>
          <a:off x="516890" y="1661408"/>
          <a:ext cx="3000000" cy="3000000"/>
        </p:xfrm>
        <a:graphic>
          <a:graphicData uri="http://schemas.openxmlformats.org/drawingml/2006/table">
            <a:tbl>
              <a:tblPr bandRow="1" firstRow="1">
                <a:noFill/>
                <a:tableStyleId>{A208092A-0E1D-4A29-AAB8-C88494F253AD}</a:tableStyleId>
              </a:tblPr>
              <a:tblGrid>
                <a:gridCol w="671200"/>
                <a:gridCol w="548000"/>
                <a:gridCol w="547375"/>
                <a:gridCol w="548000"/>
                <a:gridCol w="488325"/>
              </a:tblGrid>
              <a:tr h="392100">
                <a:tc>
                  <a:txBody>
                    <a:bodyPr/>
                    <a:lstStyle/>
                    <a:p>
                      <a:pPr indent="0" lvl="0" marL="0" marR="5080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x;</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R1</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y;</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R2</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4389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z;</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R3</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r h="392100">
                <a:tc>
                  <a:txBody>
                    <a:bodyPr/>
                    <a:lstStyle/>
                    <a:p>
                      <a:pPr indent="0" lvl="0" marL="0" marR="5080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int</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p;</a:t>
                      </a:r>
                      <a:endParaRPr sz="2400" u="none" cap="none" strike="noStrike">
                        <a:latin typeface="Courier New"/>
                        <a:ea typeface="Courier New"/>
                        <a:cs typeface="Courier New"/>
                        <a:sym typeface="Courier New"/>
                      </a:endParaRPr>
                    </a:p>
                  </a:txBody>
                  <a:tcPr marT="0" marB="0" marR="0" marL="0"/>
                </a:tc>
                <a:tc>
                  <a:txBody>
                    <a:bodyPr/>
                    <a:lstStyle/>
                    <a:p>
                      <a:pPr indent="0" lvl="0" marL="0"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c>
                  <a:txBody>
                    <a:bodyPr/>
                    <a:lstStyle/>
                    <a:p>
                      <a:pPr indent="0" lvl="0" marL="635" marR="0" rtl="0" algn="ct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R4</a:t>
                      </a:r>
                      <a:endParaRPr sz="24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541"/>
                        </a:lnSpc>
                        <a:spcBef>
                          <a:spcPts val="0"/>
                        </a:spcBef>
                        <a:spcAft>
                          <a:spcPts val="0"/>
                        </a:spcAft>
                        <a:buClr>
                          <a:srgbClr val="000000"/>
                        </a:buClr>
                        <a:buSzPts val="2400"/>
                        <a:buFont typeface="Arial"/>
                        <a:buNone/>
                      </a:pPr>
                      <a:r>
                        <a:rPr lang="en-US" sz="2400" u="none" cap="none" strike="noStrike">
                          <a:latin typeface="Courier New"/>
                          <a:ea typeface="Courier New"/>
                          <a:cs typeface="Courier New"/>
                          <a:sym typeface="Courier New"/>
                        </a:rPr>
                        <a:t>*/</a:t>
                      </a:r>
                      <a:endParaRPr sz="2400" u="none" cap="none" strike="noStrike">
                        <a:latin typeface="Courier New"/>
                        <a:ea typeface="Courier New"/>
                        <a:cs typeface="Courier New"/>
                        <a:sym typeface="Courier New"/>
                      </a:endParaRPr>
                    </a:p>
                  </a:txBody>
                  <a:tcPr marT="0" marB="0" marR="0" marL="0"/>
                </a:tc>
              </a:tr>
            </a:tbl>
          </a:graphicData>
        </a:graphic>
      </p:graphicFrame>
      <p:sp>
        <p:nvSpPr>
          <p:cNvPr id="1087" name="Google Shape;1087;p53"/>
          <p:cNvSpPr txBox="1"/>
          <p:nvPr/>
        </p:nvSpPr>
        <p:spPr>
          <a:xfrm>
            <a:off x="535940" y="3280145"/>
            <a:ext cx="2947035" cy="3098800"/>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x = 3;</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8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y = 4;</a:t>
            </a:r>
            <a:endParaRPr b="0" i="0" sz="24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75"/>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z = 5;</a:t>
            </a:r>
            <a:endParaRPr b="0" i="0" sz="2400" u="none" cap="none" strike="noStrike">
              <a:solidFill>
                <a:srgbClr val="000000"/>
              </a:solidFill>
              <a:latin typeface="Courier New"/>
              <a:ea typeface="Courier New"/>
              <a:cs typeface="Courier New"/>
              <a:sym typeface="Courier New"/>
            </a:endParaRPr>
          </a:p>
          <a:p>
            <a:pPr indent="-182880" lvl="0" marL="194945" marR="5080" rtl="0" algn="l">
              <a:lnSpc>
                <a:spcPct val="12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if(</a:t>
            </a:r>
            <a:r>
              <a:rPr b="1" i="0" lang="en-US" sz="2400" u="none" cap="none" strike="noStrike">
                <a:solidFill>
                  <a:srgbClr val="000000"/>
                </a:solidFill>
                <a:latin typeface="Courier New"/>
                <a:ea typeface="Courier New"/>
                <a:cs typeface="Courier New"/>
                <a:sym typeface="Courier New"/>
              </a:rPr>
              <a:t>x*x+y*y==z*z</a:t>
            </a:r>
            <a:r>
              <a:rPr b="0" i="0" lang="en-US" sz="2400" u="none" cap="none" strike="noStrike">
                <a:solidFill>
                  <a:srgbClr val="000000"/>
                </a:solidFill>
                <a:latin typeface="Courier New"/>
                <a:ea typeface="Courier New"/>
                <a:cs typeface="Courier New"/>
                <a:sym typeface="Courier New"/>
              </a:rPr>
              <a:t>)  p=1;</a:t>
            </a:r>
            <a:endParaRPr b="0" i="0" sz="2400" u="none" cap="none" strike="noStrike">
              <a:solidFill>
                <a:srgbClr val="000000"/>
              </a:solidFill>
              <a:latin typeface="Courier New"/>
              <a:ea typeface="Courier New"/>
              <a:cs typeface="Courier New"/>
              <a:sym typeface="Courier New"/>
            </a:endParaRPr>
          </a:p>
          <a:p>
            <a:pPr indent="-182880" lvl="0" marL="194945" marR="2012950" rtl="0" algn="l">
              <a:lnSpc>
                <a:spcPct val="144166"/>
              </a:lnSpc>
              <a:spcBef>
                <a:spcPts val="204"/>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else  p=0;</a:t>
            </a:r>
            <a:endParaRPr b="0" i="0" sz="2400" u="none" cap="none" strike="noStrike">
              <a:solidFill>
                <a:srgbClr val="000000"/>
              </a:solidFill>
              <a:latin typeface="Courier New"/>
              <a:ea typeface="Courier New"/>
              <a:cs typeface="Courier New"/>
              <a:sym typeface="Courier New"/>
            </a:endParaRPr>
          </a:p>
        </p:txBody>
      </p:sp>
      <p:sp>
        <p:nvSpPr>
          <p:cNvPr id="1088" name="Google Shape;1088;p53"/>
          <p:cNvSpPr txBox="1"/>
          <p:nvPr/>
        </p:nvSpPr>
        <p:spPr>
          <a:xfrm>
            <a:off x="6659118" y="1635252"/>
            <a:ext cx="436880" cy="574675"/>
          </a:xfrm>
          <a:prstGeom prst="rect">
            <a:avLst/>
          </a:prstGeom>
          <a:noFill/>
          <a:ln>
            <a:noFill/>
          </a:ln>
        </p:spPr>
        <p:txBody>
          <a:bodyPr anchorCtr="0" anchor="t" bIns="0" lIns="0" spcFirstLastPara="1" rIns="0" wrap="square" tIns="12700">
            <a:spAutoFit/>
          </a:bodyPr>
          <a:lstStyle/>
          <a:p>
            <a:pPr indent="0" lvl="0" marL="80645"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CMP</a:t>
            </a:r>
            <a:endParaRPr b="0" i="0" sz="1800" u="none" cap="none" strike="noStrike">
              <a:solidFill>
                <a:srgbClr val="000000"/>
              </a:solidFill>
              <a:latin typeface="Courier New"/>
              <a:ea typeface="Courier New"/>
              <a:cs typeface="Courier New"/>
              <a:sym typeface="Courier New"/>
            </a:endParaRPr>
          </a:p>
        </p:txBody>
      </p:sp>
      <p:sp>
        <p:nvSpPr>
          <p:cNvPr id="1089" name="Google Shape;1089;p53"/>
          <p:cNvSpPr/>
          <p:nvPr/>
        </p:nvSpPr>
        <p:spPr>
          <a:xfrm>
            <a:off x="6156197" y="1913889"/>
            <a:ext cx="579755" cy="723265"/>
          </a:xfrm>
          <a:custGeom>
            <a:rect b="b" l="l" r="r" t="t"/>
            <a:pathLst>
              <a:path extrusionOk="0" h="723264" w="579754">
                <a:moveTo>
                  <a:pt x="16890" y="623315"/>
                </a:moveTo>
                <a:lnTo>
                  <a:pt x="14477" y="625094"/>
                </a:lnTo>
                <a:lnTo>
                  <a:pt x="0" y="723011"/>
                </a:lnTo>
                <a:lnTo>
                  <a:pt x="11198" y="718693"/>
                </a:lnTo>
                <a:lnTo>
                  <a:pt x="9525" y="718693"/>
                </a:lnTo>
                <a:lnTo>
                  <a:pt x="2159" y="712724"/>
                </a:lnTo>
                <a:lnTo>
                  <a:pt x="13119" y="699021"/>
                </a:lnTo>
                <a:lnTo>
                  <a:pt x="23875" y="626490"/>
                </a:lnTo>
                <a:lnTo>
                  <a:pt x="22098" y="624077"/>
                </a:lnTo>
                <a:lnTo>
                  <a:pt x="16890" y="623315"/>
                </a:lnTo>
                <a:close/>
              </a:path>
              <a:path extrusionOk="0" h="723264" w="579754">
                <a:moveTo>
                  <a:pt x="13119" y="699021"/>
                </a:moveTo>
                <a:lnTo>
                  <a:pt x="2159" y="712724"/>
                </a:lnTo>
                <a:lnTo>
                  <a:pt x="9525" y="718693"/>
                </a:lnTo>
                <a:lnTo>
                  <a:pt x="11353" y="716407"/>
                </a:lnTo>
                <a:lnTo>
                  <a:pt x="10540" y="716407"/>
                </a:lnTo>
                <a:lnTo>
                  <a:pt x="4190" y="711200"/>
                </a:lnTo>
                <a:lnTo>
                  <a:pt x="11745" y="708285"/>
                </a:lnTo>
                <a:lnTo>
                  <a:pt x="13119" y="699021"/>
                </a:lnTo>
                <a:close/>
              </a:path>
              <a:path extrusionOk="0" h="723264" w="579754">
                <a:moveTo>
                  <a:pt x="88900" y="678561"/>
                </a:moveTo>
                <a:lnTo>
                  <a:pt x="86487" y="679450"/>
                </a:lnTo>
                <a:lnTo>
                  <a:pt x="20578" y="704877"/>
                </a:lnTo>
                <a:lnTo>
                  <a:pt x="9525" y="718693"/>
                </a:lnTo>
                <a:lnTo>
                  <a:pt x="11198" y="718693"/>
                </a:lnTo>
                <a:lnTo>
                  <a:pt x="89915" y="688339"/>
                </a:lnTo>
                <a:lnTo>
                  <a:pt x="92328" y="687451"/>
                </a:lnTo>
                <a:lnTo>
                  <a:pt x="93599" y="684657"/>
                </a:lnTo>
                <a:lnTo>
                  <a:pt x="92582" y="682244"/>
                </a:lnTo>
                <a:lnTo>
                  <a:pt x="91693" y="679704"/>
                </a:lnTo>
                <a:lnTo>
                  <a:pt x="88900" y="678561"/>
                </a:lnTo>
                <a:close/>
              </a:path>
              <a:path extrusionOk="0" h="723264" w="579754">
                <a:moveTo>
                  <a:pt x="11745" y="708285"/>
                </a:moveTo>
                <a:lnTo>
                  <a:pt x="4190" y="711200"/>
                </a:lnTo>
                <a:lnTo>
                  <a:pt x="10540" y="716407"/>
                </a:lnTo>
                <a:lnTo>
                  <a:pt x="11745" y="708285"/>
                </a:lnTo>
                <a:close/>
              </a:path>
              <a:path extrusionOk="0" h="723264" w="579754">
                <a:moveTo>
                  <a:pt x="20578" y="704877"/>
                </a:moveTo>
                <a:lnTo>
                  <a:pt x="11745" y="708285"/>
                </a:lnTo>
                <a:lnTo>
                  <a:pt x="10540" y="716407"/>
                </a:lnTo>
                <a:lnTo>
                  <a:pt x="11353" y="716407"/>
                </a:lnTo>
                <a:lnTo>
                  <a:pt x="20578" y="704877"/>
                </a:lnTo>
                <a:close/>
              </a:path>
              <a:path extrusionOk="0" h="723264" w="579754">
                <a:moveTo>
                  <a:pt x="572261" y="0"/>
                </a:moveTo>
                <a:lnTo>
                  <a:pt x="13119" y="699021"/>
                </a:lnTo>
                <a:lnTo>
                  <a:pt x="11745" y="708285"/>
                </a:lnTo>
                <a:lnTo>
                  <a:pt x="20578" y="704877"/>
                </a:lnTo>
                <a:lnTo>
                  <a:pt x="579754" y="5969"/>
                </a:lnTo>
                <a:lnTo>
                  <a:pt x="57226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0" name="Google Shape;1090;p53"/>
          <p:cNvSpPr txBox="1"/>
          <p:nvPr/>
        </p:nvSpPr>
        <p:spPr>
          <a:xfrm>
            <a:off x="6079490" y="2643632"/>
            <a:ext cx="298450" cy="574040"/>
          </a:xfrm>
          <a:prstGeom prst="rect">
            <a:avLst/>
          </a:prstGeom>
          <a:noFill/>
          <a:ln>
            <a:noFill/>
          </a:ln>
        </p:spPr>
        <p:txBody>
          <a:bodyPr anchorCtr="0" anchor="t" bIns="0" lIns="0" spcFirstLastPara="1" rIns="0" wrap="square" tIns="12700">
            <a:spAutoFit/>
          </a:bodyPr>
          <a:lstStyle/>
          <a:p>
            <a:pPr indent="67310" lvl="0" marL="12700" marR="508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  R5</a:t>
            </a:r>
            <a:endParaRPr b="0" i="0" sz="1800" u="none" cap="none" strike="noStrike">
              <a:solidFill>
                <a:srgbClr val="000000"/>
              </a:solidFill>
              <a:latin typeface="Courier New"/>
              <a:ea typeface="Courier New"/>
              <a:cs typeface="Courier New"/>
              <a:sym typeface="Courier New"/>
            </a:endParaRPr>
          </a:p>
        </p:txBody>
      </p:sp>
      <p:sp>
        <p:nvSpPr>
          <p:cNvPr id="1091" name="Google Shape;1091;p53"/>
          <p:cNvSpPr/>
          <p:nvPr/>
        </p:nvSpPr>
        <p:spPr>
          <a:xfrm>
            <a:off x="5508116" y="2850007"/>
            <a:ext cx="579755" cy="723265"/>
          </a:xfrm>
          <a:custGeom>
            <a:rect b="b" l="l" r="r" t="t"/>
            <a:pathLst>
              <a:path extrusionOk="0" h="723264" w="579754">
                <a:moveTo>
                  <a:pt x="16891" y="623315"/>
                </a:moveTo>
                <a:lnTo>
                  <a:pt x="14478" y="625093"/>
                </a:lnTo>
                <a:lnTo>
                  <a:pt x="0" y="723010"/>
                </a:lnTo>
                <a:lnTo>
                  <a:pt x="11527" y="718565"/>
                </a:lnTo>
                <a:lnTo>
                  <a:pt x="9652" y="718565"/>
                </a:lnTo>
                <a:lnTo>
                  <a:pt x="2159" y="712723"/>
                </a:lnTo>
                <a:lnTo>
                  <a:pt x="13100" y="699048"/>
                </a:lnTo>
                <a:lnTo>
                  <a:pt x="23875" y="626490"/>
                </a:lnTo>
                <a:lnTo>
                  <a:pt x="22098" y="624077"/>
                </a:lnTo>
                <a:lnTo>
                  <a:pt x="16891" y="623315"/>
                </a:lnTo>
                <a:close/>
              </a:path>
              <a:path extrusionOk="0" h="723264" w="579754">
                <a:moveTo>
                  <a:pt x="13100" y="699048"/>
                </a:moveTo>
                <a:lnTo>
                  <a:pt x="2159" y="712723"/>
                </a:lnTo>
                <a:lnTo>
                  <a:pt x="9652" y="718565"/>
                </a:lnTo>
                <a:lnTo>
                  <a:pt x="11480" y="716279"/>
                </a:lnTo>
                <a:lnTo>
                  <a:pt x="10541" y="716279"/>
                </a:lnTo>
                <a:lnTo>
                  <a:pt x="4191" y="711200"/>
                </a:lnTo>
                <a:lnTo>
                  <a:pt x="11727" y="708292"/>
                </a:lnTo>
                <a:lnTo>
                  <a:pt x="13100" y="699048"/>
                </a:lnTo>
                <a:close/>
              </a:path>
              <a:path extrusionOk="0" h="723264" w="579754">
                <a:moveTo>
                  <a:pt x="88900" y="678560"/>
                </a:moveTo>
                <a:lnTo>
                  <a:pt x="86487" y="679450"/>
                </a:lnTo>
                <a:lnTo>
                  <a:pt x="20611" y="704864"/>
                </a:lnTo>
                <a:lnTo>
                  <a:pt x="9652" y="718565"/>
                </a:lnTo>
                <a:lnTo>
                  <a:pt x="11527" y="718565"/>
                </a:lnTo>
                <a:lnTo>
                  <a:pt x="89916" y="688339"/>
                </a:lnTo>
                <a:lnTo>
                  <a:pt x="92329" y="687451"/>
                </a:lnTo>
                <a:lnTo>
                  <a:pt x="93599" y="684656"/>
                </a:lnTo>
                <a:lnTo>
                  <a:pt x="92583" y="682243"/>
                </a:lnTo>
                <a:lnTo>
                  <a:pt x="91694" y="679703"/>
                </a:lnTo>
                <a:lnTo>
                  <a:pt x="88900" y="678560"/>
                </a:lnTo>
                <a:close/>
              </a:path>
              <a:path extrusionOk="0" h="723264" w="579754">
                <a:moveTo>
                  <a:pt x="11727" y="708292"/>
                </a:moveTo>
                <a:lnTo>
                  <a:pt x="4191" y="711200"/>
                </a:lnTo>
                <a:lnTo>
                  <a:pt x="10541" y="716279"/>
                </a:lnTo>
                <a:lnTo>
                  <a:pt x="11727" y="708292"/>
                </a:lnTo>
                <a:close/>
              </a:path>
              <a:path extrusionOk="0" h="723264" w="579754">
                <a:moveTo>
                  <a:pt x="20611" y="704864"/>
                </a:moveTo>
                <a:lnTo>
                  <a:pt x="11727" y="708292"/>
                </a:lnTo>
                <a:lnTo>
                  <a:pt x="10541" y="716279"/>
                </a:lnTo>
                <a:lnTo>
                  <a:pt x="11480" y="716279"/>
                </a:lnTo>
                <a:lnTo>
                  <a:pt x="20611" y="704864"/>
                </a:lnTo>
                <a:close/>
              </a:path>
              <a:path extrusionOk="0" h="723264" w="579754">
                <a:moveTo>
                  <a:pt x="572388" y="0"/>
                </a:moveTo>
                <a:lnTo>
                  <a:pt x="13100" y="699048"/>
                </a:lnTo>
                <a:lnTo>
                  <a:pt x="11727" y="708292"/>
                </a:lnTo>
                <a:lnTo>
                  <a:pt x="20611" y="704864"/>
                </a:lnTo>
                <a:lnTo>
                  <a:pt x="579755" y="5841"/>
                </a:lnTo>
                <a:lnTo>
                  <a:pt x="57238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2" name="Google Shape;1092;p53"/>
          <p:cNvSpPr txBox="1"/>
          <p:nvPr/>
        </p:nvSpPr>
        <p:spPr>
          <a:xfrm>
            <a:off x="5439917" y="3579876"/>
            <a:ext cx="13779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093" name="Google Shape;1093;p53"/>
          <p:cNvSpPr txBox="1"/>
          <p:nvPr/>
        </p:nvSpPr>
        <p:spPr>
          <a:xfrm>
            <a:off x="5372100" y="3854195"/>
            <a:ext cx="27368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R5</a:t>
            </a:r>
            <a:endParaRPr b="0" i="0" sz="1800" u="none" cap="none" strike="noStrike">
              <a:solidFill>
                <a:srgbClr val="000000"/>
              </a:solidFill>
              <a:latin typeface="Courier New"/>
              <a:ea typeface="Courier New"/>
              <a:cs typeface="Courier New"/>
              <a:sym typeface="Courier New"/>
            </a:endParaRPr>
          </a:p>
        </p:txBody>
      </p:sp>
      <p:sp>
        <p:nvSpPr>
          <p:cNvPr id="1094" name="Google Shape;1094;p53"/>
          <p:cNvSpPr/>
          <p:nvPr/>
        </p:nvSpPr>
        <p:spPr>
          <a:xfrm>
            <a:off x="5004053" y="3785996"/>
            <a:ext cx="435609" cy="507365"/>
          </a:xfrm>
          <a:custGeom>
            <a:rect b="b" l="l" r="r" t="t"/>
            <a:pathLst>
              <a:path extrusionOk="0" h="507364" w="435610">
                <a:moveTo>
                  <a:pt x="20193" y="408050"/>
                </a:moveTo>
                <a:lnTo>
                  <a:pt x="17780" y="409701"/>
                </a:lnTo>
                <a:lnTo>
                  <a:pt x="17272" y="412241"/>
                </a:lnTo>
                <a:lnTo>
                  <a:pt x="0" y="507110"/>
                </a:lnTo>
                <a:lnTo>
                  <a:pt x="11702" y="503046"/>
                </a:lnTo>
                <a:lnTo>
                  <a:pt x="9779" y="503046"/>
                </a:lnTo>
                <a:lnTo>
                  <a:pt x="2540" y="496823"/>
                </a:lnTo>
                <a:lnTo>
                  <a:pt x="13952" y="483508"/>
                </a:lnTo>
                <a:lnTo>
                  <a:pt x="26670" y="414019"/>
                </a:lnTo>
                <a:lnTo>
                  <a:pt x="27178" y="411479"/>
                </a:lnTo>
                <a:lnTo>
                  <a:pt x="25400" y="408939"/>
                </a:lnTo>
                <a:lnTo>
                  <a:pt x="22860" y="408431"/>
                </a:lnTo>
                <a:lnTo>
                  <a:pt x="20193" y="408050"/>
                </a:lnTo>
                <a:close/>
              </a:path>
              <a:path extrusionOk="0" h="507364" w="435610">
                <a:moveTo>
                  <a:pt x="13952" y="483508"/>
                </a:moveTo>
                <a:lnTo>
                  <a:pt x="2540" y="496823"/>
                </a:lnTo>
                <a:lnTo>
                  <a:pt x="9779" y="503046"/>
                </a:lnTo>
                <a:lnTo>
                  <a:pt x="11737" y="500760"/>
                </a:lnTo>
                <a:lnTo>
                  <a:pt x="10795" y="500760"/>
                </a:lnTo>
                <a:lnTo>
                  <a:pt x="4572" y="495426"/>
                </a:lnTo>
                <a:lnTo>
                  <a:pt x="12260" y="492754"/>
                </a:lnTo>
                <a:lnTo>
                  <a:pt x="13952" y="483508"/>
                </a:lnTo>
                <a:close/>
              </a:path>
              <a:path extrusionOk="0" h="507364" w="435610">
                <a:moveTo>
                  <a:pt x="90424" y="465708"/>
                </a:moveTo>
                <a:lnTo>
                  <a:pt x="87884" y="466470"/>
                </a:lnTo>
                <a:lnTo>
                  <a:pt x="21286" y="489617"/>
                </a:lnTo>
                <a:lnTo>
                  <a:pt x="9779" y="503046"/>
                </a:lnTo>
                <a:lnTo>
                  <a:pt x="11702" y="503046"/>
                </a:lnTo>
                <a:lnTo>
                  <a:pt x="91059" y="475488"/>
                </a:lnTo>
                <a:lnTo>
                  <a:pt x="93472" y="474598"/>
                </a:lnTo>
                <a:lnTo>
                  <a:pt x="94869" y="471931"/>
                </a:lnTo>
                <a:lnTo>
                  <a:pt x="93980" y="469391"/>
                </a:lnTo>
                <a:lnTo>
                  <a:pt x="93091" y="466978"/>
                </a:lnTo>
                <a:lnTo>
                  <a:pt x="90424" y="465708"/>
                </a:lnTo>
                <a:close/>
              </a:path>
              <a:path extrusionOk="0" h="507364" w="435610">
                <a:moveTo>
                  <a:pt x="12260" y="492754"/>
                </a:moveTo>
                <a:lnTo>
                  <a:pt x="4572" y="495426"/>
                </a:lnTo>
                <a:lnTo>
                  <a:pt x="10795" y="500760"/>
                </a:lnTo>
                <a:lnTo>
                  <a:pt x="12260" y="492754"/>
                </a:lnTo>
                <a:close/>
              </a:path>
              <a:path extrusionOk="0" h="507364" w="435610">
                <a:moveTo>
                  <a:pt x="21286" y="489617"/>
                </a:moveTo>
                <a:lnTo>
                  <a:pt x="12260" y="492754"/>
                </a:lnTo>
                <a:lnTo>
                  <a:pt x="10795" y="500760"/>
                </a:lnTo>
                <a:lnTo>
                  <a:pt x="11737" y="500760"/>
                </a:lnTo>
                <a:lnTo>
                  <a:pt x="21286" y="489617"/>
                </a:lnTo>
                <a:close/>
              </a:path>
              <a:path extrusionOk="0" h="507364" w="435610">
                <a:moveTo>
                  <a:pt x="428371" y="0"/>
                </a:moveTo>
                <a:lnTo>
                  <a:pt x="13952" y="483508"/>
                </a:lnTo>
                <a:lnTo>
                  <a:pt x="12260" y="492754"/>
                </a:lnTo>
                <a:lnTo>
                  <a:pt x="21286" y="489617"/>
                </a:lnTo>
                <a:lnTo>
                  <a:pt x="435610"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5" name="Google Shape;1095;p53"/>
          <p:cNvSpPr/>
          <p:nvPr/>
        </p:nvSpPr>
        <p:spPr>
          <a:xfrm>
            <a:off x="7016495" y="1841880"/>
            <a:ext cx="580390" cy="723265"/>
          </a:xfrm>
          <a:custGeom>
            <a:rect b="b" l="l" r="r" t="t"/>
            <a:pathLst>
              <a:path extrusionOk="0" h="723264" w="580390">
                <a:moveTo>
                  <a:pt x="490854" y="678561"/>
                </a:moveTo>
                <a:lnTo>
                  <a:pt x="488187" y="679704"/>
                </a:lnTo>
                <a:lnTo>
                  <a:pt x="487172" y="682244"/>
                </a:lnTo>
                <a:lnTo>
                  <a:pt x="486282" y="684657"/>
                </a:lnTo>
                <a:lnTo>
                  <a:pt x="487425" y="687451"/>
                </a:lnTo>
                <a:lnTo>
                  <a:pt x="489965" y="688340"/>
                </a:lnTo>
                <a:lnTo>
                  <a:pt x="579881" y="723011"/>
                </a:lnTo>
                <a:lnTo>
                  <a:pt x="579243" y="718693"/>
                </a:lnTo>
                <a:lnTo>
                  <a:pt x="570229" y="718693"/>
                </a:lnTo>
                <a:lnTo>
                  <a:pt x="559120" y="704806"/>
                </a:lnTo>
                <a:lnTo>
                  <a:pt x="493395" y="679450"/>
                </a:lnTo>
                <a:lnTo>
                  <a:pt x="490854" y="678561"/>
                </a:lnTo>
                <a:close/>
              </a:path>
              <a:path extrusionOk="0" h="723264" w="580390">
                <a:moveTo>
                  <a:pt x="559120" y="704806"/>
                </a:moveTo>
                <a:lnTo>
                  <a:pt x="570229" y="718693"/>
                </a:lnTo>
                <a:lnTo>
                  <a:pt x="573099" y="716407"/>
                </a:lnTo>
                <a:lnTo>
                  <a:pt x="569213" y="716407"/>
                </a:lnTo>
                <a:lnTo>
                  <a:pt x="568014" y="708238"/>
                </a:lnTo>
                <a:lnTo>
                  <a:pt x="559120" y="704806"/>
                </a:lnTo>
                <a:close/>
              </a:path>
              <a:path extrusionOk="0" h="723264" w="580390">
                <a:moveTo>
                  <a:pt x="562990" y="623316"/>
                </a:moveTo>
                <a:lnTo>
                  <a:pt x="557783" y="624078"/>
                </a:lnTo>
                <a:lnTo>
                  <a:pt x="556005" y="626491"/>
                </a:lnTo>
                <a:lnTo>
                  <a:pt x="566637" y="698868"/>
                </a:lnTo>
                <a:lnTo>
                  <a:pt x="577723" y="712724"/>
                </a:lnTo>
                <a:lnTo>
                  <a:pt x="570229" y="718693"/>
                </a:lnTo>
                <a:lnTo>
                  <a:pt x="579243" y="718693"/>
                </a:lnTo>
                <a:lnTo>
                  <a:pt x="565403" y="625094"/>
                </a:lnTo>
                <a:lnTo>
                  <a:pt x="562990" y="623316"/>
                </a:lnTo>
                <a:close/>
              </a:path>
              <a:path extrusionOk="0" h="723264" w="580390">
                <a:moveTo>
                  <a:pt x="568014" y="708238"/>
                </a:moveTo>
                <a:lnTo>
                  <a:pt x="569213" y="716407"/>
                </a:lnTo>
                <a:lnTo>
                  <a:pt x="575690" y="711200"/>
                </a:lnTo>
                <a:lnTo>
                  <a:pt x="568014" y="708238"/>
                </a:lnTo>
                <a:close/>
              </a:path>
              <a:path extrusionOk="0" h="723264" w="580390">
                <a:moveTo>
                  <a:pt x="566637" y="698868"/>
                </a:moveTo>
                <a:lnTo>
                  <a:pt x="568014" y="708238"/>
                </a:lnTo>
                <a:lnTo>
                  <a:pt x="575690" y="711200"/>
                </a:lnTo>
                <a:lnTo>
                  <a:pt x="569213" y="716407"/>
                </a:lnTo>
                <a:lnTo>
                  <a:pt x="573099" y="716407"/>
                </a:lnTo>
                <a:lnTo>
                  <a:pt x="577723" y="712724"/>
                </a:lnTo>
                <a:lnTo>
                  <a:pt x="566637" y="698868"/>
                </a:lnTo>
                <a:close/>
              </a:path>
              <a:path extrusionOk="0" h="723264" w="580390">
                <a:moveTo>
                  <a:pt x="7493" y="0"/>
                </a:moveTo>
                <a:lnTo>
                  <a:pt x="0" y="5969"/>
                </a:lnTo>
                <a:lnTo>
                  <a:pt x="559120" y="704806"/>
                </a:lnTo>
                <a:lnTo>
                  <a:pt x="568014" y="708238"/>
                </a:lnTo>
                <a:lnTo>
                  <a:pt x="566637" y="698868"/>
                </a:lnTo>
                <a:lnTo>
                  <a:pt x="7493"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6" name="Google Shape;1096;p53"/>
          <p:cNvSpPr/>
          <p:nvPr/>
        </p:nvSpPr>
        <p:spPr>
          <a:xfrm>
            <a:off x="6368541" y="2922016"/>
            <a:ext cx="579755" cy="723265"/>
          </a:xfrm>
          <a:custGeom>
            <a:rect b="b" l="l" r="r" t="t"/>
            <a:pathLst>
              <a:path extrusionOk="0" h="723264" w="579754">
                <a:moveTo>
                  <a:pt x="490728" y="678561"/>
                </a:moveTo>
                <a:lnTo>
                  <a:pt x="488061" y="679704"/>
                </a:lnTo>
                <a:lnTo>
                  <a:pt x="487044" y="682244"/>
                </a:lnTo>
                <a:lnTo>
                  <a:pt x="486156" y="684657"/>
                </a:lnTo>
                <a:lnTo>
                  <a:pt x="487299" y="687451"/>
                </a:lnTo>
                <a:lnTo>
                  <a:pt x="489838" y="688340"/>
                </a:lnTo>
                <a:lnTo>
                  <a:pt x="579755" y="723011"/>
                </a:lnTo>
                <a:lnTo>
                  <a:pt x="579097" y="718566"/>
                </a:lnTo>
                <a:lnTo>
                  <a:pt x="570103" y="718566"/>
                </a:lnTo>
                <a:lnTo>
                  <a:pt x="559143" y="704864"/>
                </a:lnTo>
                <a:lnTo>
                  <a:pt x="493267" y="679450"/>
                </a:lnTo>
                <a:lnTo>
                  <a:pt x="490728" y="678561"/>
                </a:lnTo>
                <a:close/>
              </a:path>
              <a:path extrusionOk="0" h="723264" w="579754">
                <a:moveTo>
                  <a:pt x="559143" y="704864"/>
                </a:moveTo>
                <a:lnTo>
                  <a:pt x="570103" y="718566"/>
                </a:lnTo>
                <a:lnTo>
                  <a:pt x="573035" y="716280"/>
                </a:lnTo>
                <a:lnTo>
                  <a:pt x="569087" y="716280"/>
                </a:lnTo>
                <a:lnTo>
                  <a:pt x="567905" y="708245"/>
                </a:lnTo>
                <a:lnTo>
                  <a:pt x="559143" y="704864"/>
                </a:lnTo>
                <a:close/>
              </a:path>
              <a:path extrusionOk="0" h="723264" w="579754">
                <a:moveTo>
                  <a:pt x="562863" y="623316"/>
                </a:moveTo>
                <a:lnTo>
                  <a:pt x="557657" y="624078"/>
                </a:lnTo>
                <a:lnTo>
                  <a:pt x="555879" y="626491"/>
                </a:lnTo>
                <a:lnTo>
                  <a:pt x="566529" y="698891"/>
                </a:lnTo>
                <a:lnTo>
                  <a:pt x="577596" y="712724"/>
                </a:lnTo>
                <a:lnTo>
                  <a:pt x="570103" y="718566"/>
                </a:lnTo>
                <a:lnTo>
                  <a:pt x="579097" y="718566"/>
                </a:lnTo>
                <a:lnTo>
                  <a:pt x="565277" y="625094"/>
                </a:lnTo>
                <a:lnTo>
                  <a:pt x="562863" y="623316"/>
                </a:lnTo>
                <a:close/>
              </a:path>
              <a:path extrusionOk="0" h="723264" w="579754">
                <a:moveTo>
                  <a:pt x="567905" y="708245"/>
                </a:moveTo>
                <a:lnTo>
                  <a:pt x="569087" y="716280"/>
                </a:lnTo>
                <a:lnTo>
                  <a:pt x="575563" y="711200"/>
                </a:lnTo>
                <a:lnTo>
                  <a:pt x="567905" y="708245"/>
                </a:lnTo>
                <a:close/>
              </a:path>
              <a:path extrusionOk="0" h="723264" w="579754">
                <a:moveTo>
                  <a:pt x="566529" y="698891"/>
                </a:moveTo>
                <a:lnTo>
                  <a:pt x="567905" y="708245"/>
                </a:lnTo>
                <a:lnTo>
                  <a:pt x="575563" y="711200"/>
                </a:lnTo>
                <a:lnTo>
                  <a:pt x="569087" y="716280"/>
                </a:lnTo>
                <a:lnTo>
                  <a:pt x="573035" y="716280"/>
                </a:lnTo>
                <a:lnTo>
                  <a:pt x="577596" y="712724"/>
                </a:lnTo>
                <a:lnTo>
                  <a:pt x="566529" y="698891"/>
                </a:lnTo>
                <a:close/>
              </a:path>
              <a:path extrusionOk="0" h="723264" w="579754">
                <a:moveTo>
                  <a:pt x="7366" y="0"/>
                </a:moveTo>
                <a:lnTo>
                  <a:pt x="0" y="5842"/>
                </a:lnTo>
                <a:lnTo>
                  <a:pt x="559143" y="704864"/>
                </a:lnTo>
                <a:lnTo>
                  <a:pt x="567905" y="708245"/>
                </a:lnTo>
                <a:lnTo>
                  <a:pt x="566529" y="698891"/>
                </a:lnTo>
                <a:lnTo>
                  <a:pt x="7366"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7" name="Google Shape;1097;p53"/>
          <p:cNvSpPr/>
          <p:nvPr/>
        </p:nvSpPr>
        <p:spPr>
          <a:xfrm>
            <a:off x="5576442" y="3785996"/>
            <a:ext cx="436245" cy="507365"/>
          </a:xfrm>
          <a:custGeom>
            <a:rect b="b" l="l" r="r" t="t"/>
            <a:pathLst>
              <a:path extrusionOk="0" h="507364" w="436245">
                <a:moveTo>
                  <a:pt x="345313" y="465708"/>
                </a:moveTo>
                <a:lnTo>
                  <a:pt x="342646" y="466978"/>
                </a:lnTo>
                <a:lnTo>
                  <a:pt x="341757" y="469391"/>
                </a:lnTo>
                <a:lnTo>
                  <a:pt x="340868" y="471931"/>
                </a:lnTo>
                <a:lnTo>
                  <a:pt x="342138" y="474598"/>
                </a:lnTo>
                <a:lnTo>
                  <a:pt x="435737" y="507110"/>
                </a:lnTo>
                <a:lnTo>
                  <a:pt x="434997" y="503046"/>
                </a:lnTo>
                <a:lnTo>
                  <a:pt x="425958" y="503046"/>
                </a:lnTo>
                <a:lnTo>
                  <a:pt x="414445" y="489616"/>
                </a:lnTo>
                <a:lnTo>
                  <a:pt x="347853" y="466470"/>
                </a:lnTo>
                <a:lnTo>
                  <a:pt x="345313" y="465708"/>
                </a:lnTo>
                <a:close/>
              </a:path>
              <a:path extrusionOk="0" h="507364" w="436245">
                <a:moveTo>
                  <a:pt x="414445" y="489616"/>
                </a:moveTo>
                <a:lnTo>
                  <a:pt x="425958" y="503046"/>
                </a:lnTo>
                <a:lnTo>
                  <a:pt x="428617" y="500760"/>
                </a:lnTo>
                <a:lnTo>
                  <a:pt x="424942" y="500760"/>
                </a:lnTo>
                <a:lnTo>
                  <a:pt x="423476" y="492754"/>
                </a:lnTo>
                <a:lnTo>
                  <a:pt x="414445" y="489616"/>
                </a:lnTo>
                <a:close/>
              </a:path>
              <a:path extrusionOk="0" h="507364" w="436245">
                <a:moveTo>
                  <a:pt x="415417" y="408050"/>
                </a:moveTo>
                <a:lnTo>
                  <a:pt x="412877" y="408431"/>
                </a:lnTo>
                <a:lnTo>
                  <a:pt x="410337" y="408939"/>
                </a:lnTo>
                <a:lnTo>
                  <a:pt x="408559" y="411479"/>
                </a:lnTo>
                <a:lnTo>
                  <a:pt x="409067" y="414019"/>
                </a:lnTo>
                <a:lnTo>
                  <a:pt x="421785" y="483514"/>
                </a:lnTo>
                <a:lnTo>
                  <a:pt x="433197" y="496823"/>
                </a:lnTo>
                <a:lnTo>
                  <a:pt x="425958" y="503046"/>
                </a:lnTo>
                <a:lnTo>
                  <a:pt x="434997" y="503046"/>
                </a:lnTo>
                <a:lnTo>
                  <a:pt x="418465" y="412241"/>
                </a:lnTo>
                <a:lnTo>
                  <a:pt x="417957" y="409701"/>
                </a:lnTo>
                <a:lnTo>
                  <a:pt x="415417" y="408050"/>
                </a:lnTo>
                <a:close/>
              </a:path>
              <a:path extrusionOk="0" h="507364" w="436245">
                <a:moveTo>
                  <a:pt x="423476" y="492754"/>
                </a:moveTo>
                <a:lnTo>
                  <a:pt x="424942" y="500760"/>
                </a:lnTo>
                <a:lnTo>
                  <a:pt x="431165" y="495426"/>
                </a:lnTo>
                <a:lnTo>
                  <a:pt x="423476" y="492754"/>
                </a:lnTo>
                <a:close/>
              </a:path>
              <a:path extrusionOk="0" h="507364" w="436245">
                <a:moveTo>
                  <a:pt x="421785" y="483514"/>
                </a:moveTo>
                <a:lnTo>
                  <a:pt x="423476" y="492754"/>
                </a:lnTo>
                <a:lnTo>
                  <a:pt x="431165" y="495426"/>
                </a:lnTo>
                <a:lnTo>
                  <a:pt x="424942" y="500760"/>
                </a:lnTo>
                <a:lnTo>
                  <a:pt x="428617" y="500760"/>
                </a:lnTo>
                <a:lnTo>
                  <a:pt x="433197" y="496823"/>
                </a:lnTo>
                <a:lnTo>
                  <a:pt x="421785" y="483514"/>
                </a:lnTo>
                <a:close/>
              </a:path>
              <a:path extrusionOk="0" h="507364" w="436245">
                <a:moveTo>
                  <a:pt x="7239" y="0"/>
                </a:moveTo>
                <a:lnTo>
                  <a:pt x="0" y="6095"/>
                </a:lnTo>
                <a:lnTo>
                  <a:pt x="414445" y="489616"/>
                </a:lnTo>
                <a:lnTo>
                  <a:pt x="423476" y="492754"/>
                </a:lnTo>
                <a:lnTo>
                  <a:pt x="421785" y="483514"/>
                </a:lnTo>
                <a:lnTo>
                  <a:pt x="7239"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8" name="Google Shape;1098;p53"/>
          <p:cNvSpPr txBox="1"/>
          <p:nvPr/>
        </p:nvSpPr>
        <p:spPr>
          <a:xfrm>
            <a:off x="492302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a:t>
            </a:r>
            <a:endParaRPr b="0" i="0" sz="1800" u="none" cap="none" strike="noStrike">
              <a:solidFill>
                <a:srgbClr val="000000"/>
              </a:solidFill>
              <a:latin typeface="Courier New"/>
              <a:ea typeface="Courier New"/>
              <a:cs typeface="Courier New"/>
              <a:sym typeface="Courier New"/>
            </a:endParaRPr>
          </a:p>
        </p:txBody>
      </p:sp>
      <p:sp>
        <p:nvSpPr>
          <p:cNvPr id="1099" name="Google Shape;1099;p53"/>
          <p:cNvSpPr txBox="1"/>
          <p:nvPr/>
        </p:nvSpPr>
        <p:spPr>
          <a:xfrm>
            <a:off x="5931408" y="4299966"/>
            <a:ext cx="5949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x	y</a:t>
            </a:r>
            <a:endParaRPr b="0" i="0" sz="1800" u="none" cap="none" strike="noStrike">
              <a:solidFill>
                <a:srgbClr val="000000"/>
              </a:solidFill>
              <a:latin typeface="Courier New"/>
              <a:ea typeface="Courier New"/>
              <a:cs typeface="Courier New"/>
              <a:sym typeface="Courier New"/>
            </a:endParaRPr>
          </a:p>
        </p:txBody>
      </p:sp>
      <p:sp>
        <p:nvSpPr>
          <p:cNvPr id="1100" name="Google Shape;1100;p53"/>
          <p:cNvSpPr txBox="1"/>
          <p:nvPr/>
        </p:nvSpPr>
        <p:spPr>
          <a:xfrm>
            <a:off x="6880097" y="3579876"/>
            <a:ext cx="13779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101" name="Google Shape;1101;p53"/>
          <p:cNvSpPr txBox="1"/>
          <p:nvPr/>
        </p:nvSpPr>
        <p:spPr>
          <a:xfrm>
            <a:off x="6812280" y="3854195"/>
            <a:ext cx="27368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R6</a:t>
            </a:r>
            <a:endParaRPr b="0" i="0" sz="1800" u="none" cap="none" strike="noStrike">
              <a:solidFill>
                <a:srgbClr val="000000"/>
              </a:solidFill>
              <a:latin typeface="Courier New"/>
              <a:ea typeface="Courier New"/>
              <a:cs typeface="Courier New"/>
              <a:sym typeface="Courier New"/>
            </a:endParaRPr>
          </a:p>
        </p:txBody>
      </p:sp>
      <p:sp>
        <p:nvSpPr>
          <p:cNvPr id="1102" name="Google Shape;1102;p53"/>
          <p:cNvSpPr/>
          <p:nvPr/>
        </p:nvSpPr>
        <p:spPr>
          <a:xfrm>
            <a:off x="6444234" y="3785996"/>
            <a:ext cx="435609" cy="507365"/>
          </a:xfrm>
          <a:custGeom>
            <a:rect b="b" l="l" r="r" t="t"/>
            <a:pathLst>
              <a:path extrusionOk="0" h="507364" w="435609">
                <a:moveTo>
                  <a:pt x="20192" y="408050"/>
                </a:moveTo>
                <a:lnTo>
                  <a:pt x="17779" y="409701"/>
                </a:lnTo>
                <a:lnTo>
                  <a:pt x="17271" y="412241"/>
                </a:lnTo>
                <a:lnTo>
                  <a:pt x="0" y="507110"/>
                </a:lnTo>
                <a:lnTo>
                  <a:pt x="11702" y="503046"/>
                </a:lnTo>
                <a:lnTo>
                  <a:pt x="9778" y="503046"/>
                </a:lnTo>
                <a:lnTo>
                  <a:pt x="2539" y="496823"/>
                </a:lnTo>
                <a:lnTo>
                  <a:pt x="13952" y="483508"/>
                </a:lnTo>
                <a:lnTo>
                  <a:pt x="26669" y="414019"/>
                </a:lnTo>
                <a:lnTo>
                  <a:pt x="27050" y="411479"/>
                </a:lnTo>
                <a:lnTo>
                  <a:pt x="25400" y="408939"/>
                </a:lnTo>
                <a:lnTo>
                  <a:pt x="22860" y="408431"/>
                </a:lnTo>
                <a:lnTo>
                  <a:pt x="20192" y="408050"/>
                </a:lnTo>
                <a:close/>
              </a:path>
              <a:path extrusionOk="0" h="507364" w="435609">
                <a:moveTo>
                  <a:pt x="13952" y="483508"/>
                </a:moveTo>
                <a:lnTo>
                  <a:pt x="2539" y="496823"/>
                </a:lnTo>
                <a:lnTo>
                  <a:pt x="9778" y="503046"/>
                </a:lnTo>
                <a:lnTo>
                  <a:pt x="11737" y="500760"/>
                </a:lnTo>
                <a:lnTo>
                  <a:pt x="10794" y="500760"/>
                </a:lnTo>
                <a:lnTo>
                  <a:pt x="4571" y="495426"/>
                </a:lnTo>
                <a:lnTo>
                  <a:pt x="12260" y="492754"/>
                </a:lnTo>
                <a:lnTo>
                  <a:pt x="13952" y="483508"/>
                </a:lnTo>
                <a:close/>
              </a:path>
              <a:path extrusionOk="0" h="507364" w="435609">
                <a:moveTo>
                  <a:pt x="90423" y="465708"/>
                </a:moveTo>
                <a:lnTo>
                  <a:pt x="87884" y="466470"/>
                </a:lnTo>
                <a:lnTo>
                  <a:pt x="21286" y="489617"/>
                </a:lnTo>
                <a:lnTo>
                  <a:pt x="9778" y="503046"/>
                </a:lnTo>
                <a:lnTo>
                  <a:pt x="11702" y="503046"/>
                </a:lnTo>
                <a:lnTo>
                  <a:pt x="91059" y="475488"/>
                </a:lnTo>
                <a:lnTo>
                  <a:pt x="93471" y="474598"/>
                </a:lnTo>
                <a:lnTo>
                  <a:pt x="94868" y="471931"/>
                </a:lnTo>
                <a:lnTo>
                  <a:pt x="93980" y="469391"/>
                </a:lnTo>
                <a:lnTo>
                  <a:pt x="93090" y="466978"/>
                </a:lnTo>
                <a:lnTo>
                  <a:pt x="90423" y="465708"/>
                </a:lnTo>
                <a:close/>
              </a:path>
              <a:path extrusionOk="0" h="507364" w="435609">
                <a:moveTo>
                  <a:pt x="12260" y="492754"/>
                </a:moveTo>
                <a:lnTo>
                  <a:pt x="4571" y="495426"/>
                </a:lnTo>
                <a:lnTo>
                  <a:pt x="10794" y="500760"/>
                </a:lnTo>
                <a:lnTo>
                  <a:pt x="12260" y="492754"/>
                </a:lnTo>
                <a:close/>
              </a:path>
              <a:path extrusionOk="0" h="507364" w="435609">
                <a:moveTo>
                  <a:pt x="21286" y="489617"/>
                </a:moveTo>
                <a:lnTo>
                  <a:pt x="12260" y="492754"/>
                </a:lnTo>
                <a:lnTo>
                  <a:pt x="10794" y="500760"/>
                </a:lnTo>
                <a:lnTo>
                  <a:pt x="11737" y="500760"/>
                </a:lnTo>
                <a:lnTo>
                  <a:pt x="21286" y="489617"/>
                </a:lnTo>
                <a:close/>
              </a:path>
              <a:path extrusionOk="0" h="507364" w="435609">
                <a:moveTo>
                  <a:pt x="428370" y="0"/>
                </a:moveTo>
                <a:lnTo>
                  <a:pt x="13952" y="483508"/>
                </a:lnTo>
                <a:lnTo>
                  <a:pt x="12260" y="492754"/>
                </a:lnTo>
                <a:lnTo>
                  <a:pt x="21286" y="489617"/>
                </a:lnTo>
                <a:lnTo>
                  <a:pt x="435610" y="6095"/>
                </a:lnTo>
                <a:lnTo>
                  <a:pt x="428370"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3" name="Google Shape;1103;p53"/>
          <p:cNvSpPr/>
          <p:nvPr/>
        </p:nvSpPr>
        <p:spPr>
          <a:xfrm>
            <a:off x="7016622" y="3785996"/>
            <a:ext cx="436245" cy="507365"/>
          </a:xfrm>
          <a:custGeom>
            <a:rect b="b" l="l" r="r" t="t"/>
            <a:pathLst>
              <a:path extrusionOk="0" h="507364" w="436245">
                <a:moveTo>
                  <a:pt x="345312" y="465708"/>
                </a:moveTo>
                <a:lnTo>
                  <a:pt x="342646" y="466978"/>
                </a:lnTo>
                <a:lnTo>
                  <a:pt x="341756" y="469391"/>
                </a:lnTo>
                <a:lnTo>
                  <a:pt x="340868" y="471931"/>
                </a:lnTo>
                <a:lnTo>
                  <a:pt x="342137" y="474598"/>
                </a:lnTo>
                <a:lnTo>
                  <a:pt x="435736" y="507110"/>
                </a:lnTo>
                <a:lnTo>
                  <a:pt x="434997"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0"/>
                </a:lnTo>
                <a:lnTo>
                  <a:pt x="424815" y="500760"/>
                </a:lnTo>
                <a:lnTo>
                  <a:pt x="423354" y="492716"/>
                </a:lnTo>
                <a:lnTo>
                  <a:pt x="414456" y="489628"/>
                </a:lnTo>
                <a:close/>
              </a:path>
              <a:path extrusionOk="0" h="507364" w="436245">
                <a:moveTo>
                  <a:pt x="415417" y="408050"/>
                </a:moveTo>
                <a:lnTo>
                  <a:pt x="412876" y="408431"/>
                </a:lnTo>
                <a:lnTo>
                  <a:pt x="410336" y="408939"/>
                </a:lnTo>
                <a:lnTo>
                  <a:pt x="408558" y="411479"/>
                </a:lnTo>
                <a:lnTo>
                  <a:pt x="409067" y="414019"/>
                </a:lnTo>
                <a:lnTo>
                  <a:pt x="421656" y="483363"/>
                </a:lnTo>
                <a:lnTo>
                  <a:pt x="433197" y="496823"/>
                </a:lnTo>
                <a:lnTo>
                  <a:pt x="425957" y="503046"/>
                </a:lnTo>
                <a:lnTo>
                  <a:pt x="434997" y="503046"/>
                </a:lnTo>
                <a:lnTo>
                  <a:pt x="418465" y="412241"/>
                </a:lnTo>
                <a:lnTo>
                  <a:pt x="417956" y="409701"/>
                </a:lnTo>
                <a:lnTo>
                  <a:pt x="415417" y="408050"/>
                </a:lnTo>
                <a:close/>
              </a:path>
              <a:path extrusionOk="0" h="507364" w="436245">
                <a:moveTo>
                  <a:pt x="423354" y="492716"/>
                </a:moveTo>
                <a:lnTo>
                  <a:pt x="424815" y="500760"/>
                </a:lnTo>
                <a:lnTo>
                  <a:pt x="431165" y="495426"/>
                </a:lnTo>
                <a:lnTo>
                  <a:pt x="423354" y="492716"/>
                </a:lnTo>
                <a:close/>
              </a:path>
              <a:path extrusionOk="0" h="507364" w="436245">
                <a:moveTo>
                  <a:pt x="421656" y="483363"/>
                </a:moveTo>
                <a:lnTo>
                  <a:pt x="423354" y="492716"/>
                </a:lnTo>
                <a:lnTo>
                  <a:pt x="431165" y="495426"/>
                </a:lnTo>
                <a:lnTo>
                  <a:pt x="424815" y="500760"/>
                </a:lnTo>
                <a:lnTo>
                  <a:pt x="428617" y="500760"/>
                </a:lnTo>
                <a:lnTo>
                  <a:pt x="433197" y="496823"/>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4" name="Google Shape;1104;p53"/>
          <p:cNvSpPr txBox="1"/>
          <p:nvPr/>
        </p:nvSpPr>
        <p:spPr>
          <a:xfrm>
            <a:off x="7371588" y="4299966"/>
            <a:ext cx="16319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y</a:t>
            </a:r>
            <a:endParaRPr b="0" i="0" sz="1800" u="none" cap="none" strike="noStrike">
              <a:solidFill>
                <a:srgbClr val="000000"/>
              </a:solidFill>
              <a:latin typeface="Courier New"/>
              <a:ea typeface="Courier New"/>
              <a:cs typeface="Courier New"/>
              <a:sym typeface="Courier New"/>
            </a:endParaRPr>
          </a:p>
        </p:txBody>
      </p:sp>
      <p:sp>
        <p:nvSpPr>
          <p:cNvPr id="1105" name="Google Shape;1105;p53"/>
          <p:cNvSpPr txBox="1"/>
          <p:nvPr/>
        </p:nvSpPr>
        <p:spPr>
          <a:xfrm>
            <a:off x="7600188" y="2571496"/>
            <a:ext cx="13779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a:t>
            </a:r>
            <a:endParaRPr b="0" i="0" sz="1800" u="none" cap="none" strike="noStrike">
              <a:solidFill>
                <a:srgbClr val="000000"/>
              </a:solidFill>
              <a:latin typeface="Courier New"/>
              <a:ea typeface="Courier New"/>
              <a:cs typeface="Courier New"/>
              <a:sym typeface="Courier New"/>
            </a:endParaRPr>
          </a:p>
        </p:txBody>
      </p:sp>
      <p:sp>
        <p:nvSpPr>
          <p:cNvPr id="1106" name="Google Shape;1106;p53"/>
          <p:cNvSpPr txBox="1"/>
          <p:nvPr/>
        </p:nvSpPr>
        <p:spPr>
          <a:xfrm>
            <a:off x="7532369" y="2845815"/>
            <a:ext cx="273685" cy="29972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R6</a:t>
            </a:r>
            <a:endParaRPr b="0" i="0" sz="1800" u="none" cap="none" strike="noStrike">
              <a:solidFill>
                <a:srgbClr val="000000"/>
              </a:solidFill>
              <a:latin typeface="Courier New"/>
              <a:ea typeface="Courier New"/>
              <a:cs typeface="Courier New"/>
              <a:sym typeface="Courier New"/>
            </a:endParaRPr>
          </a:p>
        </p:txBody>
      </p:sp>
      <p:sp>
        <p:nvSpPr>
          <p:cNvPr id="1107" name="Google Shape;1107;p53"/>
          <p:cNvSpPr/>
          <p:nvPr/>
        </p:nvSpPr>
        <p:spPr>
          <a:xfrm>
            <a:off x="7164323" y="2777870"/>
            <a:ext cx="435609" cy="507365"/>
          </a:xfrm>
          <a:custGeom>
            <a:rect b="b" l="l" r="r" t="t"/>
            <a:pathLst>
              <a:path extrusionOk="0" h="507364" w="435609">
                <a:moveTo>
                  <a:pt x="20193" y="408050"/>
                </a:moveTo>
                <a:lnTo>
                  <a:pt x="17779" y="409701"/>
                </a:lnTo>
                <a:lnTo>
                  <a:pt x="17272" y="412368"/>
                </a:lnTo>
                <a:lnTo>
                  <a:pt x="0" y="507111"/>
                </a:lnTo>
                <a:lnTo>
                  <a:pt x="11702" y="503046"/>
                </a:lnTo>
                <a:lnTo>
                  <a:pt x="9651" y="503046"/>
                </a:lnTo>
                <a:lnTo>
                  <a:pt x="2540" y="496824"/>
                </a:lnTo>
                <a:lnTo>
                  <a:pt x="13952" y="483508"/>
                </a:lnTo>
                <a:lnTo>
                  <a:pt x="26670" y="414019"/>
                </a:lnTo>
                <a:lnTo>
                  <a:pt x="27050" y="411479"/>
                </a:lnTo>
                <a:lnTo>
                  <a:pt x="25400" y="408939"/>
                </a:lnTo>
                <a:lnTo>
                  <a:pt x="22859" y="408431"/>
                </a:lnTo>
                <a:lnTo>
                  <a:pt x="20193" y="408050"/>
                </a:lnTo>
                <a:close/>
              </a:path>
              <a:path extrusionOk="0" h="507364" w="435609">
                <a:moveTo>
                  <a:pt x="13952" y="483508"/>
                </a:moveTo>
                <a:lnTo>
                  <a:pt x="2540" y="496824"/>
                </a:lnTo>
                <a:lnTo>
                  <a:pt x="9651" y="503046"/>
                </a:lnTo>
                <a:lnTo>
                  <a:pt x="11611" y="500761"/>
                </a:lnTo>
                <a:lnTo>
                  <a:pt x="10795" y="500761"/>
                </a:lnTo>
                <a:lnTo>
                  <a:pt x="4572" y="495426"/>
                </a:lnTo>
                <a:lnTo>
                  <a:pt x="12260" y="492754"/>
                </a:lnTo>
                <a:lnTo>
                  <a:pt x="13952" y="483508"/>
                </a:lnTo>
                <a:close/>
              </a:path>
              <a:path extrusionOk="0" h="507364" w="435609">
                <a:moveTo>
                  <a:pt x="90424" y="465708"/>
                </a:moveTo>
                <a:lnTo>
                  <a:pt x="87883" y="466470"/>
                </a:lnTo>
                <a:lnTo>
                  <a:pt x="21110" y="489678"/>
                </a:lnTo>
                <a:lnTo>
                  <a:pt x="9651" y="503046"/>
                </a:lnTo>
                <a:lnTo>
                  <a:pt x="11702" y="503046"/>
                </a:lnTo>
                <a:lnTo>
                  <a:pt x="91058" y="475488"/>
                </a:lnTo>
                <a:lnTo>
                  <a:pt x="93472" y="474599"/>
                </a:lnTo>
                <a:lnTo>
                  <a:pt x="94742" y="471931"/>
                </a:lnTo>
                <a:lnTo>
                  <a:pt x="93979" y="469518"/>
                </a:lnTo>
                <a:lnTo>
                  <a:pt x="93091" y="466978"/>
                </a:lnTo>
                <a:lnTo>
                  <a:pt x="90424" y="465708"/>
                </a:lnTo>
                <a:close/>
              </a:path>
              <a:path extrusionOk="0" h="507364" w="435609">
                <a:moveTo>
                  <a:pt x="12260" y="492754"/>
                </a:moveTo>
                <a:lnTo>
                  <a:pt x="4572" y="495426"/>
                </a:lnTo>
                <a:lnTo>
                  <a:pt x="10795" y="500761"/>
                </a:lnTo>
                <a:lnTo>
                  <a:pt x="12260" y="492754"/>
                </a:lnTo>
                <a:close/>
              </a:path>
              <a:path extrusionOk="0" h="507364" w="435609">
                <a:moveTo>
                  <a:pt x="21110" y="489678"/>
                </a:moveTo>
                <a:lnTo>
                  <a:pt x="12260" y="492754"/>
                </a:lnTo>
                <a:lnTo>
                  <a:pt x="10795" y="500761"/>
                </a:lnTo>
                <a:lnTo>
                  <a:pt x="11611" y="500761"/>
                </a:lnTo>
                <a:lnTo>
                  <a:pt x="21110" y="489678"/>
                </a:lnTo>
                <a:close/>
              </a:path>
              <a:path extrusionOk="0" h="507364" w="435609">
                <a:moveTo>
                  <a:pt x="428371" y="0"/>
                </a:moveTo>
                <a:lnTo>
                  <a:pt x="13952" y="483508"/>
                </a:lnTo>
                <a:lnTo>
                  <a:pt x="12260" y="492754"/>
                </a:lnTo>
                <a:lnTo>
                  <a:pt x="21110" y="489678"/>
                </a:lnTo>
                <a:lnTo>
                  <a:pt x="435609" y="6095"/>
                </a:lnTo>
                <a:lnTo>
                  <a:pt x="428371"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8" name="Google Shape;1108;p53"/>
          <p:cNvSpPr/>
          <p:nvPr/>
        </p:nvSpPr>
        <p:spPr>
          <a:xfrm>
            <a:off x="7736713" y="2777870"/>
            <a:ext cx="436245" cy="507365"/>
          </a:xfrm>
          <a:custGeom>
            <a:rect b="b" l="l" r="r" t="t"/>
            <a:pathLst>
              <a:path extrusionOk="0" h="507364" w="436245">
                <a:moveTo>
                  <a:pt x="345312" y="465708"/>
                </a:moveTo>
                <a:lnTo>
                  <a:pt x="342518" y="466978"/>
                </a:lnTo>
                <a:lnTo>
                  <a:pt x="341756" y="469518"/>
                </a:lnTo>
                <a:lnTo>
                  <a:pt x="340867" y="471931"/>
                </a:lnTo>
                <a:lnTo>
                  <a:pt x="342137" y="474599"/>
                </a:lnTo>
                <a:lnTo>
                  <a:pt x="435736" y="507111"/>
                </a:lnTo>
                <a:lnTo>
                  <a:pt x="434990" y="503046"/>
                </a:lnTo>
                <a:lnTo>
                  <a:pt x="425957" y="503046"/>
                </a:lnTo>
                <a:lnTo>
                  <a:pt x="414456" y="489628"/>
                </a:lnTo>
                <a:lnTo>
                  <a:pt x="347725" y="466470"/>
                </a:lnTo>
                <a:lnTo>
                  <a:pt x="345312" y="465708"/>
                </a:lnTo>
                <a:close/>
              </a:path>
              <a:path extrusionOk="0" h="507364" w="436245">
                <a:moveTo>
                  <a:pt x="414456" y="489628"/>
                </a:moveTo>
                <a:lnTo>
                  <a:pt x="425957" y="503046"/>
                </a:lnTo>
                <a:lnTo>
                  <a:pt x="428617" y="500761"/>
                </a:lnTo>
                <a:lnTo>
                  <a:pt x="424814" y="500761"/>
                </a:lnTo>
                <a:lnTo>
                  <a:pt x="423354" y="492716"/>
                </a:lnTo>
                <a:lnTo>
                  <a:pt x="414456" y="489628"/>
                </a:lnTo>
                <a:close/>
              </a:path>
              <a:path extrusionOk="0" h="507364" w="436245">
                <a:moveTo>
                  <a:pt x="415416" y="408050"/>
                </a:moveTo>
                <a:lnTo>
                  <a:pt x="412876" y="408431"/>
                </a:lnTo>
                <a:lnTo>
                  <a:pt x="410209" y="408939"/>
                </a:lnTo>
                <a:lnTo>
                  <a:pt x="408558" y="411479"/>
                </a:lnTo>
                <a:lnTo>
                  <a:pt x="409066" y="414019"/>
                </a:lnTo>
                <a:lnTo>
                  <a:pt x="421656" y="483363"/>
                </a:lnTo>
                <a:lnTo>
                  <a:pt x="433196" y="496824"/>
                </a:lnTo>
                <a:lnTo>
                  <a:pt x="425957" y="503046"/>
                </a:lnTo>
                <a:lnTo>
                  <a:pt x="434990" y="503046"/>
                </a:lnTo>
                <a:lnTo>
                  <a:pt x="418337" y="412368"/>
                </a:lnTo>
                <a:lnTo>
                  <a:pt x="417956" y="409701"/>
                </a:lnTo>
                <a:lnTo>
                  <a:pt x="415416" y="408050"/>
                </a:lnTo>
                <a:close/>
              </a:path>
              <a:path extrusionOk="0" h="507364" w="436245">
                <a:moveTo>
                  <a:pt x="423354" y="492716"/>
                </a:moveTo>
                <a:lnTo>
                  <a:pt x="424814" y="500761"/>
                </a:lnTo>
                <a:lnTo>
                  <a:pt x="431164" y="495426"/>
                </a:lnTo>
                <a:lnTo>
                  <a:pt x="423354" y="492716"/>
                </a:lnTo>
                <a:close/>
              </a:path>
              <a:path extrusionOk="0" h="507364" w="436245">
                <a:moveTo>
                  <a:pt x="421656" y="483363"/>
                </a:moveTo>
                <a:lnTo>
                  <a:pt x="423354" y="492716"/>
                </a:lnTo>
                <a:lnTo>
                  <a:pt x="431164" y="495426"/>
                </a:lnTo>
                <a:lnTo>
                  <a:pt x="424814" y="500761"/>
                </a:lnTo>
                <a:lnTo>
                  <a:pt x="428617" y="500761"/>
                </a:lnTo>
                <a:lnTo>
                  <a:pt x="433196" y="496824"/>
                </a:lnTo>
                <a:lnTo>
                  <a:pt x="421656" y="483363"/>
                </a:lnTo>
                <a:close/>
              </a:path>
              <a:path extrusionOk="0" h="507364" w="436245">
                <a:moveTo>
                  <a:pt x="7238" y="0"/>
                </a:moveTo>
                <a:lnTo>
                  <a:pt x="0" y="6095"/>
                </a:lnTo>
                <a:lnTo>
                  <a:pt x="414456" y="489628"/>
                </a:lnTo>
                <a:lnTo>
                  <a:pt x="423354" y="492716"/>
                </a:lnTo>
                <a:lnTo>
                  <a:pt x="421656" y="483363"/>
                </a:lnTo>
                <a:lnTo>
                  <a:pt x="7238" y="0"/>
                </a:lnTo>
                <a:close/>
              </a:path>
            </a:pathLst>
          </a:custGeom>
          <a:solidFill>
            <a:srgbClr val="497DB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9" name="Google Shape;1109;p53"/>
          <p:cNvSpPr txBox="1"/>
          <p:nvPr/>
        </p:nvSpPr>
        <p:spPr>
          <a:xfrm>
            <a:off x="7083552"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
        <p:nvSpPr>
          <p:cNvPr id="1110" name="Google Shape;1110;p53"/>
          <p:cNvSpPr txBox="1"/>
          <p:nvPr/>
        </p:nvSpPr>
        <p:spPr>
          <a:xfrm>
            <a:off x="8091678" y="3291332"/>
            <a:ext cx="16319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z</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14" name="Shape 1114"/>
        <p:cNvGrpSpPr/>
        <p:nvPr/>
      </p:nvGrpSpPr>
      <p:grpSpPr>
        <a:xfrm>
          <a:off x="0" y="0"/>
          <a:ext cx="0" cy="0"/>
          <a:chOff x="0" y="0"/>
          <a:chExt cx="0" cy="0"/>
        </a:xfrm>
      </p:grpSpPr>
      <p:sp>
        <p:nvSpPr>
          <p:cNvPr id="1115" name="Google Shape;1115;p54"/>
          <p:cNvSpPr txBox="1"/>
          <p:nvPr>
            <p:ph type="title"/>
          </p:nvPr>
        </p:nvSpPr>
        <p:spPr>
          <a:xfrm>
            <a:off x="2201672" y="462279"/>
            <a:ext cx="47390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Pythagoras</a:t>
            </a:r>
            <a:endParaRPr/>
          </a:p>
        </p:txBody>
      </p:sp>
      <p:sp>
        <p:nvSpPr>
          <p:cNvPr id="1116" name="Google Shape;1116;p54"/>
          <p:cNvSpPr txBox="1"/>
          <p:nvPr/>
        </p:nvSpPr>
        <p:spPr>
          <a:xfrm>
            <a:off x="535940" y="1542491"/>
            <a:ext cx="2464435" cy="4049395"/>
          </a:xfrm>
          <a:prstGeom prst="rect">
            <a:avLst/>
          </a:prstGeom>
          <a:noFill/>
          <a:ln>
            <a:noFill/>
          </a:ln>
        </p:spPr>
        <p:txBody>
          <a:bodyPr anchorCtr="0" anchor="t" bIns="0" lIns="0" spcFirstLastPara="1" rIns="0" wrap="square" tIns="12700">
            <a:spAutoFit/>
          </a:bodyPr>
          <a:lstStyle/>
          <a:p>
            <a:pPr indent="0" lvl="0" marL="12700" marR="1529080" rtl="0" algn="just">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int x;  int y;  int z;  int p;   x = 3;</a:t>
            </a:r>
            <a:endParaRPr b="0" i="0" sz="2000" u="none" cap="none" strike="noStrike">
              <a:solidFill>
                <a:srgbClr val="000000"/>
              </a:solidFill>
              <a:latin typeface="Courier New"/>
              <a:ea typeface="Courier New"/>
              <a:cs typeface="Courier New"/>
              <a:sym typeface="Courier New"/>
            </a:endParaRPr>
          </a:p>
          <a:p>
            <a:pPr indent="0" lvl="0" marL="12700" marR="0" rtl="0" algn="just">
              <a:lnSpc>
                <a:spcPct val="100000"/>
              </a:lnSpc>
              <a:spcBef>
                <a:spcPts val="48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y = 4;</a:t>
            </a:r>
            <a:endParaRPr b="0" i="0" sz="2000" u="none" cap="none" strike="noStrike">
              <a:solidFill>
                <a:srgbClr val="000000"/>
              </a:solidFill>
              <a:latin typeface="Courier New"/>
              <a:ea typeface="Courier New"/>
              <a:cs typeface="Courier New"/>
              <a:sym typeface="Courier New"/>
            </a:endParaRPr>
          </a:p>
          <a:p>
            <a:pPr indent="0" lvl="0" marL="12700" marR="0" rtl="0" algn="just">
              <a:lnSpc>
                <a:spcPct val="100000"/>
              </a:lnSpc>
              <a:spcBef>
                <a:spcPts val="48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z = 5;</a:t>
            </a:r>
            <a:endParaRPr b="0" i="0" sz="2000" u="none" cap="none" strike="noStrike">
              <a:solidFill>
                <a:srgbClr val="000000"/>
              </a:solidFill>
              <a:latin typeface="Courier New"/>
              <a:ea typeface="Courier New"/>
              <a:cs typeface="Courier New"/>
              <a:sym typeface="Courier New"/>
            </a:endParaRPr>
          </a:p>
          <a:p>
            <a:pPr indent="-152400" lvl="0" marL="165100" marR="5080" rtl="0" algn="l">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if(x*x+y*y==z*z)  p=1;</a:t>
            </a:r>
            <a:endParaRPr b="0" i="0" sz="2000" u="none" cap="none" strike="noStrike">
              <a:solidFill>
                <a:srgbClr val="000000"/>
              </a:solidFill>
              <a:latin typeface="Courier New"/>
              <a:ea typeface="Courier New"/>
              <a:cs typeface="Courier New"/>
              <a:sym typeface="Courier New"/>
            </a:endParaRPr>
          </a:p>
          <a:p>
            <a:pPr indent="-152400" lvl="0" marL="165100" marR="1681479" rtl="0" algn="l">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else  p=0;</a:t>
            </a:r>
            <a:endParaRPr b="0" i="0" sz="2000" u="none" cap="none" strike="noStrike">
              <a:solidFill>
                <a:srgbClr val="000000"/>
              </a:solidFill>
              <a:latin typeface="Courier New"/>
              <a:ea typeface="Courier New"/>
              <a:cs typeface="Courier New"/>
              <a:sym typeface="Courier New"/>
            </a:endParaRPr>
          </a:p>
        </p:txBody>
      </p:sp>
      <p:sp>
        <p:nvSpPr>
          <p:cNvPr id="1117" name="Google Shape;1117;p54"/>
          <p:cNvSpPr txBox="1"/>
          <p:nvPr/>
        </p:nvSpPr>
        <p:spPr>
          <a:xfrm>
            <a:off x="4218940" y="1551939"/>
            <a:ext cx="1939289" cy="683895"/>
          </a:xfrm>
          <a:prstGeom prst="rect">
            <a:avLst/>
          </a:prstGeom>
          <a:noFill/>
          <a:ln>
            <a:noFill/>
          </a:ln>
        </p:spPr>
        <p:txBody>
          <a:bodyPr anchorCtr="0" anchor="t" bIns="0" lIns="0" spcFirstLastPara="1" rIns="0" wrap="square" tIns="673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.global _start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4"/>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_start:</a:t>
            </a:r>
            <a:endParaRPr b="0" i="0" sz="1800" u="none" cap="none" strike="noStrike">
              <a:solidFill>
                <a:srgbClr val="000000"/>
              </a:solidFill>
              <a:latin typeface="Courier New"/>
              <a:ea typeface="Courier New"/>
              <a:cs typeface="Courier New"/>
              <a:sym typeface="Courier New"/>
            </a:endParaRPr>
          </a:p>
        </p:txBody>
      </p:sp>
      <p:graphicFrame>
        <p:nvGraphicFramePr>
          <p:cNvPr id="1118" name="Google Shape;1118;p54"/>
          <p:cNvGraphicFramePr/>
          <p:nvPr/>
        </p:nvGraphicFramePr>
        <p:xfrm>
          <a:off x="5292852" y="2316158"/>
          <a:ext cx="3000000" cy="3000000"/>
        </p:xfrm>
        <a:graphic>
          <a:graphicData uri="http://schemas.openxmlformats.org/drawingml/2006/table">
            <a:tbl>
              <a:tblPr bandRow="1" firstRow="1">
                <a:noFill/>
                <a:tableStyleId>{A208092A-0E1D-4A29-AAB8-C88494F253AD}</a:tableStyleId>
              </a:tblPr>
              <a:tblGrid>
                <a:gridCol w="509900"/>
                <a:gridCol w="546100"/>
                <a:gridCol w="546725"/>
                <a:gridCol w="374025"/>
              </a:tblGrid>
              <a:tr h="294075">
                <a:tc>
                  <a:txBody>
                    <a:bodyPr/>
                    <a:lstStyle/>
                    <a:p>
                      <a:pPr indent="0" lvl="0" marL="0" marR="28575" rtl="0" algn="ct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MOV</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#X</a:t>
                      </a:r>
                      <a:endParaRPr sz="1800" u="none" cap="none" strike="noStrike">
                        <a:latin typeface="Courier New"/>
                        <a:ea typeface="Courier New"/>
                        <a:cs typeface="Courier New"/>
                        <a:sym typeface="Courier New"/>
                      </a:endParaRPr>
                    </a:p>
                  </a:txBody>
                  <a:tcPr marT="0" marB="0" marR="0" marL="0"/>
                </a:tc>
                <a:tc rowSpan="3">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r>
              <a:tr h="329175">
                <a:tc>
                  <a:txBody>
                    <a:bodyPr/>
                    <a:lstStyle/>
                    <a:p>
                      <a:pPr indent="0" lvl="0" marL="0" marR="28575"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MOV</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#Y</a:t>
                      </a:r>
                      <a:endParaRPr sz="1800" u="none" cap="none" strike="noStrike">
                        <a:latin typeface="Courier New"/>
                        <a:ea typeface="Courier New"/>
                        <a:cs typeface="Courier New"/>
                        <a:sym typeface="Courier New"/>
                      </a:endParaRPr>
                    </a:p>
                  </a:txBody>
                  <a:tcPr marT="0" marB="0" marR="0" marL="0"/>
                </a:tc>
                <a:tc vMerge="1"/>
              </a:tr>
              <a:tr h="329200">
                <a:tc>
                  <a:txBody>
                    <a:bodyPr/>
                    <a:lstStyle/>
                    <a:p>
                      <a:pPr indent="0" lvl="0" marL="0" marR="28575"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MOV</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R3,</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#Z</a:t>
                      </a:r>
                      <a:endParaRPr sz="1800" u="none" cap="none" strike="noStrike">
                        <a:latin typeface="Courier New"/>
                        <a:ea typeface="Courier New"/>
                        <a:cs typeface="Courier New"/>
                        <a:sym typeface="Courier New"/>
                      </a:endParaRPr>
                    </a:p>
                  </a:txBody>
                  <a:tcPr marT="0" marB="0" marR="0" marL="0"/>
                </a:tc>
                <a:tc vMerge="1"/>
              </a:tr>
              <a:tr h="329450">
                <a:tc>
                  <a:txBody>
                    <a:bodyPr/>
                    <a:lstStyle/>
                    <a:p>
                      <a:pPr indent="0" lvl="0" marL="0" marR="28575"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MUL</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R5,</a:t>
                      </a:r>
                      <a:endParaRPr sz="1800" u="none" cap="none" strike="noStrike">
                        <a:latin typeface="Courier New"/>
                        <a:ea typeface="Courier New"/>
                        <a:cs typeface="Courier New"/>
                        <a:sym typeface="Courier New"/>
                      </a:endParaRPr>
                    </a:p>
                  </a:txBody>
                  <a:tcPr marT="0" marB="0" marR="0" marL="0"/>
                </a:tc>
                <a:tc>
                  <a:txBody>
                    <a:bodyPr/>
                    <a:lstStyle/>
                    <a:p>
                      <a:pPr indent="0" lvl="0" marL="6731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c>
                  <a:txBody>
                    <a:bodyPr/>
                    <a:lstStyle/>
                    <a:p>
                      <a:pPr indent="0" lvl="0" marL="34290" marR="0"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R1</a:t>
                      </a:r>
                      <a:endParaRPr sz="1800" u="none" cap="none" strike="noStrike">
                        <a:latin typeface="Courier New"/>
                        <a:ea typeface="Courier New"/>
                        <a:cs typeface="Courier New"/>
                        <a:sym typeface="Courier New"/>
                      </a:endParaRPr>
                    </a:p>
                  </a:txBody>
                  <a:tcPr marT="0" marB="0" marR="0" marL="0"/>
                </a:tc>
              </a:tr>
              <a:tr h="329150">
                <a:tc>
                  <a:txBody>
                    <a:bodyPr/>
                    <a:lstStyle/>
                    <a:p>
                      <a:pPr indent="0" lvl="0" marL="0" marR="28575"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MUL</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R6,</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c>
                  <a:txBody>
                    <a:bodyPr/>
                    <a:lstStyle/>
                    <a:p>
                      <a:pPr indent="0" lvl="0" marL="36195" marR="0"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R2</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0" marR="28575"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ADD</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R5,</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R6</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tc>
              </a:tr>
              <a:tr h="329175">
                <a:tc>
                  <a:txBody>
                    <a:bodyPr/>
                    <a:lstStyle/>
                    <a:p>
                      <a:pPr indent="0" lvl="0" marL="0" marR="28575"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MUL</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R6,</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R3,</a:t>
                      </a:r>
                      <a:endParaRPr sz="1800" u="none" cap="none" strike="noStrike">
                        <a:latin typeface="Courier New"/>
                        <a:ea typeface="Courier New"/>
                        <a:cs typeface="Courier New"/>
                        <a:sym typeface="Courier New"/>
                      </a:endParaRPr>
                    </a:p>
                  </a:txBody>
                  <a:tcPr marT="0" marB="0" marR="0" marL="0"/>
                </a:tc>
                <a:tc>
                  <a:txBody>
                    <a:bodyPr/>
                    <a:lstStyle/>
                    <a:p>
                      <a:pPr indent="0" lvl="0" marL="36195" marR="0"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R3</a:t>
                      </a:r>
                      <a:endParaRPr sz="1800" u="none" cap="none" strike="noStrike">
                        <a:latin typeface="Courier New"/>
                        <a:ea typeface="Courier New"/>
                        <a:cs typeface="Courier New"/>
                        <a:sym typeface="Courier New"/>
                      </a:endParaRPr>
                    </a:p>
                  </a:txBody>
                  <a:tcPr marT="0" marB="0" marR="0" marL="0"/>
                </a:tc>
              </a:tr>
              <a:tr h="294075">
                <a:tc>
                  <a:txBody>
                    <a:bodyPr/>
                    <a:lstStyle/>
                    <a:p>
                      <a:pPr indent="0" lvl="0" marL="0" marR="28575"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CMP</a:t>
                      </a:r>
                      <a:endParaRPr sz="1800" u="none" cap="none" strike="noStrike">
                        <a:latin typeface="Courier New"/>
                        <a:ea typeface="Courier New"/>
                        <a:cs typeface="Courier New"/>
                        <a:sym typeface="Courier New"/>
                      </a:endParaRPr>
                    </a:p>
                  </a:txBody>
                  <a:tcPr marT="0" marB="0" marR="0" marL="0"/>
                </a:tc>
                <a:tc>
                  <a:txBody>
                    <a:bodyPr/>
                    <a:lstStyle/>
                    <a:p>
                      <a:pPr indent="0" lvl="0" marL="0" marR="59689"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R5,</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R6</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txBody>
                  <a:tcPr marT="0" marB="0" marR="0" marL="0"/>
                </a:tc>
              </a:tr>
              <a:tr h="364300">
                <a:tc>
                  <a:txBody>
                    <a:bodyPr/>
                    <a:lstStyle/>
                    <a:p>
                      <a:pPr indent="0" lvl="0" marL="0" marR="28575"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BEQ</a:t>
                      </a:r>
                      <a:endParaRPr sz="1800" u="none" cap="none" strike="noStrike">
                        <a:latin typeface="Courier New"/>
                        <a:ea typeface="Courier New"/>
                        <a:cs typeface="Courier New"/>
                        <a:sym typeface="Courier New"/>
                      </a:endParaRPr>
                    </a:p>
                  </a:txBody>
                  <a:tcPr marT="31750" marB="0" marR="0" marL="0"/>
                </a:tc>
                <a:tc gridSpan="3">
                  <a:txBody>
                    <a:bodyPr/>
                    <a:lstStyle/>
                    <a:p>
                      <a:pPr indent="0" lvl="0" marL="67945"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_same</a:t>
                      </a:r>
                      <a:endParaRPr sz="1800" u="none" cap="none" strike="noStrike">
                        <a:latin typeface="Courier New"/>
                        <a:ea typeface="Courier New"/>
                        <a:cs typeface="Courier New"/>
                        <a:sym typeface="Courier New"/>
                      </a:endParaRPr>
                    </a:p>
                  </a:txBody>
                  <a:tcPr marT="31750" marB="0" marR="0" marL="0"/>
                </a:tc>
                <a:tc hMerge="1"/>
                <a:tc hMerge="1"/>
              </a:tr>
              <a:tr h="294075">
                <a:tc>
                  <a:txBody>
                    <a:bodyPr/>
                    <a:lstStyle/>
                    <a:p>
                      <a:pPr indent="0" lvl="0" marL="0" marR="28575"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MOV</a:t>
                      </a:r>
                      <a:endParaRPr sz="1800" u="none" cap="none" strike="noStrike">
                        <a:latin typeface="Courier New"/>
                        <a:ea typeface="Courier New"/>
                        <a:cs typeface="Courier New"/>
                        <a:sym typeface="Courier New"/>
                      </a:endParaRPr>
                    </a:p>
                  </a:txBody>
                  <a:tcPr marT="0" marB="0" marR="0" marL="0"/>
                </a:tc>
                <a:tc gridSpan="3">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R4, #0</a:t>
                      </a:r>
                      <a:endParaRPr sz="1800" u="none" cap="none" strike="noStrike">
                        <a:latin typeface="Courier New"/>
                        <a:ea typeface="Courier New"/>
                        <a:cs typeface="Courier New"/>
                        <a:sym typeface="Courier New"/>
                      </a:endParaRPr>
                    </a:p>
                  </a:txBody>
                  <a:tcPr marT="0" marB="0" marR="0" marL="0"/>
                </a:tc>
                <a:tc hMerge="1"/>
                <a:tc hMerge="1"/>
              </a:tr>
            </a:tbl>
          </a:graphicData>
        </a:graphic>
      </p:graphicFrame>
      <p:sp>
        <p:nvSpPr>
          <p:cNvPr id="1119" name="Google Shape;1119;p54"/>
          <p:cNvSpPr txBox="1"/>
          <p:nvPr/>
        </p:nvSpPr>
        <p:spPr>
          <a:xfrm>
            <a:off x="5311902" y="5557266"/>
            <a:ext cx="1391920" cy="95885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B _exit</a:t>
            </a:r>
            <a:endParaRPr b="0" i="0" sz="18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20"/>
              </a:spcBef>
              <a:spcAft>
                <a:spcPts val="0"/>
              </a:spcAft>
              <a:buClr>
                <a:srgbClr val="000000"/>
              </a:buClr>
              <a:buSzPts val="2650"/>
              <a:buFont typeface="Arial"/>
              <a:buNone/>
            </a:pPr>
            <a:r>
              <a:t/>
            </a:r>
            <a:endParaRPr b="0" i="0" sz="265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5"/>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MOV R4, #1</a:t>
            </a:r>
            <a:endParaRPr b="0" i="0" sz="1800" u="none" cap="none" strike="noStrike">
              <a:solidFill>
                <a:srgbClr val="000000"/>
              </a:solidFill>
              <a:latin typeface="Courier New"/>
              <a:ea typeface="Courier New"/>
              <a:cs typeface="Courier New"/>
              <a:sym typeface="Courier New"/>
            </a:endParaRPr>
          </a:p>
        </p:txBody>
      </p:sp>
      <p:sp>
        <p:nvSpPr>
          <p:cNvPr id="1120" name="Google Shape;1120;p54"/>
          <p:cNvSpPr txBox="1"/>
          <p:nvPr/>
        </p:nvSpPr>
        <p:spPr>
          <a:xfrm>
            <a:off x="4218940" y="5886450"/>
            <a:ext cx="845819"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_same:</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4" name="Shape 1124"/>
        <p:cNvGrpSpPr/>
        <p:nvPr/>
      </p:nvGrpSpPr>
      <p:grpSpPr>
        <a:xfrm>
          <a:off x="0" y="0"/>
          <a:ext cx="0" cy="0"/>
          <a:chOff x="0" y="0"/>
          <a:chExt cx="0" cy="0"/>
        </a:xfrm>
      </p:grpSpPr>
      <p:sp>
        <p:nvSpPr>
          <p:cNvPr id="1125" name="Google Shape;1125;p55"/>
          <p:cNvSpPr txBox="1"/>
          <p:nvPr>
            <p:ph type="title"/>
          </p:nvPr>
        </p:nvSpPr>
        <p:spPr>
          <a:xfrm>
            <a:off x="2201672" y="462279"/>
            <a:ext cx="4739005"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Example: Pythagoras</a:t>
            </a:r>
            <a:endParaRPr/>
          </a:p>
        </p:txBody>
      </p:sp>
      <p:sp>
        <p:nvSpPr>
          <p:cNvPr id="1126" name="Google Shape;1126;p55"/>
          <p:cNvSpPr txBox="1"/>
          <p:nvPr/>
        </p:nvSpPr>
        <p:spPr>
          <a:xfrm>
            <a:off x="535940" y="1542491"/>
            <a:ext cx="2464435" cy="4049395"/>
          </a:xfrm>
          <a:prstGeom prst="rect">
            <a:avLst/>
          </a:prstGeom>
          <a:noFill/>
          <a:ln>
            <a:noFill/>
          </a:ln>
        </p:spPr>
        <p:txBody>
          <a:bodyPr anchorCtr="0" anchor="t" bIns="0" lIns="0" spcFirstLastPara="1" rIns="0" wrap="square" tIns="12700">
            <a:spAutoFit/>
          </a:bodyPr>
          <a:lstStyle/>
          <a:p>
            <a:pPr indent="0" lvl="0" marL="12700" marR="1529080" rtl="0" algn="just">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int x;  int y;  int z;  int p;   x = 3;</a:t>
            </a:r>
            <a:endParaRPr b="0" i="0" sz="2000" u="none" cap="none" strike="noStrike">
              <a:solidFill>
                <a:srgbClr val="000000"/>
              </a:solidFill>
              <a:latin typeface="Courier New"/>
              <a:ea typeface="Courier New"/>
              <a:cs typeface="Courier New"/>
              <a:sym typeface="Courier New"/>
            </a:endParaRPr>
          </a:p>
          <a:p>
            <a:pPr indent="0" lvl="0" marL="12700" marR="0" rtl="0" algn="just">
              <a:lnSpc>
                <a:spcPct val="100000"/>
              </a:lnSpc>
              <a:spcBef>
                <a:spcPts val="48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y = 4;</a:t>
            </a:r>
            <a:endParaRPr b="0" i="0" sz="2000" u="none" cap="none" strike="noStrike">
              <a:solidFill>
                <a:srgbClr val="000000"/>
              </a:solidFill>
              <a:latin typeface="Courier New"/>
              <a:ea typeface="Courier New"/>
              <a:cs typeface="Courier New"/>
              <a:sym typeface="Courier New"/>
            </a:endParaRPr>
          </a:p>
          <a:p>
            <a:pPr indent="0" lvl="0" marL="12700" marR="0" rtl="0" algn="just">
              <a:lnSpc>
                <a:spcPct val="100000"/>
              </a:lnSpc>
              <a:spcBef>
                <a:spcPts val="48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z = 5;</a:t>
            </a:r>
            <a:endParaRPr b="0" i="0" sz="2000" u="none" cap="none" strike="noStrike">
              <a:solidFill>
                <a:srgbClr val="000000"/>
              </a:solidFill>
              <a:latin typeface="Courier New"/>
              <a:ea typeface="Courier New"/>
              <a:cs typeface="Courier New"/>
              <a:sym typeface="Courier New"/>
            </a:endParaRPr>
          </a:p>
          <a:p>
            <a:pPr indent="-152400" lvl="0" marL="165100" marR="5080" rtl="0" algn="l">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if(x*x+y*y==z*z)  p=1;</a:t>
            </a:r>
            <a:endParaRPr b="0" i="0" sz="2000" u="none" cap="none" strike="noStrike">
              <a:solidFill>
                <a:srgbClr val="000000"/>
              </a:solidFill>
              <a:latin typeface="Courier New"/>
              <a:ea typeface="Courier New"/>
              <a:cs typeface="Courier New"/>
              <a:sym typeface="Courier New"/>
            </a:endParaRPr>
          </a:p>
          <a:p>
            <a:pPr indent="-152400" lvl="0" marL="165100" marR="1681479" rtl="0" algn="l">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else  p=0;</a:t>
            </a:r>
            <a:endParaRPr b="0" i="0" sz="2000" u="none" cap="none" strike="noStrike">
              <a:solidFill>
                <a:srgbClr val="000000"/>
              </a:solidFill>
              <a:latin typeface="Courier New"/>
              <a:ea typeface="Courier New"/>
              <a:cs typeface="Courier New"/>
              <a:sym typeface="Courier New"/>
            </a:endParaRPr>
          </a:p>
        </p:txBody>
      </p:sp>
      <p:sp>
        <p:nvSpPr>
          <p:cNvPr id="1127" name="Google Shape;1127;p55"/>
          <p:cNvSpPr txBox="1"/>
          <p:nvPr/>
        </p:nvSpPr>
        <p:spPr>
          <a:xfrm>
            <a:off x="4218940" y="1606803"/>
            <a:ext cx="845819"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_exit:</a:t>
            </a:r>
            <a:endParaRPr b="0" i="0" sz="1800" u="none" cap="none" strike="noStrike">
              <a:solidFill>
                <a:srgbClr val="000000"/>
              </a:solidFill>
              <a:latin typeface="Courier New"/>
              <a:ea typeface="Courier New"/>
              <a:cs typeface="Courier New"/>
              <a:sym typeface="Courier New"/>
            </a:endParaRPr>
          </a:p>
        </p:txBody>
      </p:sp>
      <p:graphicFrame>
        <p:nvGraphicFramePr>
          <p:cNvPr id="1128" name="Google Shape;1128;p55"/>
          <p:cNvGraphicFramePr/>
          <p:nvPr/>
        </p:nvGraphicFramePr>
        <p:xfrm>
          <a:off x="5292852" y="1986974"/>
          <a:ext cx="3000000" cy="3000000"/>
        </p:xfrm>
        <a:graphic>
          <a:graphicData uri="http://schemas.openxmlformats.org/drawingml/2006/table">
            <a:tbl>
              <a:tblPr bandRow="1" firstRow="1">
                <a:noFill/>
                <a:tableStyleId>{A208092A-0E1D-4A29-AAB8-C88494F253AD}</a:tableStyleId>
              </a:tblPr>
              <a:tblGrid>
                <a:gridCol w="509900"/>
                <a:gridCol w="614675"/>
                <a:gridCol w="441950"/>
              </a:tblGrid>
              <a:tr h="294075">
                <a:tc>
                  <a:txBody>
                    <a:bodyPr/>
                    <a:lstStyle/>
                    <a:p>
                      <a:pPr indent="0" lvl="0" marL="0" marR="28575" rtl="0" algn="ct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MOV</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R0,</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R4</a:t>
                      </a:r>
                      <a:endParaRPr sz="1800" u="none" cap="none" strike="noStrike">
                        <a:latin typeface="Courier New"/>
                        <a:ea typeface="Courier New"/>
                        <a:cs typeface="Courier New"/>
                        <a:sym typeface="Courier New"/>
                      </a:endParaRPr>
                    </a:p>
                  </a:txBody>
                  <a:tcPr marT="0" marB="0" marR="0" marL="0"/>
                </a:tc>
              </a:tr>
              <a:tr h="329175">
                <a:tc>
                  <a:txBody>
                    <a:bodyPr/>
                    <a:lstStyle/>
                    <a:p>
                      <a:pPr indent="0" lvl="0" marL="0" marR="28575"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MOV</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R7,</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a:t>
                      </a:r>
                      <a:endParaRPr sz="1800" u="none" cap="none" strike="noStrike">
                        <a:latin typeface="Courier New"/>
                        <a:ea typeface="Courier New"/>
                        <a:cs typeface="Courier New"/>
                        <a:sym typeface="Courier New"/>
                      </a:endParaRPr>
                    </a:p>
                  </a:txBody>
                  <a:tcPr marT="0" marB="0" marR="0" marL="0"/>
                </a:tc>
              </a:tr>
              <a:tr h="493800">
                <a:tc>
                  <a:txBody>
                    <a:bodyPr/>
                    <a:lstStyle/>
                    <a:p>
                      <a:pPr indent="0" lvl="0" marL="0" marR="28575" rtl="0" algn="ct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SWI</a:t>
                      </a:r>
                      <a:endParaRPr sz="1800" u="none" cap="none" strike="noStrike">
                        <a:latin typeface="Courier New"/>
                        <a:ea typeface="Courier New"/>
                        <a:cs typeface="Courier New"/>
                        <a:sym typeface="Courier New"/>
                      </a:endParaRPr>
                    </a:p>
                  </a:txBody>
                  <a:tcPr marT="0" marB="0" marR="0" marL="0"/>
                </a:tc>
                <a:tc>
                  <a:txBody>
                    <a:bodyPr/>
                    <a:lstStyle/>
                    <a:p>
                      <a:pPr indent="0" lvl="0" marL="67945"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0</a:t>
                      </a:r>
                      <a:endParaRPr sz="1800" u="none" cap="none" strike="noStrike">
                        <a:latin typeface="Courier New"/>
                        <a:ea typeface="Courier New"/>
                        <a:cs typeface="Courier New"/>
                        <a:sym typeface="Courier New"/>
                      </a:endParaRPr>
                    </a:p>
                  </a:txBody>
                  <a:tcPr marT="0" marB="0" marR="0" marL="0"/>
                </a:tc>
                <a:tc>
                  <a:txBody>
                    <a:bodyPr/>
                    <a:lstStyle/>
                    <a:p>
                      <a:pPr indent="0" lvl="0" marL="0" marR="0" rtl="0" algn="l">
                        <a:lnSpc>
                          <a:spcPct val="100000"/>
                        </a:lnSpc>
                        <a:spcBef>
                          <a:spcPts val="0"/>
                        </a:spcBef>
                        <a:spcAft>
                          <a:spcPts val="0"/>
                        </a:spcAft>
                        <a:buClr>
                          <a:srgbClr val="000000"/>
                        </a:buClr>
                        <a:buSzPts val="2200"/>
                        <a:buFont typeface="Arial"/>
                        <a:buNone/>
                      </a:pPr>
                      <a:r>
                        <a:t/>
                      </a:r>
                      <a:endParaRPr sz="2200" u="none" cap="none" strike="noStrike">
                        <a:latin typeface="Times New Roman"/>
                        <a:ea typeface="Times New Roman"/>
                        <a:cs typeface="Times New Roman"/>
                        <a:sym typeface="Times New Roman"/>
                      </a:endParaRPr>
                    </a:p>
                  </a:txBody>
                  <a:tcPr marT="0" marB="0" marR="0" marL="0"/>
                </a:tc>
              </a:tr>
              <a:tr h="458975">
                <a:tc>
                  <a:txBody>
                    <a:bodyPr/>
                    <a:lstStyle/>
                    <a:p>
                      <a:pPr indent="0" lvl="0" marL="0" marR="29209"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161300" marB="0" marR="0" marL="0"/>
                </a:tc>
                <a:tc>
                  <a:txBody>
                    <a:bodyPr/>
                    <a:lstStyle/>
                    <a:p>
                      <a:pPr indent="0" lvl="0" marL="0" marR="0" rtl="0" algn="l">
                        <a:lnSpc>
                          <a:spcPct val="100000"/>
                        </a:lnSpc>
                        <a:spcBef>
                          <a:spcPts val="0"/>
                        </a:spcBef>
                        <a:spcAft>
                          <a:spcPts val="0"/>
                        </a:spcAft>
                        <a:buClr>
                          <a:srgbClr val="000000"/>
                        </a:buClr>
                        <a:buSzPts val="2200"/>
                        <a:buFont typeface="Arial"/>
                        <a:buNone/>
                      </a:pPr>
                      <a:r>
                        <a:t/>
                      </a:r>
                      <a:endParaRPr sz="2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2200"/>
                        <a:buFont typeface="Arial"/>
                        <a:buNone/>
                      </a:pPr>
                      <a:r>
                        <a:t/>
                      </a:r>
                      <a:endParaRPr sz="2200" u="none" cap="none" strike="noStrike">
                        <a:latin typeface="Times New Roman"/>
                        <a:ea typeface="Times New Roman"/>
                        <a:cs typeface="Times New Roman"/>
                        <a:sym typeface="Times New Roman"/>
                      </a:endParaRPr>
                    </a:p>
                  </a:txBody>
                  <a:tcPr marT="0" marB="0" marR="0" marL="0"/>
                </a:tc>
              </a:tr>
            </a:tbl>
          </a:graphicData>
        </a:graphic>
      </p:graphicFrame>
      <p:sp>
        <p:nvSpPr>
          <p:cNvPr id="1129" name="Google Shape;1129;p55"/>
          <p:cNvSpPr txBox="1"/>
          <p:nvPr/>
        </p:nvSpPr>
        <p:spPr>
          <a:xfrm>
            <a:off x="4218957" y="2868722"/>
            <a:ext cx="1659300" cy="677700"/>
          </a:xfrm>
          <a:prstGeom prst="rect">
            <a:avLst/>
          </a:prstGeom>
          <a:noFill/>
          <a:ln>
            <a:noFill/>
          </a:ln>
        </p:spPr>
        <p:txBody>
          <a:bodyPr anchorCtr="0" anchor="t" bIns="0" lIns="0" spcFirstLastPara="1" rIns="0" wrap="square" tIns="673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.data</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434"/>
              </a:spcBef>
              <a:spcAft>
                <a:spcPts val="0"/>
              </a:spcAft>
              <a:buClr>
                <a:srgbClr val="000000"/>
              </a:buClr>
              <a:buSzPts val="1800"/>
              <a:buFont typeface="Arial"/>
              <a:buNone/>
            </a:pPr>
            <a:r>
              <a:rPr b="0" i="0" lang="en-US" sz="1800" u="none" cap="none" strike="noStrike">
                <a:solidFill>
                  <a:srgbClr val="000000"/>
                </a:solidFill>
                <a:latin typeface="Courier New"/>
                <a:ea typeface="Courier New"/>
                <a:cs typeface="Courier New"/>
                <a:sym typeface="Courier New"/>
              </a:rPr>
              <a:t>.equ X,</a:t>
            </a:r>
            <a:endParaRPr b="0" i="0" sz="1800" u="none" cap="none" strike="noStrike">
              <a:solidFill>
                <a:srgbClr val="000000"/>
              </a:solidFill>
              <a:latin typeface="Courier New"/>
              <a:ea typeface="Courier New"/>
              <a:cs typeface="Courier New"/>
              <a:sym typeface="Courier New"/>
            </a:endParaRPr>
          </a:p>
        </p:txBody>
      </p:sp>
      <p:graphicFrame>
        <p:nvGraphicFramePr>
          <p:cNvPr id="1130" name="Google Shape;1130;p55"/>
          <p:cNvGraphicFramePr/>
          <p:nvPr/>
        </p:nvGraphicFramePr>
        <p:xfrm>
          <a:off x="4199890" y="3633148"/>
          <a:ext cx="3000000" cy="3000000"/>
        </p:xfrm>
        <a:graphic>
          <a:graphicData uri="http://schemas.openxmlformats.org/drawingml/2006/table">
            <a:tbl>
              <a:tblPr bandRow="1" firstRow="1">
                <a:noFill/>
                <a:tableStyleId>{A208092A-0E1D-4A29-AAB8-C88494F253AD}</a:tableStyleId>
              </a:tblPr>
              <a:tblGrid>
                <a:gridCol w="647075"/>
                <a:gridCol w="478150"/>
                <a:gridCol w="305425"/>
              </a:tblGrid>
              <a:tr h="294075">
                <a:tc>
                  <a:txBody>
                    <a:bodyPr/>
                    <a:lstStyle/>
                    <a:p>
                      <a:pPr indent="0" lvl="0" marL="3175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.equ</a:t>
                      </a:r>
                      <a:endParaRPr sz="1800" u="none" cap="none" strike="noStrike">
                        <a:latin typeface="Courier New"/>
                        <a:ea typeface="Courier New"/>
                        <a:cs typeface="Courier New"/>
                        <a:sym typeface="Courier New"/>
                      </a:endParaRPr>
                    </a:p>
                  </a:txBody>
                  <a:tcPr marT="0" marB="0" marR="0" marL="0"/>
                </a:tc>
                <a:tc>
                  <a:txBody>
                    <a:bodyPr/>
                    <a:lstStyle/>
                    <a:p>
                      <a:pPr indent="0" lvl="0" marL="67310" marR="0" rtl="0" algn="l">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Y,</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03333"/>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4</a:t>
                      </a:r>
                      <a:endParaRPr sz="1800" u="none" cap="none" strike="noStrike">
                        <a:latin typeface="Courier New"/>
                        <a:ea typeface="Courier New"/>
                        <a:cs typeface="Courier New"/>
                        <a:sym typeface="Courier New"/>
                      </a:endParaRPr>
                    </a:p>
                  </a:txBody>
                  <a:tcPr marT="0" marB="0" marR="0" marL="0"/>
                </a:tc>
              </a:tr>
              <a:tr h="294075">
                <a:tc>
                  <a:txBody>
                    <a:bodyPr/>
                    <a:lstStyle/>
                    <a:p>
                      <a:pPr indent="0" lvl="0" marL="3175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.equ</a:t>
                      </a:r>
                      <a:endParaRPr sz="1800" u="none" cap="none" strike="noStrike">
                        <a:latin typeface="Courier New"/>
                        <a:ea typeface="Courier New"/>
                        <a:cs typeface="Courier New"/>
                        <a:sym typeface="Courier New"/>
                      </a:endParaRPr>
                    </a:p>
                  </a:txBody>
                  <a:tcPr marT="0" marB="0" marR="0" marL="0"/>
                </a:tc>
                <a:tc>
                  <a:txBody>
                    <a:bodyPr/>
                    <a:lstStyle/>
                    <a:p>
                      <a:pPr indent="0" lvl="0" marL="67310" marR="0" rtl="0" algn="l">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Z,</a:t>
                      </a:r>
                      <a:endParaRPr sz="1800" u="none" cap="none" strike="noStrike">
                        <a:latin typeface="Courier New"/>
                        <a:ea typeface="Courier New"/>
                        <a:cs typeface="Courier New"/>
                        <a:sym typeface="Courier New"/>
                      </a:endParaRPr>
                    </a:p>
                  </a:txBody>
                  <a:tcPr marT="0" marB="0" marR="0" marL="0"/>
                </a:tc>
                <a:tc>
                  <a:txBody>
                    <a:bodyPr/>
                    <a:lstStyle/>
                    <a:p>
                      <a:pPr indent="0" lvl="0" marL="0" marR="24130" rtl="0" algn="r">
                        <a:lnSpc>
                          <a:spcPct val="118611"/>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5</a:t>
                      </a:r>
                      <a:endParaRPr sz="1800" u="none" cap="none" strike="noStrike">
                        <a:latin typeface="Courier New"/>
                        <a:ea typeface="Courier New"/>
                        <a:cs typeface="Courier New"/>
                        <a:sym typeface="Courier New"/>
                      </a:endParaRPr>
                    </a:p>
                  </a:txBody>
                  <a:tcPr marT="0" marB="0" marR="0" marL="0"/>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g23d4a897f4b_0_2128"/>
          <p:cNvSpPr txBox="1"/>
          <p:nvPr>
            <p:ph type="title"/>
          </p:nvPr>
        </p:nvSpPr>
        <p:spPr>
          <a:xfrm>
            <a:off x="971550" y="163175"/>
            <a:ext cx="72009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See a Program Runs</a:t>
            </a:r>
            <a:endParaRPr/>
          </a:p>
        </p:txBody>
      </p:sp>
      <p:sp>
        <p:nvSpPr>
          <p:cNvPr id="1136" name="Google Shape;1136;g23d4a897f4b_0_2128"/>
          <p:cNvSpPr txBox="1"/>
          <p:nvPr>
            <p:ph idx="12" type="sldNum"/>
          </p:nvPr>
        </p:nvSpPr>
        <p:spPr>
          <a:xfrm>
            <a:off x="683271" y="6351508"/>
            <a:ext cx="14859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137" name="Google Shape;1137;g23d4a897f4b_0_2128"/>
          <p:cNvSpPr/>
          <p:nvPr/>
        </p:nvSpPr>
        <p:spPr>
          <a:xfrm>
            <a:off x="1476750" y="1467749"/>
            <a:ext cx="1666500" cy="23388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int</a:t>
            </a:r>
            <a:r>
              <a:rPr lang="en-US" sz="1800">
                <a:solidFill>
                  <a:schemeClr val="dk1"/>
                </a:solidFill>
                <a:latin typeface="Libre Franklin"/>
                <a:ea typeface="Libre Franklin"/>
                <a:cs typeface="Libre Franklin"/>
                <a:sym typeface="Libre Franklin"/>
              </a:rPr>
              <a:t> sum</a:t>
            </a:r>
            <a:r>
              <a:rPr b="0" i="0" lang="en-US" sz="1800" u="none" cap="none" strike="noStrike">
                <a:solidFill>
                  <a:schemeClr val="dk1"/>
                </a:solidFill>
                <a:latin typeface="Libre Franklin"/>
                <a:ea typeface="Libre Franklin"/>
                <a:cs typeface="Libre Franklin"/>
                <a:sym typeface="Libre Franklin"/>
              </a:rPr>
              <a:t>(void){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int a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int b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int 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c = a +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return </a:t>
            </a:r>
            <a:r>
              <a:rPr lang="en-US" sz="1800">
                <a:solidFill>
                  <a:schemeClr val="dk1"/>
                </a:solidFill>
                <a:latin typeface="Libre Franklin"/>
                <a:ea typeface="Libre Franklin"/>
                <a:cs typeface="Libre Franklin"/>
                <a:sym typeface="Libre Franklin"/>
              </a:rPr>
              <a:t>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t>
            </a:r>
            <a:endParaRPr b="0" i="0" sz="1400" u="none" cap="none" strike="noStrike">
              <a:solidFill>
                <a:srgbClr val="000000"/>
              </a:solidFill>
              <a:latin typeface="Arial"/>
              <a:ea typeface="Arial"/>
              <a:cs typeface="Arial"/>
              <a:sym typeface="Arial"/>
            </a:endParaRPr>
          </a:p>
        </p:txBody>
      </p:sp>
      <p:sp>
        <p:nvSpPr>
          <p:cNvPr id="1138" name="Google Shape;1138;g23d4a897f4b_0_2128"/>
          <p:cNvSpPr txBox="1"/>
          <p:nvPr/>
        </p:nvSpPr>
        <p:spPr>
          <a:xfrm>
            <a:off x="2057400" y="1143000"/>
            <a:ext cx="108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C Code</a:t>
            </a:r>
            <a:endParaRPr b="0" i="0" sz="1400" u="none" cap="none" strike="noStrike">
              <a:solidFill>
                <a:srgbClr val="000000"/>
              </a:solidFill>
              <a:latin typeface="Arial"/>
              <a:ea typeface="Arial"/>
              <a:cs typeface="Arial"/>
              <a:sym typeface="Arial"/>
            </a:endParaRPr>
          </a:p>
        </p:txBody>
      </p:sp>
      <p:grpSp>
        <p:nvGrpSpPr>
          <p:cNvPr id="1139" name="Google Shape;1139;g23d4a897f4b_0_2128"/>
          <p:cNvGrpSpPr/>
          <p:nvPr/>
        </p:nvGrpSpPr>
        <p:grpSpPr>
          <a:xfrm>
            <a:off x="3226010" y="1326894"/>
            <a:ext cx="5598482" cy="2404217"/>
            <a:chOff x="2777099" y="1326925"/>
            <a:chExt cx="5729692" cy="1869967"/>
          </a:xfrm>
        </p:grpSpPr>
        <p:sp>
          <p:nvSpPr>
            <p:cNvPr id="1140" name="Google Shape;1140;g23d4a897f4b_0_2128"/>
            <p:cNvSpPr/>
            <p:nvPr/>
          </p:nvSpPr>
          <p:spPr>
            <a:xfrm>
              <a:off x="3352800" y="2382156"/>
              <a:ext cx="914400" cy="152400"/>
            </a:xfrm>
            <a:prstGeom prst="rightArrow">
              <a:avLst>
                <a:gd fmla="val 50000" name="adj1"/>
                <a:gd fmla="val 50000" name="adj2"/>
              </a:avLst>
            </a:prstGeom>
            <a:solidFill>
              <a:schemeClr val="accent1"/>
            </a:solid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1141" name="Google Shape;1141;g23d4a897f4b_0_2128"/>
            <p:cNvSpPr txBox="1"/>
            <p:nvPr/>
          </p:nvSpPr>
          <p:spPr>
            <a:xfrm>
              <a:off x="2777099" y="1987050"/>
              <a:ext cx="1639500" cy="287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compiler</a:t>
              </a:r>
              <a:endParaRPr b="0" i="0" sz="1400" u="none" cap="none" strike="noStrike">
                <a:solidFill>
                  <a:srgbClr val="000000"/>
                </a:solidFill>
                <a:latin typeface="Arial"/>
                <a:ea typeface="Arial"/>
                <a:cs typeface="Arial"/>
                <a:sym typeface="Arial"/>
              </a:endParaRPr>
            </a:p>
          </p:txBody>
        </p:sp>
        <p:sp>
          <p:nvSpPr>
            <p:cNvPr id="1142" name="Google Shape;1142;g23d4a897f4b_0_2128"/>
            <p:cNvSpPr/>
            <p:nvPr/>
          </p:nvSpPr>
          <p:spPr>
            <a:xfrm>
              <a:off x="4571991" y="1719692"/>
              <a:ext cx="3934800" cy="14772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MOVS r1, #0x00  	</a:t>
              </a:r>
              <a:r>
                <a:rPr b="0" i="0" lang="en-US" sz="1800" u="none" cap="none" strike="noStrike">
                  <a:solidFill>
                    <a:srgbClr val="7F7F7F"/>
                  </a:solidFill>
                  <a:latin typeface="Libre Franklin"/>
                  <a:ea typeface="Libre Franklin"/>
                  <a:cs typeface="Libre Franklin"/>
                  <a:sym typeface="Libre Franklin"/>
                </a:rPr>
                <a:t>; int a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MOVS r2, #0x01	</a:t>
              </a:r>
              <a:r>
                <a:rPr b="0" i="0" lang="en-US" sz="1800" u="none" cap="none" strike="noStrike">
                  <a:solidFill>
                    <a:srgbClr val="7F7F7F"/>
                  </a:solidFill>
                  <a:latin typeface="Libre Franklin"/>
                  <a:ea typeface="Libre Franklin"/>
                  <a:cs typeface="Libre Franklin"/>
                  <a:sym typeface="Libre Franklin"/>
                </a:rPr>
                <a:t>; int b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ADDS r3, r1, r2	</a:t>
              </a:r>
              <a:r>
                <a:rPr b="0" i="0" lang="en-US" sz="1800" u="none" cap="none" strike="noStrike">
                  <a:solidFill>
                    <a:srgbClr val="7F7F7F"/>
                  </a:solidFill>
                  <a:latin typeface="Libre Franklin"/>
                  <a:ea typeface="Libre Franklin"/>
                  <a:cs typeface="Libre Franklin"/>
                  <a:sym typeface="Libre Franklin"/>
                </a:rPr>
                <a:t>; c = a +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MOVS r0, </a:t>
              </a:r>
              <a:r>
                <a:rPr lang="en-US" sz="1800">
                  <a:solidFill>
                    <a:schemeClr val="dk1"/>
                  </a:solidFill>
                  <a:latin typeface="Libre Franklin"/>
                  <a:ea typeface="Libre Franklin"/>
                  <a:cs typeface="Libre Franklin"/>
                  <a:sym typeface="Libre Franklin"/>
                </a:rPr>
                <a:t>r3</a:t>
              </a:r>
              <a:r>
                <a:rPr b="0" i="0" lang="en-US" sz="1800" u="none" cap="none" strike="noStrike">
                  <a:solidFill>
                    <a:schemeClr val="dk1"/>
                  </a:solidFill>
                  <a:latin typeface="Libre Franklin"/>
                  <a:ea typeface="Libre Franklin"/>
                  <a:cs typeface="Libre Franklin"/>
                  <a:sym typeface="Libre Franklin"/>
                </a:rPr>
                <a:t>	</a:t>
              </a:r>
              <a:r>
                <a:rPr b="0" i="0" lang="en-US" sz="1800" u="none" cap="none" strike="noStrike">
                  <a:solidFill>
                    <a:srgbClr val="7F7F7F"/>
                  </a:solidFill>
                  <a:latin typeface="Libre Franklin"/>
                  <a:ea typeface="Libre Franklin"/>
                  <a:cs typeface="Libre Franklin"/>
                  <a:sym typeface="Libre Franklin"/>
                </a:rPr>
                <a:t>; set return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BX lr		</a:t>
              </a:r>
              <a:r>
                <a:rPr b="0" i="0" lang="en-US" sz="1800" u="none" cap="none" strike="noStrike">
                  <a:solidFill>
                    <a:srgbClr val="7F7F7F"/>
                  </a:solidFill>
                  <a:latin typeface="Libre Franklin"/>
                  <a:ea typeface="Libre Franklin"/>
                  <a:cs typeface="Libre Franklin"/>
                  <a:sym typeface="Libre Franklin"/>
                </a:rPr>
                <a:t>; return</a:t>
              </a:r>
              <a:endParaRPr b="0" i="0" sz="1800" u="none" cap="none" strike="noStrike">
                <a:solidFill>
                  <a:srgbClr val="7F7F7F"/>
                </a:solidFill>
                <a:latin typeface="Libre Franklin"/>
                <a:ea typeface="Libre Franklin"/>
                <a:cs typeface="Libre Franklin"/>
                <a:sym typeface="Libre Franklin"/>
              </a:endParaRPr>
            </a:p>
          </p:txBody>
        </p:sp>
        <p:sp>
          <p:nvSpPr>
            <p:cNvPr id="1143" name="Google Shape;1143;g23d4a897f4b_0_2128"/>
            <p:cNvSpPr txBox="1"/>
            <p:nvPr/>
          </p:nvSpPr>
          <p:spPr>
            <a:xfrm>
              <a:off x="4571998" y="1326925"/>
              <a:ext cx="2559300" cy="287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Assembly Code</a:t>
              </a:r>
              <a:endParaRPr b="0" i="0" sz="1400" u="none" cap="none" strike="noStrike">
                <a:solidFill>
                  <a:srgbClr val="000000"/>
                </a:solidFill>
                <a:latin typeface="Arial"/>
                <a:ea typeface="Arial"/>
                <a:cs typeface="Arial"/>
                <a:sym typeface="Arial"/>
              </a:endParaRPr>
            </a:p>
          </p:txBody>
        </p:sp>
      </p:grpSp>
      <p:grpSp>
        <p:nvGrpSpPr>
          <p:cNvPr id="1144" name="Google Shape;1144;g23d4a897f4b_0_2128"/>
          <p:cNvGrpSpPr/>
          <p:nvPr/>
        </p:nvGrpSpPr>
        <p:grpSpPr>
          <a:xfrm>
            <a:off x="3507094" y="2796885"/>
            <a:ext cx="1379870" cy="1460531"/>
            <a:chOff x="3152123" y="2796885"/>
            <a:chExt cx="1839827" cy="1460531"/>
          </a:xfrm>
        </p:grpSpPr>
        <p:sp>
          <p:nvSpPr>
            <p:cNvPr id="1145" name="Google Shape;1145;g23d4a897f4b_0_2128"/>
            <p:cNvSpPr/>
            <p:nvPr/>
          </p:nvSpPr>
          <p:spPr>
            <a:xfrm rot="8470749">
              <a:off x="3685869" y="3536207"/>
              <a:ext cx="1383502" cy="240492"/>
            </a:xfrm>
            <a:prstGeom prst="rightArrow">
              <a:avLst>
                <a:gd fmla="val 50000" name="adj1"/>
                <a:gd fmla="val 50000" name="adj2"/>
              </a:avLst>
            </a:prstGeom>
            <a:solidFill>
              <a:schemeClr val="accent1"/>
            </a:solid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1146" name="Google Shape;1146;g23d4a897f4b_0_2128"/>
            <p:cNvSpPr txBox="1"/>
            <p:nvPr/>
          </p:nvSpPr>
          <p:spPr>
            <a:xfrm rot="-2235677">
              <a:off x="3088793" y="3317866"/>
              <a:ext cx="1862083" cy="4185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assembler</a:t>
              </a:r>
              <a:endParaRPr b="0" i="0" sz="1400" u="none" cap="none" strike="noStrike">
                <a:solidFill>
                  <a:srgbClr val="000000"/>
                </a:solidFill>
                <a:latin typeface="Arial"/>
                <a:ea typeface="Arial"/>
                <a:cs typeface="Arial"/>
                <a:sym typeface="Arial"/>
              </a:endParaRPr>
            </a:p>
          </p:txBody>
        </p:sp>
      </p:grpSp>
      <p:grpSp>
        <p:nvGrpSpPr>
          <p:cNvPr id="1147" name="Google Shape;1147;g23d4a897f4b_0_2128"/>
          <p:cNvGrpSpPr/>
          <p:nvPr/>
        </p:nvGrpSpPr>
        <p:grpSpPr>
          <a:xfrm>
            <a:off x="195571" y="3930259"/>
            <a:ext cx="2947683" cy="2461845"/>
            <a:chOff x="-152399" y="3930125"/>
            <a:chExt cx="2819400" cy="2279275"/>
          </a:xfrm>
        </p:grpSpPr>
        <p:sp>
          <p:nvSpPr>
            <p:cNvPr id="1148" name="Google Shape;1148;g23d4a897f4b_0_2128"/>
            <p:cNvSpPr/>
            <p:nvPr/>
          </p:nvSpPr>
          <p:spPr>
            <a:xfrm>
              <a:off x="-152399" y="4348120"/>
              <a:ext cx="2819400" cy="14772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0010000100000000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0010001000000001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0001100010001011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00100000000000</a:t>
              </a:r>
              <a:r>
                <a:rPr b="0" i="0" lang="en-US" sz="1800" u="none" cap="none" strike="noStrike">
                  <a:solidFill>
                    <a:schemeClr val="dk1"/>
                  </a:solidFill>
                  <a:latin typeface="Libre Franklin"/>
                  <a:ea typeface="Libre Franklin"/>
                  <a:cs typeface="Libre Franklin"/>
                  <a:sym typeface="Libre Franklin"/>
                </a:rPr>
                <a:t>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0100011101110000</a:t>
              </a:r>
              <a:endParaRPr b="0" i="0" sz="1800" u="none" cap="none" strike="noStrike">
                <a:solidFill>
                  <a:srgbClr val="7F7F7F"/>
                </a:solidFill>
                <a:latin typeface="Libre Franklin"/>
                <a:ea typeface="Libre Franklin"/>
                <a:cs typeface="Libre Franklin"/>
                <a:sym typeface="Libre Franklin"/>
              </a:endParaRPr>
            </a:p>
          </p:txBody>
        </p:sp>
        <p:sp>
          <p:nvSpPr>
            <p:cNvPr id="1149" name="Google Shape;1149;g23d4a897f4b_0_2128"/>
            <p:cNvSpPr txBox="1"/>
            <p:nvPr/>
          </p:nvSpPr>
          <p:spPr>
            <a:xfrm>
              <a:off x="381000" y="3930125"/>
              <a:ext cx="1981200" cy="34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Machine Code</a:t>
              </a:r>
              <a:endParaRPr b="0" i="0" sz="1400" u="none" cap="none" strike="noStrike">
                <a:solidFill>
                  <a:srgbClr val="000000"/>
                </a:solidFill>
                <a:latin typeface="Arial"/>
                <a:ea typeface="Arial"/>
                <a:cs typeface="Arial"/>
                <a:sym typeface="Arial"/>
              </a:endParaRPr>
            </a:p>
          </p:txBody>
        </p:sp>
        <p:sp>
          <p:nvSpPr>
            <p:cNvPr id="1150" name="Google Shape;1150;g23d4a897f4b_0_2128"/>
            <p:cNvSpPr txBox="1"/>
            <p:nvPr/>
          </p:nvSpPr>
          <p:spPr>
            <a:xfrm>
              <a:off x="403924" y="5867400"/>
              <a:ext cx="1447800" cy="34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In Binary</a:t>
              </a:r>
              <a:endParaRPr b="0" i="0" sz="1400" u="none" cap="none" strike="noStrike">
                <a:solidFill>
                  <a:srgbClr val="000000"/>
                </a:solidFill>
                <a:latin typeface="Arial"/>
                <a:ea typeface="Arial"/>
                <a:cs typeface="Arial"/>
                <a:sym typeface="Arial"/>
              </a:endParaRPr>
            </a:p>
          </p:txBody>
        </p:sp>
      </p:grpSp>
      <p:sp>
        <p:nvSpPr>
          <p:cNvPr id="1151" name="Google Shape;1151;g23d4a897f4b_0_2128"/>
          <p:cNvSpPr/>
          <p:nvPr/>
        </p:nvSpPr>
        <p:spPr>
          <a:xfrm>
            <a:off x="4905750" y="4353225"/>
            <a:ext cx="2383500" cy="15444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7F7F7F"/>
                </a:solidFill>
                <a:latin typeface="Libre Franklin"/>
                <a:ea typeface="Libre Franklin"/>
                <a:cs typeface="Libre Franklin"/>
                <a:sym typeface="Libre Franklin"/>
              </a:rPr>
              <a:t>; MOVS     r1, #0x00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7F7F7F"/>
                </a:solidFill>
                <a:latin typeface="Libre Franklin"/>
                <a:ea typeface="Libre Franklin"/>
                <a:cs typeface="Libre Franklin"/>
                <a:sym typeface="Libre Franklin"/>
              </a:rPr>
              <a:t>; MOVS     r2, #0x01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7F7F7F"/>
                </a:solidFill>
                <a:latin typeface="Libre Franklin"/>
                <a:ea typeface="Libre Franklin"/>
                <a:cs typeface="Libre Franklin"/>
                <a:sym typeface="Libre Franklin"/>
              </a:rPr>
              <a:t>; ADDS     r3, r1, r2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7F7F7F"/>
                </a:solidFill>
                <a:latin typeface="Libre Franklin"/>
                <a:ea typeface="Libre Franklin"/>
                <a:cs typeface="Libre Franklin"/>
                <a:sym typeface="Libre Franklin"/>
              </a:rPr>
              <a:t>; MOVS     r0, </a:t>
            </a:r>
            <a:r>
              <a:rPr lang="en-US" sz="1800">
                <a:solidFill>
                  <a:srgbClr val="7F7F7F"/>
                </a:solidFill>
                <a:latin typeface="Libre Franklin"/>
                <a:ea typeface="Libre Franklin"/>
                <a:cs typeface="Libre Franklin"/>
                <a:sym typeface="Libre Franklin"/>
              </a:rPr>
              <a:t>r3</a:t>
            </a:r>
            <a:endParaRPr sz="1800">
              <a:solidFill>
                <a:srgbClr val="7F7F7F"/>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7F7F7F"/>
                </a:solidFill>
                <a:latin typeface="Libre Franklin"/>
                <a:ea typeface="Libre Franklin"/>
                <a:cs typeface="Libre Franklin"/>
                <a:sym typeface="Libre Franklin"/>
              </a:rPr>
              <a:t>; BX          lr</a:t>
            </a:r>
            <a:endParaRPr b="0" i="0" sz="1800" u="none" cap="none" strike="noStrike">
              <a:solidFill>
                <a:srgbClr val="7F7F7F"/>
              </a:solidFill>
              <a:latin typeface="Libre Franklin"/>
              <a:ea typeface="Libre Franklin"/>
              <a:cs typeface="Libre Franklin"/>
              <a:sym typeface="Libre Franklin"/>
            </a:endParaRPr>
          </a:p>
        </p:txBody>
      </p:sp>
      <p:sp>
        <p:nvSpPr>
          <p:cNvPr id="1152" name="Google Shape;1152;g23d4a897f4b_0_2128"/>
          <p:cNvSpPr/>
          <p:nvPr/>
        </p:nvSpPr>
        <p:spPr>
          <a:xfrm>
            <a:off x="3210725" y="4348293"/>
            <a:ext cx="1604700" cy="16719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2201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188B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200</a:t>
            </a:r>
            <a:r>
              <a:rPr lang="en-US" sz="1800">
                <a:solidFill>
                  <a:schemeClr val="dk1"/>
                </a:solidFill>
                <a:latin typeface="Libre Franklin"/>
                <a:ea typeface="Libre Franklin"/>
                <a:cs typeface="Libre Franklin"/>
                <a:sym typeface="Libre Franklin"/>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4770</a:t>
            </a:r>
            <a:endParaRPr b="0" i="0" sz="1800" u="none" cap="none" strike="noStrike">
              <a:solidFill>
                <a:srgbClr val="7F7F7F"/>
              </a:solidFill>
              <a:latin typeface="Libre Franklin"/>
              <a:ea typeface="Libre Franklin"/>
              <a:cs typeface="Libre Franklin"/>
              <a:sym typeface="Libre Franklin"/>
            </a:endParaRPr>
          </a:p>
        </p:txBody>
      </p:sp>
      <p:sp>
        <p:nvSpPr>
          <p:cNvPr id="1153" name="Google Shape;1153;g23d4a897f4b_0_2128"/>
          <p:cNvSpPr txBox="1"/>
          <p:nvPr/>
        </p:nvSpPr>
        <p:spPr>
          <a:xfrm>
            <a:off x="3143407" y="6020210"/>
            <a:ext cx="151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In HEX</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23d4a897f4b_0_1512"/>
          <p:cNvSpPr txBox="1"/>
          <p:nvPr>
            <p:ph type="title"/>
          </p:nvPr>
        </p:nvSpPr>
        <p:spPr>
          <a:xfrm>
            <a:off x="1028700" y="371250"/>
            <a:ext cx="72009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Program Execution</a:t>
            </a:r>
            <a:endParaRPr/>
          </a:p>
        </p:txBody>
      </p:sp>
      <p:sp>
        <p:nvSpPr>
          <p:cNvPr id="1159" name="Google Shape;1159;g23d4a897f4b_0_1512"/>
          <p:cNvSpPr txBox="1"/>
          <p:nvPr>
            <p:ph idx="1" type="body"/>
          </p:nvPr>
        </p:nvSpPr>
        <p:spPr>
          <a:xfrm>
            <a:off x="1485900" y="1219200"/>
            <a:ext cx="6172200" cy="762000"/>
          </a:xfrm>
          <a:prstGeom prst="rect">
            <a:avLst/>
          </a:prstGeom>
          <a:noFill/>
          <a:ln>
            <a:noFill/>
          </a:ln>
        </p:spPr>
        <p:txBody>
          <a:bodyPr anchorCtr="0" anchor="t" bIns="45700" lIns="91425" spcFirstLastPara="1" rIns="91425" wrap="square" tIns="45700">
            <a:normAutofit fontScale="25000" lnSpcReduction="20000"/>
          </a:bodyPr>
          <a:lstStyle/>
          <a:p>
            <a:pPr indent="-257048" lvl="0" marL="384048" rtl="0" algn="l">
              <a:lnSpc>
                <a:spcPct val="94000"/>
              </a:lnSpc>
              <a:spcBef>
                <a:spcPts val="0"/>
              </a:spcBef>
              <a:spcAft>
                <a:spcPts val="0"/>
              </a:spcAft>
              <a:buClr>
                <a:srgbClr val="C00000"/>
              </a:buClr>
              <a:buSzPct val="102564"/>
              <a:buNone/>
            </a:pPr>
            <a:r>
              <a:rPr b="1" lang="en-US" sz="7800">
                <a:solidFill>
                  <a:srgbClr val="C00000"/>
                </a:solidFill>
              </a:rPr>
              <a:t>Program Counter </a:t>
            </a:r>
            <a:r>
              <a:rPr lang="en-US" sz="7800">
                <a:solidFill>
                  <a:srgbClr val="C00000"/>
                </a:solidFill>
              </a:rPr>
              <a:t>(</a:t>
            </a:r>
            <a:r>
              <a:rPr b="1" lang="en-US" sz="7800">
                <a:solidFill>
                  <a:srgbClr val="C00000"/>
                </a:solidFill>
              </a:rPr>
              <a:t>PC) </a:t>
            </a:r>
            <a:r>
              <a:rPr lang="en-US" sz="7800"/>
              <a:t>is a register that holds the memory address of the next instruction to be fetched from the memory.</a:t>
            </a:r>
            <a:endParaRPr b="1" sz="7800">
              <a:solidFill>
                <a:srgbClr val="C00000"/>
              </a:solidFill>
            </a:endParaRPr>
          </a:p>
          <a:p>
            <a:pPr indent="-257048" lvl="0" marL="384048" rtl="0" algn="l">
              <a:lnSpc>
                <a:spcPct val="94000"/>
              </a:lnSpc>
              <a:spcBef>
                <a:spcPts val="1200"/>
              </a:spcBef>
              <a:spcAft>
                <a:spcPts val="0"/>
              </a:spcAft>
              <a:buClr>
                <a:schemeClr val="dk2"/>
              </a:buClr>
              <a:buSzPct val="111111"/>
              <a:buNone/>
            </a:pPr>
            <a:r>
              <a:t/>
            </a:r>
            <a:endParaRPr>
              <a:solidFill>
                <a:srgbClr val="800000"/>
              </a:solidFill>
            </a:endParaRPr>
          </a:p>
          <a:p>
            <a:pPr indent="-257048" lvl="0" marL="384048" rtl="0" algn="l">
              <a:lnSpc>
                <a:spcPct val="94000"/>
              </a:lnSpc>
              <a:spcBef>
                <a:spcPts val="1200"/>
              </a:spcBef>
              <a:spcAft>
                <a:spcPts val="0"/>
              </a:spcAft>
              <a:buClr>
                <a:schemeClr val="dk2"/>
              </a:buClr>
              <a:buSzPct val="111111"/>
              <a:buNone/>
            </a:pPr>
            <a:r>
              <a:t/>
            </a:r>
            <a:endParaRPr>
              <a:solidFill>
                <a:srgbClr val="800000"/>
              </a:solidFill>
            </a:endParaRPr>
          </a:p>
          <a:p>
            <a:pPr indent="-257048" lvl="0" marL="384048" rtl="0" algn="l">
              <a:lnSpc>
                <a:spcPct val="94000"/>
              </a:lnSpc>
              <a:spcBef>
                <a:spcPts val="1200"/>
              </a:spcBef>
              <a:spcAft>
                <a:spcPts val="0"/>
              </a:spcAft>
              <a:buClr>
                <a:schemeClr val="dk2"/>
              </a:buClr>
              <a:buSzPct val="111111"/>
              <a:buNone/>
            </a:pPr>
            <a:r>
              <a:t/>
            </a:r>
            <a:endParaRPr>
              <a:solidFill>
                <a:srgbClr val="800000"/>
              </a:solidFill>
            </a:endParaRPr>
          </a:p>
          <a:p>
            <a:pPr indent="-257048" lvl="0" marL="384048" rtl="0" algn="l">
              <a:lnSpc>
                <a:spcPct val="94000"/>
              </a:lnSpc>
              <a:spcBef>
                <a:spcPts val="1200"/>
              </a:spcBef>
              <a:spcAft>
                <a:spcPts val="0"/>
              </a:spcAft>
              <a:buClr>
                <a:schemeClr val="dk2"/>
              </a:buClr>
              <a:buSzPct val="111111"/>
              <a:buNone/>
            </a:pPr>
            <a:r>
              <a:t/>
            </a:r>
            <a:endParaRPr>
              <a:solidFill>
                <a:srgbClr val="800000"/>
              </a:solidFill>
            </a:endParaRPr>
          </a:p>
          <a:p>
            <a:pPr indent="-257048" lvl="0" marL="384048" rtl="0" algn="l">
              <a:lnSpc>
                <a:spcPct val="94000"/>
              </a:lnSpc>
              <a:spcBef>
                <a:spcPts val="1200"/>
              </a:spcBef>
              <a:spcAft>
                <a:spcPts val="0"/>
              </a:spcAft>
              <a:buClr>
                <a:schemeClr val="dk2"/>
              </a:buClr>
              <a:buSzPct val="111111"/>
              <a:buNone/>
            </a:pPr>
            <a:r>
              <a:t/>
            </a:r>
            <a:endParaRPr>
              <a:solidFill>
                <a:srgbClr val="800000"/>
              </a:solidFill>
            </a:endParaRPr>
          </a:p>
          <a:p>
            <a:pPr indent="-257048" lvl="0" marL="384048" rtl="0" algn="l">
              <a:lnSpc>
                <a:spcPct val="94000"/>
              </a:lnSpc>
              <a:spcBef>
                <a:spcPts val="1200"/>
              </a:spcBef>
              <a:spcAft>
                <a:spcPts val="0"/>
              </a:spcAft>
              <a:buClr>
                <a:schemeClr val="dk2"/>
              </a:buClr>
              <a:buSzPct val="111111"/>
              <a:buNone/>
            </a:pPr>
            <a:r>
              <a:t/>
            </a:r>
            <a:endParaRPr>
              <a:solidFill>
                <a:srgbClr val="800000"/>
              </a:solidFill>
            </a:endParaRPr>
          </a:p>
          <a:p>
            <a:pPr indent="0" lvl="0" marL="0" rtl="0" algn="l">
              <a:lnSpc>
                <a:spcPct val="94000"/>
              </a:lnSpc>
              <a:spcBef>
                <a:spcPts val="1200"/>
              </a:spcBef>
              <a:spcAft>
                <a:spcPts val="0"/>
              </a:spcAft>
              <a:buClr>
                <a:schemeClr val="dk2"/>
              </a:buClr>
              <a:buSzPct val="111111"/>
              <a:buNone/>
            </a:pPr>
            <a:r>
              <a:t/>
            </a:r>
            <a:endParaRPr>
              <a:solidFill>
                <a:srgbClr val="800000"/>
              </a:solidFill>
            </a:endParaRPr>
          </a:p>
          <a:p>
            <a:pPr indent="0" lvl="0" marL="0" rtl="0" algn="l">
              <a:lnSpc>
                <a:spcPct val="94000"/>
              </a:lnSpc>
              <a:spcBef>
                <a:spcPts val="1200"/>
              </a:spcBef>
              <a:spcAft>
                <a:spcPts val="0"/>
              </a:spcAft>
              <a:buClr>
                <a:schemeClr val="dk2"/>
              </a:buClr>
              <a:buSzPct val="111111"/>
              <a:buNone/>
            </a:pPr>
            <a:r>
              <a:t/>
            </a:r>
            <a:endParaRPr>
              <a:solidFill>
                <a:srgbClr val="800000"/>
              </a:solidFill>
            </a:endParaRPr>
          </a:p>
          <a:p>
            <a:pPr indent="0" lvl="0" marL="0" rtl="0" algn="l">
              <a:lnSpc>
                <a:spcPct val="94000"/>
              </a:lnSpc>
              <a:spcBef>
                <a:spcPts val="1200"/>
              </a:spcBef>
              <a:spcAft>
                <a:spcPts val="0"/>
              </a:spcAft>
              <a:buClr>
                <a:schemeClr val="dk2"/>
              </a:buClr>
              <a:buSzPct val="111111"/>
              <a:buNone/>
            </a:pPr>
            <a:r>
              <a:t/>
            </a:r>
            <a:endParaRPr>
              <a:solidFill>
                <a:srgbClr val="800000"/>
              </a:solidFill>
            </a:endParaRPr>
          </a:p>
          <a:p>
            <a:pPr indent="-257048" lvl="0" marL="384048" rtl="0" algn="l">
              <a:lnSpc>
                <a:spcPct val="94000"/>
              </a:lnSpc>
              <a:spcBef>
                <a:spcPts val="1200"/>
              </a:spcBef>
              <a:spcAft>
                <a:spcPts val="0"/>
              </a:spcAft>
              <a:buClr>
                <a:schemeClr val="dk2"/>
              </a:buClr>
              <a:buSzPct val="111111"/>
              <a:buNone/>
            </a:pPr>
            <a:r>
              <a:t/>
            </a:r>
            <a:endParaRPr>
              <a:solidFill>
                <a:srgbClr val="800000"/>
              </a:solidFill>
            </a:endParaRPr>
          </a:p>
          <a:p>
            <a:pPr indent="-257048" lvl="0" marL="384048" rtl="0" algn="l">
              <a:lnSpc>
                <a:spcPct val="94000"/>
              </a:lnSpc>
              <a:spcBef>
                <a:spcPts val="1200"/>
              </a:spcBef>
              <a:spcAft>
                <a:spcPts val="0"/>
              </a:spcAft>
              <a:buClr>
                <a:schemeClr val="dk2"/>
              </a:buClr>
              <a:buSzPct val="111111"/>
              <a:buNone/>
            </a:pPr>
            <a:r>
              <a:t/>
            </a:r>
            <a:endParaRPr>
              <a:solidFill>
                <a:srgbClr val="800000"/>
              </a:solidFill>
            </a:endParaRPr>
          </a:p>
        </p:txBody>
      </p:sp>
      <p:sp>
        <p:nvSpPr>
          <p:cNvPr id="1160" name="Google Shape;1160;g23d4a897f4b_0_1512"/>
          <p:cNvSpPr txBox="1"/>
          <p:nvPr>
            <p:ph idx="12" type="sldNum"/>
          </p:nvPr>
        </p:nvSpPr>
        <p:spPr>
          <a:xfrm>
            <a:off x="628650" y="6361927"/>
            <a:ext cx="14859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161" name="Google Shape;1161;g23d4a897f4b_0_1512"/>
          <p:cNvSpPr/>
          <p:nvPr/>
        </p:nvSpPr>
        <p:spPr>
          <a:xfrm>
            <a:off x="2393675" y="2496450"/>
            <a:ext cx="1485900" cy="923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Libre Franklin"/>
                <a:ea typeface="Libre Franklin"/>
                <a:cs typeface="Libre Franklin"/>
                <a:sym typeface="Libre Franklin"/>
              </a:rPr>
              <a:t>1. Fetch instruction at PC address</a:t>
            </a:r>
            <a:endParaRPr b="0" i="0" sz="1400" u="none" cap="none" strike="noStrike">
              <a:solidFill>
                <a:srgbClr val="000000"/>
              </a:solidFill>
              <a:latin typeface="Arial"/>
              <a:ea typeface="Arial"/>
              <a:cs typeface="Arial"/>
              <a:sym typeface="Arial"/>
            </a:endParaRPr>
          </a:p>
        </p:txBody>
      </p:sp>
      <p:sp>
        <p:nvSpPr>
          <p:cNvPr id="1162" name="Google Shape;1162;g23d4a897f4b_0_1512"/>
          <p:cNvSpPr/>
          <p:nvPr/>
        </p:nvSpPr>
        <p:spPr>
          <a:xfrm>
            <a:off x="3543300" y="4163926"/>
            <a:ext cx="1079400" cy="923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Libre Franklin"/>
                <a:ea typeface="Libre Franklin"/>
                <a:cs typeface="Libre Franklin"/>
                <a:sym typeface="Libre Franklin"/>
              </a:rPr>
              <a:t>2. Decode the instruction</a:t>
            </a:r>
            <a:endParaRPr b="0" i="0" sz="1400" u="none" cap="none" strike="noStrike">
              <a:solidFill>
                <a:srgbClr val="000000"/>
              </a:solidFill>
              <a:latin typeface="Arial"/>
              <a:ea typeface="Arial"/>
              <a:cs typeface="Arial"/>
              <a:sym typeface="Arial"/>
            </a:endParaRPr>
          </a:p>
        </p:txBody>
      </p:sp>
      <p:sp>
        <p:nvSpPr>
          <p:cNvPr id="1163" name="Google Shape;1163;g23d4a897f4b_0_1512"/>
          <p:cNvSpPr/>
          <p:nvPr/>
        </p:nvSpPr>
        <p:spPr>
          <a:xfrm>
            <a:off x="1479273" y="4087726"/>
            <a:ext cx="1086000" cy="923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Libre Franklin"/>
                <a:ea typeface="Libre Franklin"/>
                <a:cs typeface="Libre Franklin"/>
                <a:sym typeface="Libre Franklin"/>
              </a:rPr>
              <a:t>3. Execute the instruction</a:t>
            </a:r>
            <a:endParaRPr b="0" i="0" sz="1400" u="none" cap="none" strike="noStrike">
              <a:solidFill>
                <a:srgbClr val="000000"/>
              </a:solidFill>
              <a:latin typeface="Arial"/>
              <a:ea typeface="Arial"/>
              <a:cs typeface="Arial"/>
              <a:sym typeface="Arial"/>
            </a:endParaRPr>
          </a:p>
        </p:txBody>
      </p:sp>
      <p:sp>
        <p:nvSpPr>
          <p:cNvPr id="1164" name="Google Shape;1164;g23d4a897f4b_0_1512"/>
          <p:cNvSpPr/>
          <p:nvPr/>
        </p:nvSpPr>
        <p:spPr>
          <a:xfrm>
            <a:off x="1993623" y="2877456"/>
            <a:ext cx="1943100" cy="2667000"/>
          </a:xfrm>
          <a:custGeom>
            <a:rect b="b" l="l" r="r" t="t"/>
            <a:pathLst>
              <a:path extrusionOk="0" h="120000" w="120000">
                <a:moveTo>
                  <a:pt x="105588" y="93485"/>
                </a:moveTo>
                <a:lnTo>
                  <a:pt x="105588" y="93485"/>
                </a:lnTo>
                <a:cubicBezTo>
                  <a:pt x="96678" y="106064"/>
                  <a:pt x="83137" y="114422"/>
                  <a:pt x="68065" y="116647"/>
                </a:cubicBezTo>
                <a:cubicBezTo>
                  <a:pt x="52992" y="118872"/>
                  <a:pt x="37678" y="114774"/>
                  <a:pt x="25627" y="105290"/>
                </a:cubicBezTo>
                <a:lnTo>
                  <a:pt x="22816" y="107244"/>
                </a:lnTo>
                <a:lnTo>
                  <a:pt x="18346" y="88960"/>
                </a:lnTo>
                <a:lnTo>
                  <a:pt x="37451" y="97068"/>
                </a:lnTo>
                <a:lnTo>
                  <a:pt x="34625" y="99033"/>
                </a:lnTo>
                <a:lnTo>
                  <a:pt x="34625" y="99033"/>
                </a:lnTo>
                <a:cubicBezTo>
                  <a:pt x="44225" y="106618"/>
                  <a:pt x="56207" y="109580"/>
                  <a:pt x="67825" y="107241"/>
                </a:cubicBezTo>
                <a:cubicBezTo>
                  <a:pt x="79443" y="104902"/>
                  <a:pt x="89702" y="97462"/>
                  <a:pt x="96251" y="86627"/>
                </a:cubicBezTo>
                <a:close/>
              </a:path>
            </a:pathLst>
          </a:custGeom>
          <a:gradFill>
            <a:gsLst>
              <a:gs pos="0">
                <a:srgbClr val="989993"/>
              </a:gs>
              <a:gs pos="50000">
                <a:srgbClr val="8C8D85"/>
              </a:gs>
              <a:gs pos="100000">
                <a:srgbClr val="7B7B74"/>
              </a:gs>
            </a:gsLst>
            <a:lin ang="5400012" scaled="0"/>
          </a:gra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g23d4a897f4b_0_1512"/>
          <p:cNvSpPr/>
          <p:nvPr/>
        </p:nvSpPr>
        <p:spPr>
          <a:xfrm>
            <a:off x="1765023" y="2725056"/>
            <a:ext cx="1943100" cy="2667000"/>
          </a:xfrm>
          <a:custGeom>
            <a:rect b="b" l="l" r="r" t="t"/>
            <a:pathLst>
              <a:path extrusionOk="0" h="120000" w="120000">
                <a:moveTo>
                  <a:pt x="3749" y="58148"/>
                </a:moveTo>
                <a:cubicBezTo>
                  <a:pt x="4207" y="43737"/>
                  <a:pt x="9986" y="30032"/>
                  <a:pt x="19933" y="19767"/>
                </a:cubicBezTo>
                <a:lnTo>
                  <a:pt x="19223" y="18271"/>
                </a:lnTo>
                <a:lnTo>
                  <a:pt x="37634" y="12894"/>
                </a:lnTo>
                <a:lnTo>
                  <a:pt x="25791" y="32104"/>
                </a:lnTo>
                <a:lnTo>
                  <a:pt x="25241" y="30945"/>
                </a:lnTo>
                <a:lnTo>
                  <a:pt x="25241" y="30945"/>
                </a:lnTo>
                <a:cubicBezTo>
                  <a:pt x="19755" y="38913"/>
                  <a:pt x="16661" y="48568"/>
                  <a:pt x="16390" y="58564"/>
                </a:cubicBezTo>
                <a:close/>
              </a:path>
            </a:pathLst>
          </a:custGeom>
          <a:gradFill>
            <a:gsLst>
              <a:gs pos="0">
                <a:srgbClr val="989993"/>
              </a:gs>
              <a:gs pos="50000">
                <a:srgbClr val="8C8D85"/>
              </a:gs>
              <a:gs pos="100000">
                <a:srgbClr val="7B7B74"/>
              </a:gs>
            </a:gsLst>
            <a:lin ang="5400012" scaled="0"/>
          </a:gra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g23d4a897f4b_0_1512"/>
          <p:cNvSpPr/>
          <p:nvPr/>
        </p:nvSpPr>
        <p:spPr>
          <a:xfrm>
            <a:off x="2279373" y="2648856"/>
            <a:ext cx="1943100" cy="2667000"/>
          </a:xfrm>
          <a:custGeom>
            <a:rect b="b" l="l" r="r" t="t"/>
            <a:pathLst>
              <a:path extrusionOk="0" h="120000" w="120000">
                <a:moveTo>
                  <a:pt x="97648" y="17254"/>
                </a:moveTo>
                <a:lnTo>
                  <a:pt x="97648" y="17254"/>
                </a:lnTo>
                <a:cubicBezTo>
                  <a:pt x="107274" y="26026"/>
                  <a:pt x="113647" y="37895"/>
                  <a:pt x="115703" y="50874"/>
                </a:cubicBezTo>
                <a:lnTo>
                  <a:pt x="119166" y="51071"/>
                </a:lnTo>
                <a:lnTo>
                  <a:pt x="110647" y="62881"/>
                </a:lnTo>
                <a:lnTo>
                  <a:pt x="100665" y="50019"/>
                </a:lnTo>
                <a:lnTo>
                  <a:pt x="104119" y="50215"/>
                </a:lnTo>
                <a:lnTo>
                  <a:pt x="104119" y="50215"/>
                </a:lnTo>
                <a:cubicBezTo>
                  <a:pt x="102296" y="40440"/>
                  <a:pt x="97783" y="31502"/>
                  <a:pt x="91184" y="24593"/>
                </a:cubicBezTo>
                <a:close/>
              </a:path>
            </a:pathLst>
          </a:custGeom>
          <a:gradFill>
            <a:gsLst>
              <a:gs pos="0">
                <a:srgbClr val="989993"/>
              </a:gs>
              <a:gs pos="50000">
                <a:srgbClr val="8C8D85"/>
              </a:gs>
              <a:gs pos="100000">
                <a:srgbClr val="7B7B74"/>
              </a:gs>
            </a:gsLst>
            <a:lin ang="5400012" scaled="0"/>
          </a:gra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g23d4a897f4b_0_1512"/>
          <p:cNvSpPr/>
          <p:nvPr/>
        </p:nvSpPr>
        <p:spPr>
          <a:xfrm>
            <a:off x="6194525" y="3107525"/>
            <a:ext cx="849600" cy="1485900"/>
          </a:xfrm>
          <a:prstGeom prst="rect">
            <a:avLst/>
          </a:prstGeom>
          <a:solidFill>
            <a:schemeClr val="lt1"/>
          </a:solidFill>
          <a:ln cap="flat" cmpd="sng" w="349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olas"/>
                <a:ea typeface="Consolas"/>
                <a:cs typeface="Consolas"/>
                <a:sym typeface="Consolas"/>
              </a:rPr>
              <a:t>4770 2000</a:t>
            </a:r>
            <a:endParaRPr b="0"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olas"/>
                <a:ea typeface="Consolas"/>
                <a:cs typeface="Consolas"/>
                <a:sym typeface="Consolas"/>
              </a:rPr>
              <a:t>188B</a:t>
            </a:r>
            <a:endParaRPr b="0"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olas"/>
                <a:ea typeface="Consolas"/>
                <a:cs typeface="Consolas"/>
                <a:sym typeface="Consolas"/>
              </a:rPr>
              <a:t>2201</a:t>
            </a:r>
            <a:endParaRPr b="0" i="0" sz="18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olas"/>
                <a:ea typeface="Consolas"/>
                <a:cs typeface="Consolas"/>
                <a:sym typeface="Consolas"/>
              </a:rPr>
              <a:t>2100</a:t>
            </a:r>
            <a:endParaRPr b="0" i="0" sz="1400" u="none" cap="none" strike="noStrike">
              <a:solidFill>
                <a:srgbClr val="000000"/>
              </a:solidFill>
              <a:latin typeface="Arial"/>
              <a:ea typeface="Arial"/>
              <a:cs typeface="Arial"/>
              <a:sym typeface="Arial"/>
            </a:endParaRPr>
          </a:p>
        </p:txBody>
      </p:sp>
      <p:sp>
        <p:nvSpPr>
          <p:cNvPr id="1168" name="Google Shape;1168;g23d4a897f4b_0_1512"/>
          <p:cNvSpPr/>
          <p:nvPr/>
        </p:nvSpPr>
        <p:spPr>
          <a:xfrm>
            <a:off x="7143102" y="3107525"/>
            <a:ext cx="1840200" cy="147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olas"/>
                <a:ea typeface="Consolas"/>
                <a:cs typeface="Consolas"/>
                <a:sym typeface="Consolas"/>
              </a:rPr>
              <a:t>0x080001B4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olas"/>
                <a:ea typeface="Consolas"/>
                <a:cs typeface="Consolas"/>
                <a:sym typeface="Consolas"/>
              </a:rPr>
              <a:t>0x080001B2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olas"/>
                <a:ea typeface="Consolas"/>
                <a:cs typeface="Consolas"/>
                <a:sym typeface="Consolas"/>
              </a:rPr>
              <a:t>0x080001B0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olas"/>
                <a:ea typeface="Consolas"/>
                <a:cs typeface="Consolas"/>
                <a:sym typeface="Consolas"/>
              </a:rPr>
              <a:t>0x080001AE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olas"/>
                <a:ea typeface="Consolas"/>
                <a:cs typeface="Consolas"/>
                <a:sym typeface="Consolas"/>
              </a:rPr>
              <a:t>0x080001AC</a:t>
            </a:r>
            <a:endParaRPr b="0" i="0" sz="1400" u="none" cap="none" strike="noStrike">
              <a:solidFill>
                <a:srgbClr val="000000"/>
              </a:solidFill>
              <a:latin typeface="Arial"/>
              <a:ea typeface="Arial"/>
              <a:cs typeface="Arial"/>
              <a:sym typeface="Arial"/>
            </a:endParaRPr>
          </a:p>
        </p:txBody>
      </p:sp>
      <p:cxnSp>
        <p:nvCxnSpPr>
          <p:cNvPr id="1169" name="Google Shape;1169;g23d4a897f4b_0_1512"/>
          <p:cNvCxnSpPr/>
          <p:nvPr/>
        </p:nvCxnSpPr>
        <p:spPr>
          <a:xfrm>
            <a:off x="6190018" y="3419786"/>
            <a:ext cx="514500" cy="1500"/>
          </a:xfrm>
          <a:prstGeom prst="straightConnector1">
            <a:avLst/>
          </a:prstGeom>
          <a:noFill/>
          <a:ln cap="flat" cmpd="sng" w="19050">
            <a:solidFill>
              <a:srgbClr val="12140A"/>
            </a:solidFill>
            <a:prstDash val="solid"/>
            <a:round/>
            <a:headEnd len="sm" w="sm" type="none"/>
            <a:tailEnd len="sm" w="sm" type="none"/>
          </a:ln>
        </p:spPr>
      </p:cxnSp>
      <p:cxnSp>
        <p:nvCxnSpPr>
          <p:cNvPr id="1170" name="Google Shape;1170;g23d4a897f4b_0_1512"/>
          <p:cNvCxnSpPr/>
          <p:nvPr/>
        </p:nvCxnSpPr>
        <p:spPr>
          <a:xfrm>
            <a:off x="6190018" y="3715061"/>
            <a:ext cx="514500" cy="1500"/>
          </a:xfrm>
          <a:prstGeom prst="straightConnector1">
            <a:avLst/>
          </a:prstGeom>
          <a:noFill/>
          <a:ln cap="flat" cmpd="sng" w="19050">
            <a:solidFill>
              <a:srgbClr val="12140A"/>
            </a:solidFill>
            <a:prstDash val="solid"/>
            <a:round/>
            <a:headEnd len="sm" w="sm" type="none"/>
            <a:tailEnd len="sm" w="sm" type="none"/>
          </a:ln>
        </p:spPr>
      </p:cxnSp>
      <p:cxnSp>
        <p:nvCxnSpPr>
          <p:cNvPr id="1171" name="Google Shape;1171;g23d4a897f4b_0_1512"/>
          <p:cNvCxnSpPr/>
          <p:nvPr/>
        </p:nvCxnSpPr>
        <p:spPr>
          <a:xfrm>
            <a:off x="6190018" y="3991286"/>
            <a:ext cx="514500" cy="1500"/>
          </a:xfrm>
          <a:prstGeom prst="straightConnector1">
            <a:avLst/>
          </a:prstGeom>
          <a:noFill/>
          <a:ln cap="flat" cmpd="sng" w="19050">
            <a:solidFill>
              <a:srgbClr val="12140A"/>
            </a:solidFill>
            <a:prstDash val="solid"/>
            <a:round/>
            <a:headEnd len="sm" w="sm" type="none"/>
            <a:tailEnd len="sm" w="sm" type="none"/>
          </a:ln>
        </p:spPr>
      </p:cxnSp>
      <p:cxnSp>
        <p:nvCxnSpPr>
          <p:cNvPr id="1172" name="Google Shape;1172;g23d4a897f4b_0_1512"/>
          <p:cNvCxnSpPr/>
          <p:nvPr/>
        </p:nvCxnSpPr>
        <p:spPr>
          <a:xfrm>
            <a:off x="6190018" y="4264336"/>
            <a:ext cx="514500" cy="1500"/>
          </a:xfrm>
          <a:prstGeom prst="straightConnector1">
            <a:avLst/>
          </a:prstGeom>
          <a:noFill/>
          <a:ln cap="flat" cmpd="sng" w="19050">
            <a:solidFill>
              <a:srgbClr val="12140A"/>
            </a:solidFill>
            <a:prstDash val="solid"/>
            <a:round/>
            <a:headEnd len="sm" w="sm" type="none"/>
            <a:tailEnd len="sm" w="sm" type="none"/>
          </a:ln>
        </p:spPr>
      </p:cxnSp>
      <p:sp>
        <p:nvSpPr>
          <p:cNvPr id="1173" name="Google Shape;1173;g23d4a897f4b_0_1512"/>
          <p:cNvSpPr txBox="1"/>
          <p:nvPr/>
        </p:nvSpPr>
        <p:spPr>
          <a:xfrm>
            <a:off x="5131654" y="3662551"/>
            <a:ext cx="628800" cy="3693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PC</a:t>
            </a:r>
            <a:endParaRPr b="0" i="0" sz="1400" u="none" cap="none" strike="noStrike">
              <a:solidFill>
                <a:srgbClr val="000000"/>
              </a:solidFill>
              <a:latin typeface="Arial"/>
              <a:ea typeface="Arial"/>
              <a:cs typeface="Arial"/>
              <a:sym typeface="Arial"/>
            </a:endParaRPr>
          </a:p>
        </p:txBody>
      </p:sp>
      <p:sp>
        <p:nvSpPr>
          <p:cNvPr id="1174" name="Google Shape;1174;g23d4a897f4b_0_1512"/>
          <p:cNvSpPr txBox="1"/>
          <p:nvPr/>
        </p:nvSpPr>
        <p:spPr>
          <a:xfrm>
            <a:off x="6549264" y="2297668"/>
            <a:ext cx="1337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Memory Address</a:t>
            </a:r>
            <a:endParaRPr b="0" i="0" sz="1400" u="none" cap="none" strike="noStrike">
              <a:solidFill>
                <a:srgbClr val="000000"/>
              </a:solidFill>
              <a:latin typeface="Arial"/>
              <a:ea typeface="Arial"/>
              <a:cs typeface="Arial"/>
              <a:sym typeface="Arial"/>
            </a:endParaRPr>
          </a:p>
        </p:txBody>
      </p:sp>
      <p:cxnSp>
        <p:nvCxnSpPr>
          <p:cNvPr id="1175" name="Google Shape;1175;g23d4a897f4b_0_1512"/>
          <p:cNvCxnSpPr>
            <a:stCxn id="1173" idx="3"/>
            <a:endCxn id="1167" idx="1"/>
          </p:cNvCxnSpPr>
          <p:nvPr/>
        </p:nvCxnSpPr>
        <p:spPr>
          <a:xfrm>
            <a:off x="5760454" y="3847201"/>
            <a:ext cx="434100" cy="3300"/>
          </a:xfrm>
          <a:prstGeom prst="straightConnector1">
            <a:avLst/>
          </a:prstGeom>
          <a:noFill/>
          <a:ln cap="flat" cmpd="sng" w="19050">
            <a:solidFill>
              <a:srgbClr val="FF0000"/>
            </a:solidFill>
            <a:prstDash val="solid"/>
            <a:round/>
            <a:headEnd len="sm" w="sm" type="none"/>
            <a:tailEnd len="med" w="med" type="stealth"/>
          </a:ln>
        </p:spPr>
      </p:cxnSp>
      <p:sp>
        <p:nvSpPr>
          <p:cNvPr id="1176" name="Google Shape;1176;g23d4a897f4b_0_1512"/>
          <p:cNvSpPr/>
          <p:nvPr/>
        </p:nvSpPr>
        <p:spPr>
          <a:xfrm>
            <a:off x="5191175" y="4859850"/>
            <a:ext cx="2466900"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00000"/>
                </a:solidFill>
                <a:latin typeface="Libre Franklin"/>
                <a:ea typeface="Libre Franklin"/>
                <a:cs typeface="Libre Franklin"/>
                <a:sym typeface="Libre Franklin"/>
              </a:rPr>
              <a:t>PC = </a:t>
            </a:r>
            <a:r>
              <a:rPr b="0" i="0" lang="en-US" sz="1800" u="none" cap="none" strike="noStrike">
                <a:solidFill>
                  <a:srgbClr val="C00000"/>
                </a:solidFill>
                <a:latin typeface="Consolas"/>
                <a:ea typeface="Consolas"/>
                <a:cs typeface="Consolas"/>
                <a:sym typeface="Consolas"/>
              </a:rPr>
              <a:t>0x080001B0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00000"/>
                </a:solidFill>
                <a:latin typeface="Libre Franklin"/>
                <a:ea typeface="Libre Franklin"/>
                <a:cs typeface="Libre Franklin"/>
                <a:sym typeface="Libre Franklin"/>
              </a:rPr>
              <a:t>Instruction =</a:t>
            </a:r>
            <a:r>
              <a:rPr b="1" i="0" lang="en-US" sz="1800" u="none" cap="none" strike="noStrike">
                <a:solidFill>
                  <a:srgbClr val="C00000"/>
                </a:solidFill>
                <a:latin typeface="Gill Sans"/>
                <a:ea typeface="Gill Sans"/>
                <a:cs typeface="Gill Sans"/>
                <a:sym typeface="Gill Sans"/>
              </a:rPr>
              <a:t> </a:t>
            </a:r>
            <a:r>
              <a:rPr b="0" i="0" lang="en-US" sz="1800" u="none" cap="none" strike="noStrike">
                <a:solidFill>
                  <a:srgbClr val="C00000"/>
                </a:solidFill>
                <a:latin typeface="Consolas"/>
                <a:ea typeface="Consolas"/>
                <a:cs typeface="Consolas"/>
                <a:sym typeface="Consolas"/>
              </a:rPr>
              <a:t>188B</a:t>
            </a:r>
            <a:endParaRPr b="0" i="0" sz="1800" u="none" cap="none" strike="noStrike">
              <a:solidFill>
                <a:srgbClr val="C00000"/>
              </a:solidFill>
              <a:latin typeface="Libre Franklin"/>
              <a:ea typeface="Libre Franklin"/>
              <a:cs typeface="Libre Franklin"/>
              <a:sym typeface="Libre Frankli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g23d4a897f4b_0_1534"/>
          <p:cNvSpPr txBox="1"/>
          <p:nvPr>
            <p:ph type="title"/>
          </p:nvPr>
        </p:nvSpPr>
        <p:spPr>
          <a:xfrm>
            <a:off x="971550" y="231775"/>
            <a:ext cx="72009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Three-state pipeline: </a:t>
            </a:r>
            <a:br>
              <a:rPr lang="en-US"/>
            </a:br>
            <a:r>
              <a:rPr lang="en-US"/>
              <a:t>Fetch, Decode, Execution</a:t>
            </a:r>
            <a:endParaRPr/>
          </a:p>
        </p:txBody>
      </p:sp>
      <p:sp>
        <p:nvSpPr>
          <p:cNvPr id="1182" name="Google Shape;1182;g23d4a897f4b_0_1534"/>
          <p:cNvSpPr txBox="1"/>
          <p:nvPr>
            <p:ph idx="1" type="body"/>
          </p:nvPr>
        </p:nvSpPr>
        <p:spPr>
          <a:xfrm>
            <a:off x="1360325" y="1673425"/>
            <a:ext cx="6522300" cy="762000"/>
          </a:xfrm>
          <a:prstGeom prst="rect">
            <a:avLst/>
          </a:prstGeom>
          <a:noFill/>
          <a:ln>
            <a:noFill/>
          </a:ln>
        </p:spPr>
        <p:txBody>
          <a:bodyPr anchorCtr="0" anchor="t" bIns="45700" lIns="91425" spcFirstLastPara="1" rIns="91425" wrap="square" tIns="45700">
            <a:normAutofit fontScale="25000" lnSpcReduction="20000"/>
          </a:bodyPr>
          <a:lstStyle/>
          <a:p>
            <a:pPr indent="-266573" lvl="0" marL="384048" rtl="0" algn="l">
              <a:lnSpc>
                <a:spcPct val="94000"/>
              </a:lnSpc>
              <a:spcBef>
                <a:spcPts val="0"/>
              </a:spcBef>
              <a:spcAft>
                <a:spcPts val="0"/>
              </a:spcAft>
              <a:buClr>
                <a:srgbClr val="C00000"/>
              </a:buClr>
              <a:buSzPct val="103030"/>
              <a:buNone/>
            </a:pPr>
            <a:r>
              <a:rPr b="1" lang="en-US" sz="6600">
                <a:solidFill>
                  <a:srgbClr val="C00000"/>
                </a:solidFill>
              </a:rPr>
              <a:t>Pipelining </a:t>
            </a:r>
            <a:r>
              <a:rPr lang="en-US" sz="6600"/>
              <a:t>allows hardware resources to be fully utilized</a:t>
            </a:r>
            <a:endParaRPr sz="6600"/>
          </a:p>
          <a:p>
            <a:pPr indent="-266573" lvl="0" marL="384048" rtl="0" algn="l">
              <a:lnSpc>
                <a:spcPct val="94000"/>
              </a:lnSpc>
              <a:spcBef>
                <a:spcPts val="1200"/>
              </a:spcBef>
              <a:spcAft>
                <a:spcPts val="0"/>
              </a:spcAft>
              <a:buClr>
                <a:schemeClr val="dk2"/>
              </a:buClr>
              <a:buSzPct val="103030"/>
              <a:buNone/>
            </a:pPr>
            <a:r>
              <a:rPr lang="en-US" sz="6600"/>
              <a:t>One 32-bit instruction or two 16-bit instructions can be fetched.</a:t>
            </a:r>
            <a:endParaRPr sz="6600">
              <a:solidFill>
                <a:srgbClr val="C00000"/>
              </a:solidFill>
            </a:endParaRPr>
          </a:p>
          <a:p>
            <a:pPr indent="-266573" lvl="0" marL="384048" rtl="0" algn="l">
              <a:lnSpc>
                <a:spcPct val="94000"/>
              </a:lnSpc>
              <a:spcBef>
                <a:spcPts val="1200"/>
              </a:spcBef>
              <a:spcAft>
                <a:spcPts val="0"/>
              </a:spcAft>
              <a:buClr>
                <a:schemeClr val="dk2"/>
              </a:buClr>
              <a:buSzPct val="30303"/>
              <a:buNone/>
            </a:pPr>
            <a:r>
              <a:t/>
            </a:r>
            <a:endParaRPr sz="6600">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a:p>
            <a:pPr indent="0" lvl="0" marL="0" rtl="0" algn="l">
              <a:lnSpc>
                <a:spcPct val="94000"/>
              </a:lnSpc>
              <a:spcBef>
                <a:spcPts val="1200"/>
              </a:spcBef>
              <a:spcAft>
                <a:spcPts val="0"/>
              </a:spcAft>
              <a:buClr>
                <a:schemeClr val="dk2"/>
              </a:buClr>
              <a:buSzPct val="111111"/>
              <a:buNone/>
            </a:pPr>
            <a:r>
              <a:t/>
            </a:r>
            <a:endParaRPr>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a:p>
            <a:pPr indent="0" lvl="0" marL="0" rtl="0" algn="l">
              <a:lnSpc>
                <a:spcPct val="94000"/>
              </a:lnSpc>
              <a:spcBef>
                <a:spcPts val="1200"/>
              </a:spcBef>
              <a:spcAft>
                <a:spcPts val="0"/>
              </a:spcAft>
              <a:buClr>
                <a:schemeClr val="dk2"/>
              </a:buClr>
              <a:buSzPct val="111111"/>
              <a:buNone/>
            </a:pPr>
            <a:r>
              <a:t/>
            </a:r>
            <a:endParaRPr>
              <a:solidFill>
                <a:srgbClr val="800000"/>
              </a:solidFill>
            </a:endParaRPr>
          </a:p>
          <a:p>
            <a:pPr indent="0" lvl="0" marL="0" rtl="0" algn="l">
              <a:lnSpc>
                <a:spcPct val="94000"/>
              </a:lnSpc>
              <a:spcBef>
                <a:spcPts val="1200"/>
              </a:spcBef>
              <a:spcAft>
                <a:spcPts val="0"/>
              </a:spcAft>
              <a:buClr>
                <a:schemeClr val="dk2"/>
              </a:buClr>
              <a:buSzPct val="111111"/>
              <a:buNone/>
            </a:pPr>
            <a:r>
              <a:t/>
            </a:r>
            <a:endParaRPr>
              <a:solidFill>
                <a:srgbClr val="800000"/>
              </a:solidFill>
            </a:endParaRPr>
          </a:p>
          <a:p>
            <a:pPr indent="0" lvl="0" marL="0" rtl="0" algn="l">
              <a:lnSpc>
                <a:spcPct val="94000"/>
              </a:lnSpc>
              <a:spcBef>
                <a:spcPts val="1200"/>
              </a:spcBef>
              <a:spcAft>
                <a:spcPts val="0"/>
              </a:spcAft>
              <a:buClr>
                <a:schemeClr val="dk2"/>
              </a:buClr>
              <a:buSzPct val="111111"/>
              <a:buNone/>
            </a:pPr>
            <a:r>
              <a:t/>
            </a:r>
            <a:endParaRPr>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p:txBody>
      </p:sp>
      <p:sp>
        <p:nvSpPr>
          <p:cNvPr id="1183" name="Google Shape;1183;g23d4a897f4b_0_1534"/>
          <p:cNvSpPr txBox="1"/>
          <p:nvPr>
            <p:ph idx="12" type="sldNum"/>
          </p:nvPr>
        </p:nvSpPr>
        <p:spPr>
          <a:xfrm>
            <a:off x="628650" y="6400800"/>
            <a:ext cx="14859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1184" name="Google Shape;1184;g23d4a897f4b_0_1534"/>
          <p:cNvPicPr preferRelativeResize="0"/>
          <p:nvPr/>
        </p:nvPicPr>
        <p:blipFill rotWithShape="1">
          <a:blip r:embed="rId3">
            <a:alphaModFix/>
          </a:blip>
          <a:srcRect b="0" l="0" r="0" t="0"/>
          <a:stretch/>
        </p:blipFill>
        <p:spPr>
          <a:xfrm>
            <a:off x="1943100" y="2470150"/>
            <a:ext cx="4792437" cy="2171700"/>
          </a:xfrm>
          <a:prstGeom prst="rect">
            <a:avLst/>
          </a:prstGeom>
          <a:noFill/>
          <a:ln>
            <a:noFill/>
          </a:ln>
        </p:spPr>
      </p:pic>
      <p:sp>
        <p:nvSpPr>
          <p:cNvPr id="1185" name="Google Shape;1185;g23d4a897f4b_0_1534"/>
          <p:cNvSpPr txBox="1"/>
          <p:nvPr/>
        </p:nvSpPr>
        <p:spPr>
          <a:xfrm>
            <a:off x="3089446" y="5702500"/>
            <a:ext cx="4077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Libre Franklin"/>
                <a:ea typeface="Libre Franklin"/>
                <a:cs typeface="Libre Franklin"/>
                <a:sym typeface="Libre Franklin"/>
              </a:rPr>
              <a:t>Pipeline of 32-bit instructions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g23d4a897f4b_0_1542"/>
          <p:cNvSpPr txBox="1"/>
          <p:nvPr>
            <p:ph type="title"/>
          </p:nvPr>
        </p:nvSpPr>
        <p:spPr>
          <a:xfrm>
            <a:off x="1085850" y="76575"/>
            <a:ext cx="7428000" cy="12189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chemeClr val="dk2"/>
              </a:buClr>
              <a:buSzPct val="100000"/>
              <a:buFont typeface="Libre Franklin"/>
              <a:buNone/>
            </a:pPr>
            <a:r>
              <a:rPr lang="en-US"/>
              <a:t>Three-state pipeline: </a:t>
            </a:r>
            <a:br>
              <a:rPr lang="en-US"/>
            </a:br>
            <a:r>
              <a:rPr lang="en-US"/>
              <a:t>Fetch, Decode, Execution</a:t>
            </a:r>
            <a:endParaRPr/>
          </a:p>
        </p:txBody>
      </p:sp>
      <p:sp>
        <p:nvSpPr>
          <p:cNvPr id="1191" name="Google Shape;1191;g23d4a897f4b_0_1542"/>
          <p:cNvSpPr txBox="1"/>
          <p:nvPr>
            <p:ph idx="1" type="body"/>
          </p:nvPr>
        </p:nvSpPr>
        <p:spPr>
          <a:xfrm>
            <a:off x="1462150" y="1371600"/>
            <a:ext cx="6750000" cy="762000"/>
          </a:xfrm>
          <a:prstGeom prst="rect">
            <a:avLst/>
          </a:prstGeom>
          <a:noFill/>
          <a:ln>
            <a:noFill/>
          </a:ln>
        </p:spPr>
        <p:txBody>
          <a:bodyPr anchorCtr="0" anchor="t" bIns="45700" lIns="91425" spcFirstLastPara="1" rIns="91425" wrap="square" tIns="45700">
            <a:normAutofit fontScale="25000" lnSpcReduction="20000"/>
          </a:bodyPr>
          <a:lstStyle/>
          <a:p>
            <a:pPr indent="-266573" lvl="0" marL="384048" rtl="0" algn="l">
              <a:lnSpc>
                <a:spcPct val="94000"/>
              </a:lnSpc>
              <a:spcBef>
                <a:spcPts val="0"/>
              </a:spcBef>
              <a:spcAft>
                <a:spcPts val="0"/>
              </a:spcAft>
              <a:buClr>
                <a:srgbClr val="C00000"/>
              </a:buClr>
              <a:buSzPct val="102702"/>
              <a:buNone/>
            </a:pPr>
            <a:r>
              <a:rPr b="1" lang="en-US" sz="7400">
                <a:solidFill>
                  <a:srgbClr val="C00000"/>
                </a:solidFill>
              </a:rPr>
              <a:t>Pipelining </a:t>
            </a:r>
            <a:r>
              <a:rPr lang="en-US" sz="7400"/>
              <a:t>allows hardware resources to be fully utilized</a:t>
            </a:r>
            <a:endParaRPr sz="7400"/>
          </a:p>
          <a:p>
            <a:pPr indent="-266573" lvl="0" marL="384048" rtl="0" algn="l">
              <a:lnSpc>
                <a:spcPct val="94000"/>
              </a:lnSpc>
              <a:spcBef>
                <a:spcPts val="1200"/>
              </a:spcBef>
              <a:spcAft>
                <a:spcPts val="0"/>
              </a:spcAft>
              <a:buClr>
                <a:schemeClr val="dk2"/>
              </a:buClr>
              <a:buSzPct val="102702"/>
              <a:buNone/>
            </a:pPr>
            <a:r>
              <a:rPr lang="en-US" sz="7400"/>
              <a:t>One 32-bit instruction or two 16-bit instructions can be fetched.</a:t>
            </a:r>
            <a:endParaRPr sz="7400">
              <a:solidFill>
                <a:srgbClr val="C00000"/>
              </a:solidFill>
            </a:endParaRPr>
          </a:p>
          <a:p>
            <a:pPr indent="-266573" lvl="0" marL="384048" rtl="0" algn="l">
              <a:lnSpc>
                <a:spcPct val="94000"/>
              </a:lnSpc>
              <a:spcBef>
                <a:spcPts val="1200"/>
              </a:spcBef>
              <a:spcAft>
                <a:spcPts val="0"/>
              </a:spcAft>
              <a:buClr>
                <a:schemeClr val="dk2"/>
              </a:buClr>
              <a:buSzPct val="27027"/>
              <a:buNone/>
            </a:pPr>
            <a:r>
              <a:t/>
            </a:r>
            <a:endParaRPr sz="7400">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a:p>
            <a:pPr indent="0" lvl="0" marL="0" rtl="0" algn="l">
              <a:lnSpc>
                <a:spcPct val="94000"/>
              </a:lnSpc>
              <a:spcBef>
                <a:spcPts val="1200"/>
              </a:spcBef>
              <a:spcAft>
                <a:spcPts val="0"/>
              </a:spcAft>
              <a:buClr>
                <a:schemeClr val="dk2"/>
              </a:buClr>
              <a:buSzPct val="111111"/>
              <a:buNone/>
            </a:pPr>
            <a:r>
              <a:t/>
            </a:r>
            <a:endParaRPr>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a:p>
            <a:pPr indent="0" lvl="0" marL="0" rtl="0" algn="l">
              <a:lnSpc>
                <a:spcPct val="94000"/>
              </a:lnSpc>
              <a:spcBef>
                <a:spcPts val="1200"/>
              </a:spcBef>
              <a:spcAft>
                <a:spcPts val="0"/>
              </a:spcAft>
              <a:buClr>
                <a:schemeClr val="dk2"/>
              </a:buClr>
              <a:buSzPct val="111111"/>
              <a:buNone/>
            </a:pPr>
            <a:r>
              <a:t/>
            </a:r>
            <a:endParaRPr>
              <a:solidFill>
                <a:srgbClr val="800000"/>
              </a:solidFill>
            </a:endParaRPr>
          </a:p>
          <a:p>
            <a:pPr indent="0" lvl="0" marL="0" rtl="0" algn="l">
              <a:lnSpc>
                <a:spcPct val="94000"/>
              </a:lnSpc>
              <a:spcBef>
                <a:spcPts val="1200"/>
              </a:spcBef>
              <a:spcAft>
                <a:spcPts val="0"/>
              </a:spcAft>
              <a:buClr>
                <a:schemeClr val="dk2"/>
              </a:buClr>
              <a:buSzPct val="111111"/>
              <a:buNone/>
            </a:pPr>
            <a:r>
              <a:t/>
            </a:r>
            <a:endParaRPr>
              <a:solidFill>
                <a:srgbClr val="800000"/>
              </a:solidFill>
            </a:endParaRPr>
          </a:p>
          <a:p>
            <a:pPr indent="0" lvl="0" marL="0" rtl="0" algn="l">
              <a:lnSpc>
                <a:spcPct val="94000"/>
              </a:lnSpc>
              <a:spcBef>
                <a:spcPts val="1200"/>
              </a:spcBef>
              <a:spcAft>
                <a:spcPts val="0"/>
              </a:spcAft>
              <a:buClr>
                <a:schemeClr val="dk2"/>
              </a:buClr>
              <a:buSzPct val="111111"/>
              <a:buNone/>
            </a:pPr>
            <a:r>
              <a:t/>
            </a:r>
            <a:endParaRPr>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a:p>
            <a:pPr indent="-266573" lvl="0" marL="384048" rtl="0" algn="l">
              <a:lnSpc>
                <a:spcPct val="94000"/>
              </a:lnSpc>
              <a:spcBef>
                <a:spcPts val="1200"/>
              </a:spcBef>
              <a:spcAft>
                <a:spcPts val="0"/>
              </a:spcAft>
              <a:buClr>
                <a:schemeClr val="dk2"/>
              </a:buClr>
              <a:buSzPct val="111111"/>
              <a:buNone/>
            </a:pPr>
            <a:r>
              <a:t/>
            </a:r>
            <a:endParaRPr>
              <a:solidFill>
                <a:srgbClr val="800000"/>
              </a:solidFill>
            </a:endParaRPr>
          </a:p>
        </p:txBody>
      </p:sp>
      <p:sp>
        <p:nvSpPr>
          <p:cNvPr id="1192" name="Google Shape;1192;g23d4a897f4b_0_1542"/>
          <p:cNvSpPr txBox="1"/>
          <p:nvPr>
            <p:ph idx="12" type="sldNum"/>
          </p:nvPr>
        </p:nvSpPr>
        <p:spPr>
          <a:xfrm>
            <a:off x="628650" y="6324600"/>
            <a:ext cx="14859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193" name="Google Shape;1193;g23d4a897f4b_0_1542"/>
          <p:cNvSpPr txBox="1"/>
          <p:nvPr/>
        </p:nvSpPr>
        <p:spPr>
          <a:xfrm>
            <a:off x="3200400" y="5867400"/>
            <a:ext cx="3938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Libre Franklin"/>
                <a:ea typeface="Libre Franklin"/>
                <a:cs typeface="Libre Franklin"/>
                <a:sym typeface="Libre Franklin"/>
              </a:rPr>
              <a:t>Pipeline of 16-bit instructions</a:t>
            </a:r>
            <a:endParaRPr b="0" i="0" sz="1400" u="none" cap="none" strike="noStrike">
              <a:solidFill>
                <a:srgbClr val="000000"/>
              </a:solidFill>
              <a:latin typeface="Arial"/>
              <a:ea typeface="Arial"/>
              <a:cs typeface="Arial"/>
              <a:sym typeface="Arial"/>
            </a:endParaRPr>
          </a:p>
        </p:txBody>
      </p:sp>
      <p:pic>
        <p:nvPicPr>
          <p:cNvPr id="1194" name="Google Shape;1194;g23d4a897f4b_0_1542"/>
          <p:cNvPicPr preferRelativeResize="0"/>
          <p:nvPr/>
        </p:nvPicPr>
        <p:blipFill rotWithShape="1">
          <a:blip r:embed="rId3">
            <a:alphaModFix/>
          </a:blip>
          <a:srcRect b="0" l="0" r="0" t="0"/>
          <a:stretch/>
        </p:blipFill>
        <p:spPr>
          <a:xfrm>
            <a:off x="1828801" y="2209800"/>
            <a:ext cx="5132321" cy="2485461"/>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g23d4a897f4b_0_1550"/>
          <p:cNvSpPr/>
          <p:nvPr/>
        </p:nvSpPr>
        <p:spPr>
          <a:xfrm>
            <a:off x="1657350" y="1175266"/>
            <a:ext cx="3714900" cy="5392500"/>
          </a:xfrm>
          <a:prstGeom prst="rect">
            <a:avLst/>
          </a:prstGeom>
          <a:solidFill>
            <a:srgbClr val="F2F2F2"/>
          </a:solid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1200" name="Google Shape;1200;g23d4a897f4b_0_1550"/>
          <p:cNvSpPr txBox="1"/>
          <p:nvPr>
            <p:ph type="title"/>
          </p:nvPr>
        </p:nvSpPr>
        <p:spPr>
          <a:xfrm>
            <a:off x="1485900" y="152400"/>
            <a:ext cx="7216500" cy="914400"/>
          </a:xfrm>
          <a:prstGeom prst="rect">
            <a:avLst/>
          </a:prstGeom>
          <a:noFill/>
          <a:ln>
            <a:noFill/>
          </a:ln>
        </p:spPr>
        <p:txBody>
          <a:bodyPr anchorCtr="0" anchor="t" bIns="45700" lIns="91425" spcFirstLastPara="1" rIns="91425" wrap="square" tIns="45700">
            <a:noAutofit/>
          </a:bodyPr>
          <a:lstStyle/>
          <a:p>
            <a:pPr indent="0" lvl="0" marL="0" rtl="0" algn="l">
              <a:lnSpc>
                <a:spcPct val="89000"/>
              </a:lnSpc>
              <a:spcBef>
                <a:spcPts val="0"/>
              </a:spcBef>
              <a:spcAft>
                <a:spcPts val="0"/>
              </a:spcAft>
              <a:buClr>
                <a:schemeClr val="dk2"/>
              </a:buClr>
              <a:buSzPts val="3960"/>
              <a:buFont typeface="Libre Franklin"/>
              <a:buNone/>
            </a:pPr>
            <a:r>
              <a:rPr lang="en-US" sz="3559"/>
              <a:t>Machine codes are stored in memory</a:t>
            </a:r>
            <a:endParaRPr sz="3559"/>
          </a:p>
        </p:txBody>
      </p:sp>
      <p:sp>
        <p:nvSpPr>
          <p:cNvPr id="1201" name="Google Shape;1201;g23d4a897f4b_0_1550"/>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202" name="Google Shape;1202;g23d4a897f4b_0_1550"/>
          <p:cNvSpPr/>
          <p:nvPr/>
        </p:nvSpPr>
        <p:spPr>
          <a:xfrm>
            <a:off x="2286000" y="12954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ibre Franklin"/>
              <a:ea typeface="Libre Franklin"/>
              <a:cs typeface="Libre Franklin"/>
              <a:sym typeface="Libre Franklin"/>
            </a:endParaRPr>
          </a:p>
        </p:txBody>
      </p:sp>
      <p:sp>
        <p:nvSpPr>
          <p:cNvPr id="1203" name="Google Shape;1203;g23d4a897f4b_0_1550"/>
          <p:cNvSpPr/>
          <p:nvPr/>
        </p:nvSpPr>
        <p:spPr>
          <a:xfrm>
            <a:off x="2286000" y="16002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04" name="Google Shape;1204;g23d4a897f4b_0_1550"/>
          <p:cNvSpPr/>
          <p:nvPr/>
        </p:nvSpPr>
        <p:spPr>
          <a:xfrm>
            <a:off x="2286000" y="19050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05" name="Google Shape;1205;g23d4a897f4b_0_1550"/>
          <p:cNvSpPr/>
          <p:nvPr/>
        </p:nvSpPr>
        <p:spPr>
          <a:xfrm>
            <a:off x="2286000" y="22098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06" name="Google Shape;1206;g23d4a897f4b_0_1550"/>
          <p:cNvSpPr/>
          <p:nvPr/>
        </p:nvSpPr>
        <p:spPr>
          <a:xfrm>
            <a:off x="2286000" y="25146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07" name="Google Shape;1207;g23d4a897f4b_0_1550"/>
          <p:cNvSpPr/>
          <p:nvPr/>
        </p:nvSpPr>
        <p:spPr>
          <a:xfrm>
            <a:off x="2286000" y="28194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08" name="Google Shape;1208;g23d4a897f4b_0_1550"/>
          <p:cNvSpPr/>
          <p:nvPr/>
        </p:nvSpPr>
        <p:spPr>
          <a:xfrm>
            <a:off x="2286000" y="31242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09" name="Google Shape;1209;g23d4a897f4b_0_1550"/>
          <p:cNvSpPr/>
          <p:nvPr/>
        </p:nvSpPr>
        <p:spPr>
          <a:xfrm>
            <a:off x="2286000" y="34290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10" name="Google Shape;1210;g23d4a897f4b_0_1550"/>
          <p:cNvSpPr/>
          <p:nvPr/>
        </p:nvSpPr>
        <p:spPr>
          <a:xfrm>
            <a:off x="2286000" y="37338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11" name="Google Shape;1211;g23d4a897f4b_0_1550"/>
          <p:cNvSpPr/>
          <p:nvPr/>
        </p:nvSpPr>
        <p:spPr>
          <a:xfrm>
            <a:off x="2286000" y="40386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12" name="Google Shape;1212;g23d4a897f4b_0_1550"/>
          <p:cNvSpPr/>
          <p:nvPr/>
        </p:nvSpPr>
        <p:spPr>
          <a:xfrm>
            <a:off x="2286000" y="43426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13" name="Google Shape;1213;g23d4a897f4b_0_1550"/>
          <p:cNvSpPr/>
          <p:nvPr/>
        </p:nvSpPr>
        <p:spPr>
          <a:xfrm>
            <a:off x="2286000" y="46474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14" name="Google Shape;1214;g23d4a897f4b_0_1550"/>
          <p:cNvSpPr/>
          <p:nvPr/>
        </p:nvSpPr>
        <p:spPr>
          <a:xfrm>
            <a:off x="2286000" y="49522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15" name="Google Shape;1215;g23d4a897f4b_0_1550"/>
          <p:cNvSpPr/>
          <p:nvPr/>
        </p:nvSpPr>
        <p:spPr>
          <a:xfrm>
            <a:off x="2286000" y="52570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16" name="Google Shape;1216;g23d4a897f4b_0_1550"/>
          <p:cNvSpPr/>
          <p:nvPr/>
        </p:nvSpPr>
        <p:spPr>
          <a:xfrm>
            <a:off x="2286000" y="55626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17" name="Google Shape;1217;g23d4a897f4b_0_1550"/>
          <p:cNvSpPr/>
          <p:nvPr/>
        </p:nvSpPr>
        <p:spPr>
          <a:xfrm>
            <a:off x="2286000" y="58674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grpSp>
        <p:nvGrpSpPr>
          <p:cNvPr id="1218" name="Google Shape;1218;g23d4a897f4b_0_1550"/>
          <p:cNvGrpSpPr/>
          <p:nvPr/>
        </p:nvGrpSpPr>
        <p:grpSpPr>
          <a:xfrm>
            <a:off x="1439381" y="1295433"/>
            <a:ext cx="857416" cy="4726044"/>
            <a:chOff x="1066800" y="1295400"/>
            <a:chExt cx="471600" cy="4888337"/>
          </a:xfrm>
        </p:grpSpPr>
        <p:sp>
          <p:nvSpPr>
            <p:cNvPr id="1219" name="Google Shape;1219;g23d4a897f4b_0_1550"/>
            <p:cNvSpPr txBox="1"/>
            <p:nvPr/>
          </p:nvSpPr>
          <p:spPr>
            <a:xfrm>
              <a:off x="1066800" y="1295400"/>
              <a:ext cx="4716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r15</a:t>
              </a:r>
              <a:endParaRPr b="0" i="0" sz="1400" u="none" cap="none" strike="noStrike">
                <a:solidFill>
                  <a:srgbClr val="000000"/>
                </a:solidFill>
                <a:latin typeface="Arial"/>
                <a:ea typeface="Arial"/>
                <a:cs typeface="Arial"/>
                <a:sym typeface="Arial"/>
              </a:endParaRPr>
            </a:p>
          </p:txBody>
        </p:sp>
        <p:sp>
          <p:nvSpPr>
            <p:cNvPr id="1220" name="Google Shape;1220;g23d4a897f4b_0_1550"/>
            <p:cNvSpPr txBox="1"/>
            <p:nvPr/>
          </p:nvSpPr>
          <p:spPr>
            <a:xfrm>
              <a:off x="1066800" y="1600200"/>
              <a:ext cx="4716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r14</a:t>
              </a:r>
              <a:endParaRPr b="0" i="0" sz="1400" u="none" cap="none" strike="noStrike">
                <a:solidFill>
                  <a:srgbClr val="000000"/>
                </a:solidFill>
                <a:latin typeface="Arial"/>
                <a:ea typeface="Arial"/>
                <a:cs typeface="Arial"/>
                <a:sym typeface="Arial"/>
              </a:endParaRPr>
            </a:p>
          </p:txBody>
        </p:sp>
        <p:sp>
          <p:nvSpPr>
            <p:cNvPr id="1221" name="Google Shape;1221;g23d4a897f4b_0_1550"/>
            <p:cNvSpPr txBox="1"/>
            <p:nvPr/>
          </p:nvSpPr>
          <p:spPr>
            <a:xfrm>
              <a:off x="1066800" y="1905000"/>
              <a:ext cx="4716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r13</a:t>
              </a:r>
              <a:endParaRPr b="0" i="0" sz="1400" u="none" cap="none" strike="noStrike">
                <a:solidFill>
                  <a:srgbClr val="000000"/>
                </a:solidFill>
                <a:latin typeface="Arial"/>
                <a:ea typeface="Arial"/>
                <a:cs typeface="Arial"/>
                <a:sym typeface="Arial"/>
              </a:endParaRPr>
            </a:p>
          </p:txBody>
        </p:sp>
        <p:sp>
          <p:nvSpPr>
            <p:cNvPr id="1222" name="Google Shape;1222;g23d4a897f4b_0_1550"/>
            <p:cNvSpPr txBox="1"/>
            <p:nvPr/>
          </p:nvSpPr>
          <p:spPr>
            <a:xfrm>
              <a:off x="1066800" y="2209800"/>
              <a:ext cx="4716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r12</a:t>
              </a:r>
              <a:endParaRPr b="0" i="0" sz="1400" u="none" cap="none" strike="noStrike">
                <a:solidFill>
                  <a:srgbClr val="000000"/>
                </a:solidFill>
                <a:latin typeface="Arial"/>
                <a:ea typeface="Arial"/>
                <a:cs typeface="Arial"/>
                <a:sym typeface="Arial"/>
              </a:endParaRPr>
            </a:p>
          </p:txBody>
        </p:sp>
        <p:sp>
          <p:nvSpPr>
            <p:cNvPr id="1223" name="Google Shape;1223;g23d4a897f4b_0_1550"/>
            <p:cNvSpPr txBox="1"/>
            <p:nvPr/>
          </p:nvSpPr>
          <p:spPr>
            <a:xfrm>
              <a:off x="1066800" y="2514600"/>
              <a:ext cx="4716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r11</a:t>
              </a:r>
              <a:endParaRPr b="0" i="0" sz="1400" u="none" cap="none" strike="noStrike">
                <a:solidFill>
                  <a:srgbClr val="000000"/>
                </a:solidFill>
                <a:latin typeface="Arial"/>
                <a:ea typeface="Arial"/>
                <a:cs typeface="Arial"/>
                <a:sym typeface="Arial"/>
              </a:endParaRPr>
            </a:p>
          </p:txBody>
        </p:sp>
        <p:sp>
          <p:nvSpPr>
            <p:cNvPr id="1224" name="Google Shape;1224;g23d4a897f4b_0_1550"/>
            <p:cNvSpPr txBox="1"/>
            <p:nvPr/>
          </p:nvSpPr>
          <p:spPr>
            <a:xfrm>
              <a:off x="1066800" y="2819400"/>
              <a:ext cx="4716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r10</a:t>
              </a:r>
              <a:endParaRPr b="0" i="0" sz="1400" u="none" cap="none" strike="noStrike">
                <a:solidFill>
                  <a:srgbClr val="000000"/>
                </a:solidFill>
                <a:latin typeface="Arial"/>
                <a:ea typeface="Arial"/>
                <a:cs typeface="Arial"/>
                <a:sym typeface="Arial"/>
              </a:endParaRPr>
            </a:p>
          </p:txBody>
        </p:sp>
        <p:sp>
          <p:nvSpPr>
            <p:cNvPr id="1225" name="Google Shape;1225;g23d4a897f4b_0_1550"/>
            <p:cNvSpPr txBox="1"/>
            <p:nvPr/>
          </p:nvSpPr>
          <p:spPr>
            <a:xfrm>
              <a:off x="1143000" y="3124200"/>
              <a:ext cx="3690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r9</a:t>
              </a:r>
              <a:endParaRPr b="0" i="0" sz="1400" u="none" cap="none" strike="noStrike">
                <a:solidFill>
                  <a:srgbClr val="000000"/>
                </a:solidFill>
                <a:latin typeface="Arial"/>
                <a:ea typeface="Arial"/>
                <a:cs typeface="Arial"/>
                <a:sym typeface="Arial"/>
              </a:endParaRPr>
            </a:p>
          </p:txBody>
        </p:sp>
        <p:sp>
          <p:nvSpPr>
            <p:cNvPr id="1226" name="Google Shape;1226;g23d4a897f4b_0_1550"/>
            <p:cNvSpPr txBox="1"/>
            <p:nvPr/>
          </p:nvSpPr>
          <p:spPr>
            <a:xfrm>
              <a:off x="1143000" y="3429000"/>
              <a:ext cx="369000" cy="3501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r8</a:t>
              </a:r>
              <a:endParaRPr b="0" i="0" sz="1400" u="none" cap="none" strike="noStrike">
                <a:solidFill>
                  <a:srgbClr val="000000"/>
                </a:solidFill>
                <a:latin typeface="Arial"/>
                <a:ea typeface="Arial"/>
                <a:cs typeface="Arial"/>
                <a:sym typeface="Arial"/>
              </a:endParaRPr>
            </a:p>
          </p:txBody>
        </p:sp>
        <p:sp>
          <p:nvSpPr>
            <p:cNvPr id="1227" name="Google Shape;1227;g23d4a897f4b_0_1550"/>
            <p:cNvSpPr txBox="1"/>
            <p:nvPr/>
          </p:nvSpPr>
          <p:spPr>
            <a:xfrm>
              <a:off x="1154988" y="3700046"/>
              <a:ext cx="3690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r7</a:t>
              </a:r>
              <a:endParaRPr b="0" i="0" sz="1400" u="none" cap="none" strike="noStrike">
                <a:solidFill>
                  <a:srgbClr val="000000"/>
                </a:solidFill>
                <a:latin typeface="Arial"/>
                <a:ea typeface="Arial"/>
                <a:cs typeface="Arial"/>
                <a:sym typeface="Arial"/>
              </a:endParaRPr>
            </a:p>
          </p:txBody>
        </p:sp>
        <p:sp>
          <p:nvSpPr>
            <p:cNvPr id="1228" name="Google Shape;1228;g23d4a897f4b_0_1550"/>
            <p:cNvSpPr txBox="1"/>
            <p:nvPr/>
          </p:nvSpPr>
          <p:spPr>
            <a:xfrm>
              <a:off x="1154988" y="4004846"/>
              <a:ext cx="3690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r6</a:t>
              </a:r>
              <a:endParaRPr b="0" i="0" sz="1400" u="none" cap="none" strike="noStrike">
                <a:solidFill>
                  <a:srgbClr val="000000"/>
                </a:solidFill>
                <a:latin typeface="Arial"/>
                <a:ea typeface="Arial"/>
                <a:cs typeface="Arial"/>
                <a:sym typeface="Arial"/>
              </a:endParaRPr>
            </a:p>
          </p:txBody>
        </p:sp>
        <p:sp>
          <p:nvSpPr>
            <p:cNvPr id="1229" name="Google Shape;1229;g23d4a897f4b_0_1550"/>
            <p:cNvSpPr txBox="1"/>
            <p:nvPr/>
          </p:nvSpPr>
          <p:spPr>
            <a:xfrm>
              <a:off x="1154988" y="4309646"/>
              <a:ext cx="3690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r5</a:t>
              </a:r>
              <a:endParaRPr b="0" i="0" sz="1400" u="none" cap="none" strike="noStrike">
                <a:solidFill>
                  <a:srgbClr val="000000"/>
                </a:solidFill>
                <a:latin typeface="Arial"/>
                <a:ea typeface="Arial"/>
                <a:cs typeface="Arial"/>
                <a:sym typeface="Arial"/>
              </a:endParaRPr>
            </a:p>
          </p:txBody>
        </p:sp>
        <p:sp>
          <p:nvSpPr>
            <p:cNvPr id="1230" name="Google Shape;1230;g23d4a897f4b_0_1550"/>
            <p:cNvSpPr txBox="1"/>
            <p:nvPr/>
          </p:nvSpPr>
          <p:spPr>
            <a:xfrm>
              <a:off x="1154988" y="4614446"/>
              <a:ext cx="3690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r4</a:t>
              </a:r>
              <a:endParaRPr b="0" i="0" sz="1400" u="none" cap="none" strike="noStrike">
                <a:solidFill>
                  <a:srgbClr val="000000"/>
                </a:solidFill>
                <a:latin typeface="Arial"/>
                <a:ea typeface="Arial"/>
                <a:cs typeface="Arial"/>
                <a:sym typeface="Arial"/>
              </a:endParaRPr>
            </a:p>
          </p:txBody>
        </p:sp>
        <p:sp>
          <p:nvSpPr>
            <p:cNvPr id="1231" name="Google Shape;1231;g23d4a897f4b_0_1550"/>
            <p:cNvSpPr txBox="1"/>
            <p:nvPr/>
          </p:nvSpPr>
          <p:spPr>
            <a:xfrm>
              <a:off x="1154988" y="4919246"/>
              <a:ext cx="3690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r3</a:t>
              </a:r>
              <a:endParaRPr b="0" i="0" sz="1400" u="none" cap="none" strike="noStrike">
                <a:solidFill>
                  <a:srgbClr val="000000"/>
                </a:solidFill>
                <a:latin typeface="Arial"/>
                <a:ea typeface="Arial"/>
                <a:cs typeface="Arial"/>
                <a:sym typeface="Arial"/>
              </a:endParaRPr>
            </a:p>
          </p:txBody>
        </p:sp>
        <p:sp>
          <p:nvSpPr>
            <p:cNvPr id="1232" name="Google Shape;1232;g23d4a897f4b_0_1550"/>
            <p:cNvSpPr txBox="1"/>
            <p:nvPr/>
          </p:nvSpPr>
          <p:spPr>
            <a:xfrm>
              <a:off x="1154988" y="5224046"/>
              <a:ext cx="3690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r2</a:t>
              </a:r>
              <a:endParaRPr b="0" i="0" sz="1400" u="none" cap="none" strike="noStrike">
                <a:solidFill>
                  <a:srgbClr val="000000"/>
                </a:solidFill>
                <a:latin typeface="Arial"/>
                <a:ea typeface="Arial"/>
                <a:cs typeface="Arial"/>
                <a:sym typeface="Arial"/>
              </a:endParaRPr>
            </a:p>
          </p:txBody>
        </p:sp>
        <p:sp>
          <p:nvSpPr>
            <p:cNvPr id="1233" name="Google Shape;1233;g23d4a897f4b_0_1550"/>
            <p:cNvSpPr txBox="1"/>
            <p:nvPr/>
          </p:nvSpPr>
          <p:spPr>
            <a:xfrm>
              <a:off x="1154988" y="5528846"/>
              <a:ext cx="369000" cy="35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a:t>
              </a:r>
              <a:endParaRPr b="0" i="0" sz="1400" u="none" cap="none" strike="noStrike">
                <a:solidFill>
                  <a:srgbClr val="000000"/>
                </a:solidFill>
                <a:latin typeface="Arial"/>
                <a:ea typeface="Arial"/>
                <a:cs typeface="Arial"/>
                <a:sym typeface="Arial"/>
              </a:endParaRPr>
            </a:p>
          </p:txBody>
        </p:sp>
        <p:sp>
          <p:nvSpPr>
            <p:cNvPr id="1234" name="Google Shape;1234;g23d4a897f4b_0_1550"/>
            <p:cNvSpPr txBox="1"/>
            <p:nvPr/>
          </p:nvSpPr>
          <p:spPr>
            <a:xfrm>
              <a:off x="1113260" y="5833637"/>
              <a:ext cx="410700" cy="3501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r0</a:t>
              </a:r>
              <a:endParaRPr b="0" i="0" sz="1400" u="none" cap="none" strike="noStrike">
                <a:solidFill>
                  <a:srgbClr val="000000"/>
                </a:solidFill>
                <a:latin typeface="Arial"/>
                <a:ea typeface="Arial"/>
                <a:cs typeface="Arial"/>
                <a:sym typeface="Arial"/>
              </a:endParaRPr>
            </a:p>
          </p:txBody>
        </p:sp>
      </p:grpSp>
      <p:grpSp>
        <p:nvGrpSpPr>
          <p:cNvPr id="1235" name="Google Shape;1235;g23d4a897f4b_0_1550"/>
          <p:cNvGrpSpPr/>
          <p:nvPr/>
        </p:nvGrpSpPr>
        <p:grpSpPr>
          <a:xfrm>
            <a:off x="4076169" y="3117583"/>
            <a:ext cx="1074374" cy="1037446"/>
            <a:chOff x="4267200" y="2379077"/>
            <a:chExt cx="1066800" cy="897600"/>
          </a:xfrm>
        </p:grpSpPr>
        <p:cxnSp>
          <p:nvCxnSpPr>
            <p:cNvPr id="1236" name="Google Shape;1236;g23d4a897f4b_0_1550"/>
            <p:cNvCxnSpPr/>
            <p:nvPr/>
          </p:nvCxnSpPr>
          <p:spPr>
            <a:xfrm>
              <a:off x="4495800" y="23790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237" name="Google Shape;1237;g23d4a897f4b_0_1550"/>
            <p:cNvCxnSpPr/>
            <p:nvPr/>
          </p:nvCxnSpPr>
          <p:spPr>
            <a:xfrm>
              <a:off x="4495800" y="2971800"/>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238" name="Google Shape;1238;g23d4a897f4b_0_1550"/>
            <p:cNvCxnSpPr/>
            <p:nvPr/>
          </p:nvCxnSpPr>
          <p:spPr>
            <a:xfrm>
              <a:off x="5105400" y="26838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239" name="Google Shape;1239;g23d4a897f4b_0_1550"/>
            <p:cNvCxnSpPr/>
            <p:nvPr/>
          </p:nvCxnSpPr>
          <p:spPr>
            <a:xfrm>
              <a:off x="4495800" y="2379077"/>
              <a:ext cx="609600" cy="304800"/>
            </a:xfrm>
            <a:prstGeom prst="straightConnector1">
              <a:avLst/>
            </a:prstGeom>
            <a:noFill/>
            <a:ln cap="flat" cmpd="sng" w="19050">
              <a:solidFill>
                <a:schemeClr val="accent1"/>
              </a:solidFill>
              <a:prstDash val="solid"/>
              <a:round/>
              <a:headEnd len="sm" w="sm" type="none"/>
              <a:tailEnd len="sm" w="sm" type="none"/>
            </a:ln>
          </p:spPr>
        </p:cxnSp>
        <p:cxnSp>
          <p:nvCxnSpPr>
            <p:cNvPr id="1240" name="Google Shape;1240;g23d4a897f4b_0_1550"/>
            <p:cNvCxnSpPr/>
            <p:nvPr/>
          </p:nvCxnSpPr>
          <p:spPr>
            <a:xfrm flipH="1">
              <a:off x="4495800" y="2988677"/>
              <a:ext cx="609600" cy="288000"/>
            </a:xfrm>
            <a:prstGeom prst="straightConnector1">
              <a:avLst/>
            </a:prstGeom>
            <a:noFill/>
            <a:ln cap="flat" cmpd="sng" w="19050">
              <a:solidFill>
                <a:schemeClr val="accent1"/>
              </a:solidFill>
              <a:prstDash val="solid"/>
              <a:round/>
              <a:headEnd len="sm" w="sm" type="none"/>
              <a:tailEnd len="sm" w="sm" type="none"/>
            </a:ln>
          </p:spPr>
        </p:cxnSp>
        <p:cxnSp>
          <p:nvCxnSpPr>
            <p:cNvPr id="1241" name="Google Shape;1241;g23d4a897f4b_0_1550"/>
            <p:cNvCxnSpPr/>
            <p:nvPr/>
          </p:nvCxnSpPr>
          <p:spPr>
            <a:xfrm>
              <a:off x="4495800" y="2667000"/>
              <a:ext cx="152400" cy="169200"/>
            </a:xfrm>
            <a:prstGeom prst="straightConnector1">
              <a:avLst/>
            </a:prstGeom>
            <a:noFill/>
            <a:ln cap="flat" cmpd="sng" w="19050">
              <a:solidFill>
                <a:schemeClr val="accent1"/>
              </a:solidFill>
              <a:prstDash val="solid"/>
              <a:round/>
              <a:headEnd len="sm" w="sm" type="none"/>
              <a:tailEnd len="sm" w="sm" type="none"/>
            </a:ln>
          </p:spPr>
        </p:cxnSp>
        <p:cxnSp>
          <p:nvCxnSpPr>
            <p:cNvPr id="1242" name="Google Shape;1242;g23d4a897f4b_0_1550"/>
            <p:cNvCxnSpPr/>
            <p:nvPr/>
          </p:nvCxnSpPr>
          <p:spPr>
            <a:xfrm flipH="1" rot="10800000">
              <a:off x="4495800" y="2836277"/>
              <a:ext cx="152400" cy="152400"/>
            </a:xfrm>
            <a:prstGeom prst="straightConnector1">
              <a:avLst/>
            </a:prstGeom>
            <a:noFill/>
            <a:ln cap="flat" cmpd="sng" w="19050">
              <a:solidFill>
                <a:schemeClr val="accent1"/>
              </a:solidFill>
              <a:prstDash val="solid"/>
              <a:round/>
              <a:headEnd len="sm" w="sm" type="none"/>
              <a:tailEnd len="sm" w="sm" type="none"/>
            </a:ln>
          </p:spPr>
        </p:cxnSp>
        <p:cxnSp>
          <p:nvCxnSpPr>
            <p:cNvPr id="1243" name="Google Shape;1243;g23d4a897f4b_0_1550"/>
            <p:cNvCxnSpPr/>
            <p:nvPr/>
          </p:nvCxnSpPr>
          <p:spPr>
            <a:xfrm rot="10800000">
              <a:off x="4267200" y="2531477"/>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244" name="Google Shape;1244;g23d4a897f4b_0_1550"/>
            <p:cNvCxnSpPr/>
            <p:nvPr/>
          </p:nvCxnSpPr>
          <p:spPr>
            <a:xfrm rot="10800000">
              <a:off x="4267200" y="3124200"/>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245" name="Google Shape;1245;g23d4a897f4b_0_1550"/>
            <p:cNvCxnSpPr/>
            <p:nvPr/>
          </p:nvCxnSpPr>
          <p:spPr>
            <a:xfrm rot="10800000">
              <a:off x="5105400" y="2843625"/>
              <a:ext cx="228600" cy="0"/>
            </a:xfrm>
            <a:prstGeom prst="straightConnector1">
              <a:avLst/>
            </a:prstGeom>
            <a:noFill/>
            <a:ln cap="flat" cmpd="sng" w="19050">
              <a:solidFill>
                <a:schemeClr val="accent1"/>
              </a:solidFill>
              <a:prstDash val="solid"/>
              <a:round/>
              <a:headEnd len="sm" w="sm" type="none"/>
              <a:tailEnd len="sm" w="sm" type="none"/>
            </a:ln>
          </p:spPr>
        </p:cxnSp>
        <p:sp>
          <p:nvSpPr>
            <p:cNvPr id="1246" name="Google Shape;1246;g23d4a897f4b_0_1550"/>
            <p:cNvSpPr txBox="1"/>
            <p:nvPr/>
          </p:nvSpPr>
          <p:spPr>
            <a:xfrm>
              <a:off x="4591297" y="2665420"/>
              <a:ext cx="582300" cy="26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Libre Franklin"/>
                  <a:ea typeface="Libre Franklin"/>
                  <a:cs typeface="Libre Franklin"/>
                  <a:sym typeface="Libre Franklin"/>
                </a:rPr>
                <a:t>ALU</a:t>
              </a:r>
              <a:endParaRPr b="0" i="0" sz="1400" u="none" cap="none" strike="noStrike">
                <a:solidFill>
                  <a:srgbClr val="000000"/>
                </a:solidFill>
                <a:latin typeface="Arial"/>
                <a:ea typeface="Arial"/>
                <a:cs typeface="Arial"/>
                <a:sym typeface="Arial"/>
              </a:endParaRPr>
            </a:p>
          </p:txBody>
        </p:sp>
      </p:grpSp>
      <p:sp>
        <p:nvSpPr>
          <p:cNvPr id="1247" name="Google Shape;1247;g23d4a897f4b_0_1550"/>
          <p:cNvSpPr/>
          <p:nvPr/>
        </p:nvSpPr>
        <p:spPr>
          <a:xfrm>
            <a:off x="5994075" y="1359925"/>
            <a:ext cx="1074300" cy="48885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48" name="Google Shape;1248;g23d4a897f4b_0_1550"/>
          <p:cNvSpPr/>
          <p:nvPr/>
        </p:nvSpPr>
        <p:spPr>
          <a:xfrm>
            <a:off x="5988675" y="3126275"/>
            <a:ext cx="1074300" cy="1627500"/>
          </a:xfrm>
          <a:prstGeom prst="rect">
            <a:avLst/>
          </a:prstGeom>
          <a:solidFill>
            <a:schemeClr val="lt1"/>
          </a:solidFill>
          <a:ln cap="flat" cmpd="sng" w="349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4770 2000</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188B</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2201</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2100</a:t>
            </a:r>
            <a:endParaRPr b="0" i="0" sz="1400" u="none" cap="none" strike="noStrike">
              <a:solidFill>
                <a:srgbClr val="000000"/>
              </a:solidFill>
              <a:latin typeface="Arial"/>
              <a:ea typeface="Arial"/>
              <a:cs typeface="Arial"/>
              <a:sym typeface="Arial"/>
            </a:endParaRPr>
          </a:p>
        </p:txBody>
      </p:sp>
      <p:sp>
        <p:nvSpPr>
          <p:cNvPr id="1249" name="Google Shape;1249;g23d4a897f4b_0_1550"/>
          <p:cNvSpPr txBox="1"/>
          <p:nvPr/>
        </p:nvSpPr>
        <p:spPr>
          <a:xfrm>
            <a:off x="3143250" y="1230875"/>
            <a:ext cx="600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pc</a:t>
            </a:r>
            <a:endParaRPr b="0" i="0" sz="1400" u="none" cap="none" strike="noStrike">
              <a:solidFill>
                <a:srgbClr val="000000"/>
              </a:solidFill>
              <a:latin typeface="Arial"/>
              <a:ea typeface="Arial"/>
              <a:cs typeface="Arial"/>
              <a:sym typeface="Arial"/>
            </a:endParaRPr>
          </a:p>
        </p:txBody>
      </p:sp>
      <p:sp>
        <p:nvSpPr>
          <p:cNvPr id="1250" name="Google Shape;1250;g23d4a897f4b_0_1550"/>
          <p:cNvSpPr txBox="1"/>
          <p:nvPr/>
        </p:nvSpPr>
        <p:spPr>
          <a:xfrm>
            <a:off x="3143250" y="1567925"/>
            <a:ext cx="475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lr</a:t>
            </a:r>
            <a:endParaRPr b="0" i="0" sz="1800" u="none" cap="none" strike="noStrike">
              <a:solidFill>
                <a:schemeClr val="dk1"/>
              </a:solidFill>
              <a:latin typeface="Libre Franklin"/>
              <a:ea typeface="Libre Franklin"/>
              <a:cs typeface="Libre Franklin"/>
              <a:sym typeface="Libre Franklin"/>
            </a:endParaRPr>
          </a:p>
        </p:txBody>
      </p:sp>
      <p:sp>
        <p:nvSpPr>
          <p:cNvPr id="1251" name="Google Shape;1251;g23d4a897f4b_0_1550"/>
          <p:cNvSpPr txBox="1"/>
          <p:nvPr/>
        </p:nvSpPr>
        <p:spPr>
          <a:xfrm>
            <a:off x="3143250" y="1872734"/>
            <a:ext cx="2913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sp</a:t>
            </a:r>
            <a:endParaRPr b="0" i="0" sz="1800" u="none" cap="none" strike="noStrike">
              <a:solidFill>
                <a:schemeClr val="dk1"/>
              </a:solidFill>
              <a:latin typeface="Libre Franklin"/>
              <a:ea typeface="Libre Franklin"/>
              <a:cs typeface="Libre Franklin"/>
              <a:sym typeface="Libre Franklin"/>
            </a:endParaRPr>
          </a:p>
        </p:txBody>
      </p:sp>
      <p:sp>
        <p:nvSpPr>
          <p:cNvPr id="1252" name="Google Shape;1252;g23d4a897f4b_0_1550"/>
          <p:cNvSpPr txBox="1"/>
          <p:nvPr/>
        </p:nvSpPr>
        <p:spPr>
          <a:xfrm>
            <a:off x="7063023" y="5867400"/>
            <a:ext cx="1808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0x00000000</a:t>
            </a:r>
            <a:endParaRPr b="0" i="0" sz="1400" u="none" cap="none" strike="noStrike">
              <a:solidFill>
                <a:srgbClr val="000000"/>
              </a:solidFill>
              <a:latin typeface="Arial"/>
              <a:ea typeface="Arial"/>
              <a:cs typeface="Arial"/>
              <a:sym typeface="Arial"/>
            </a:endParaRPr>
          </a:p>
        </p:txBody>
      </p:sp>
      <p:sp>
        <p:nvSpPr>
          <p:cNvPr id="1253" name="Google Shape;1253;g23d4a897f4b_0_1550"/>
          <p:cNvSpPr txBox="1"/>
          <p:nvPr/>
        </p:nvSpPr>
        <p:spPr>
          <a:xfrm>
            <a:off x="7101498" y="1371600"/>
            <a:ext cx="1600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0xFFFFFFFF</a:t>
            </a:r>
            <a:endParaRPr b="0" i="0" sz="1400" u="none" cap="none" strike="noStrike">
              <a:solidFill>
                <a:srgbClr val="000000"/>
              </a:solidFill>
              <a:latin typeface="Arial"/>
              <a:ea typeface="Arial"/>
              <a:cs typeface="Arial"/>
              <a:sym typeface="Arial"/>
            </a:endParaRPr>
          </a:p>
        </p:txBody>
      </p:sp>
      <p:sp>
        <p:nvSpPr>
          <p:cNvPr id="1254" name="Google Shape;1254;g23d4a897f4b_0_1550"/>
          <p:cNvSpPr/>
          <p:nvPr/>
        </p:nvSpPr>
        <p:spPr>
          <a:xfrm>
            <a:off x="7183652" y="3139750"/>
            <a:ext cx="1960200" cy="1627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0x080001AC</a:t>
            </a:r>
            <a:endParaRPr b="0" i="0" sz="1400" u="none" cap="none" strike="noStrike">
              <a:solidFill>
                <a:srgbClr val="000000"/>
              </a:solidFill>
              <a:latin typeface="Arial"/>
              <a:ea typeface="Arial"/>
              <a:cs typeface="Arial"/>
              <a:sym typeface="Arial"/>
            </a:endParaRPr>
          </a:p>
        </p:txBody>
      </p:sp>
      <p:sp>
        <p:nvSpPr>
          <p:cNvPr id="1255" name="Google Shape;1255;g23d4a897f4b_0_1550"/>
          <p:cNvSpPr txBox="1"/>
          <p:nvPr/>
        </p:nvSpPr>
        <p:spPr>
          <a:xfrm>
            <a:off x="2306803" y="6198500"/>
            <a:ext cx="1496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Registers</a:t>
            </a:r>
            <a:endParaRPr b="0" i="0" sz="1400" u="none" cap="none" strike="noStrike">
              <a:solidFill>
                <a:srgbClr val="000000"/>
              </a:solidFill>
              <a:latin typeface="Arial"/>
              <a:ea typeface="Arial"/>
              <a:cs typeface="Arial"/>
              <a:sym typeface="Arial"/>
            </a:endParaRPr>
          </a:p>
        </p:txBody>
      </p:sp>
      <p:sp>
        <p:nvSpPr>
          <p:cNvPr id="1256" name="Google Shape;1256;g23d4a897f4b_0_1550"/>
          <p:cNvSpPr txBox="1"/>
          <p:nvPr/>
        </p:nvSpPr>
        <p:spPr>
          <a:xfrm>
            <a:off x="5986350" y="6248400"/>
            <a:ext cx="1197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Memory</a:t>
            </a:r>
            <a:endParaRPr b="0" i="0" sz="1400" u="none" cap="none" strike="noStrike">
              <a:solidFill>
                <a:srgbClr val="000000"/>
              </a:solidFill>
              <a:latin typeface="Arial"/>
              <a:ea typeface="Arial"/>
              <a:cs typeface="Arial"/>
              <a:sym typeface="Arial"/>
            </a:endParaRPr>
          </a:p>
        </p:txBody>
      </p:sp>
      <p:sp>
        <p:nvSpPr>
          <p:cNvPr id="1257" name="Google Shape;1257;g23d4a897f4b_0_1550"/>
          <p:cNvSpPr txBox="1"/>
          <p:nvPr/>
        </p:nvSpPr>
        <p:spPr>
          <a:xfrm>
            <a:off x="7029450" y="990600"/>
            <a:ext cx="1428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Address</a:t>
            </a:r>
            <a:endParaRPr b="0" i="0" sz="1400" u="none" cap="none" strike="noStrike">
              <a:solidFill>
                <a:srgbClr val="000000"/>
              </a:solidFill>
              <a:latin typeface="Arial"/>
              <a:ea typeface="Arial"/>
              <a:cs typeface="Arial"/>
              <a:sym typeface="Arial"/>
            </a:endParaRPr>
          </a:p>
        </p:txBody>
      </p:sp>
      <p:sp>
        <p:nvSpPr>
          <p:cNvPr id="1258" name="Google Shape;1258;g23d4a897f4b_0_1550"/>
          <p:cNvSpPr txBox="1"/>
          <p:nvPr/>
        </p:nvSpPr>
        <p:spPr>
          <a:xfrm>
            <a:off x="6102125" y="990600"/>
            <a:ext cx="961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Data</a:t>
            </a:r>
            <a:endParaRPr b="0" i="0" sz="1400" u="none" cap="none" strike="noStrike">
              <a:solidFill>
                <a:srgbClr val="000000"/>
              </a:solidFill>
              <a:latin typeface="Arial"/>
              <a:ea typeface="Arial"/>
              <a:cs typeface="Arial"/>
              <a:sym typeface="Arial"/>
            </a:endParaRPr>
          </a:p>
        </p:txBody>
      </p:sp>
      <p:sp>
        <p:nvSpPr>
          <p:cNvPr id="1259" name="Google Shape;1259;g23d4a897f4b_0_1550"/>
          <p:cNvSpPr txBox="1"/>
          <p:nvPr/>
        </p:nvSpPr>
        <p:spPr>
          <a:xfrm>
            <a:off x="4481825" y="6096000"/>
            <a:ext cx="78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CPU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g23d4a897f4b_0_1618"/>
          <p:cNvSpPr/>
          <p:nvPr/>
        </p:nvSpPr>
        <p:spPr>
          <a:xfrm>
            <a:off x="1657350" y="1353952"/>
            <a:ext cx="3714900" cy="5392500"/>
          </a:xfrm>
          <a:prstGeom prst="rect">
            <a:avLst/>
          </a:prstGeom>
          <a:solidFill>
            <a:srgbClr val="F2F2F2"/>
          </a:solid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1265" name="Google Shape;1265;g23d4a897f4b_0_1618"/>
          <p:cNvSpPr txBox="1"/>
          <p:nvPr>
            <p:ph type="title"/>
          </p:nvPr>
        </p:nvSpPr>
        <p:spPr>
          <a:xfrm>
            <a:off x="914400" y="152400"/>
            <a:ext cx="7601100" cy="914400"/>
          </a:xfrm>
          <a:prstGeom prst="rect">
            <a:avLst/>
          </a:prstGeom>
          <a:noFill/>
          <a:ln>
            <a:noFill/>
          </a:ln>
        </p:spPr>
        <p:txBody>
          <a:bodyPr anchorCtr="0" anchor="t" bIns="45700" lIns="91425" spcFirstLastPara="1" rIns="91425" wrap="square" tIns="45700">
            <a:noAutofit/>
          </a:bodyPr>
          <a:lstStyle/>
          <a:p>
            <a:pPr indent="0" lvl="0" marL="0" rtl="0" algn="l">
              <a:lnSpc>
                <a:spcPct val="89000"/>
              </a:lnSpc>
              <a:spcBef>
                <a:spcPts val="0"/>
              </a:spcBef>
              <a:spcAft>
                <a:spcPts val="0"/>
              </a:spcAft>
              <a:buClr>
                <a:schemeClr val="dk2"/>
              </a:buClr>
              <a:buSzPts val="3600"/>
              <a:buFont typeface="Libre Franklin"/>
              <a:buNone/>
            </a:pPr>
            <a:r>
              <a:rPr lang="en-US" sz="3100"/>
              <a:t>Fetch Instruction: pc = 0x08001AC</a:t>
            </a:r>
            <a:br>
              <a:rPr lang="en-US" sz="3100"/>
            </a:br>
            <a:r>
              <a:rPr lang="en-US" sz="3100"/>
              <a:t>Decode Instruction: 2100 = </a:t>
            </a:r>
            <a:r>
              <a:rPr lang="en-US" sz="3100">
                <a:solidFill>
                  <a:srgbClr val="FF0000"/>
                </a:solidFill>
              </a:rPr>
              <a:t>MOVS r1, </a:t>
            </a:r>
            <a:r>
              <a:rPr lang="en-US" sz="3600">
                <a:solidFill>
                  <a:srgbClr val="FF0000"/>
                </a:solidFill>
              </a:rPr>
              <a:t>#0x00 </a:t>
            </a:r>
            <a:endParaRPr/>
          </a:p>
        </p:txBody>
      </p:sp>
      <p:sp>
        <p:nvSpPr>
          <p:cNvPr id="1266" name="Google Shape;1266;g23d4a897f4b_0_1618"/>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267" name="Google Shape;1267;g23d4a897f4b_0_1618"/>
          <p:cNvSpPr/>
          <p:nvPr/>
        </p:nvSpPr>
        <p:spPr>
          <a:xfrm>
            <a:off x="2286000" y="1474075"/>
            <a:ext cx="14643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0x080001AC</a:t>
            </a:r>
            <a:endParaRPr b="0" i="0" sz="1400" u="none" cap="none" strike="noStrike">
              <a:solidFill>
                <a:srgbClr val="000000"/>
              </a:solidFill>
              <a:latin typeface="Arial"/>
              <a:ea typeface="Arial"/>
              <a:cs typeface="Arial"/>
              <a:sym typeface="Arial"/>
            </a:endParaRPr>
          </a:p>
        </p:txBody>
      </p:sp>
      <p:sp>
        <p:nvSpPr>
          <p:cNvPr id="1268" name="Google Shape;1268;g23d4a897f4b_0_1618"/>
          <p:cNvSpPr/>
          <p:nvPr/>
        </p:nvSpPr>
        <p:spPr>
          <a:xfrm>
            <a:off x="2286000" y="1778886"/>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69" name="Google Shape;1269;g23d4a897f4b_0_1618"/>
          <p:cNvSpPr/>
          <p:nvPr/>
        </p:nvSpPr>
        <p:spPr>
          <a:xfrm>
            <a:off x="2286000" y="2083686"/>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70" name="Google Shape;1270;g23d4a897f4b_0_1618"/>
          <p:cNvSpPr/>
          <p:nvPr/>
        </p:nvSpPr>
        <p:spPr>
          <a:xfrm>
            <a:off x="2286000" y="2388486"/>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71" name="Google Shape;1271;g23d4a897f4b_0_1618"/>
          <p:cNvSpPr/>
          <p:nvPr/>
        </p:nvSpPr>
        <p:spPr>
          <a:xfrm>
            <a:off x="2286000" y="2693286"/>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72" name="Google Shape;1272;g23d4a897f4b_0_1618"/>
          <p:cNvSpPr/>
          <p:nvPr/>
        </p:nvSpPr>
        <p:spPr>
          <a:xfrm>
            <a:off x="2286000" y="2998086"/>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73" name="Google Shape;1273;g23d4a897f4b_0_1618"/>
          <p:cNvSpPr/>
          <p:nvPr/>
        </p:nvSpPr>
        <p:spPr>
          <a:xfrm>
            <a:off x="2286000" y="3302886"/>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74" name="Google Shape;1274;g23d4a897f4b_0_1618"/>
          <p:cNvSpPr/>
          <p:nvPr/>
        </p:nvSpPr>
        <p:spPr>
          <a:xfrm>
            <a:off x="2286000" y="3607686"/>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75" name="Google Shape;1275;g23d4a897f4b_0_1618"/>
          <p:cNvSpPr/>
          <p:nvPr/>
        </p:nvSpPr>
        <p:spPr>
          <a:xfrm>
            <a:off x="2286000" y="3912486"/>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76" name="Google Shape;1276;g23d4a897f4b_0_1618"/>
          <p:cNvSpPr/>
          <p:nvPr/>
        </p:nvSpPr>
        <p:spPr>
          <a:xfrm>
            <a:off x="2286000" y="4217286"/>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77" name="Google Shape;1277;g23d4a897f4b_0_1618"/>
          <p:cNvSpPr/>
          <p:nvPr/>
        </p:nvSpPr>
        <p:spPr>
          <a:xfrm>
            <a:off x="2286000" y="452131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78" name="Google Shape;1278;g23d4a897f4b_0_1618"/>
          <p:cNvSpPr/>
          <p:nvPr/>
        </p:nvSpPr>
        <p:spPr>
          <a:xfrm>
            <a:off x="2286000" y="482611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79" name="Google Shape;1279;g23d4a897f4b_0_1618"/>
          <p:cNvSpPr/>
          <p:nvPr/>
        </p:nvSpPr>
        <p:spPr>
          <a:xfrm>
            <a:off x="2286000" y="513091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80" name="Google Shape;1280;g23d4a897f4b_0_1618"/>
          <p:cNvSpPr/>
          <p:nvPr/>
        </p:nvSpPr>
        <p:spPr>
          <a:xfrm>
            <a:off x="2286000" y="543571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81" name="Google Shape;1281;g23d4a897f4b_0_1618"/>
          <p:cNvSpPr/>
          <p:nvPr/>
        </p:nvSpPr>
        <p:spPr>
          <a:xfrm>
            <a:off x="2286000" y="5741286"/>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282" name="Google Shape;1282;g23d4a897f4b_0_1618"/>
          <p:cNvSpPr/>
          <p:nvPr/>
        </p:nvSpPr>
        <p:spPr>
          <a:xfrm>
            <a:off x="2286000" y="6046086"/>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grpSp>
        <p:nvGrpSpPr>
          <p:cNvPr id="1283" name="Google Shape;1283;g23d4a897f4b_0_1618"/>
          <p:cNvGrpSpPr/>
          <p:nvPr/>
        </p:nvGrpSpPr>
        <p:grpSpPr>
          <a:xfrm>
            <a:off x="1542553" y="1474074"/>
            <a:ext cx="754183" cy="4876946"/>
            <a:chOff x="1066800" y="1295400"/>
            <a:chExt cx="471600" cy="4876946"/>
          </a:xfrm>
        </p:grpSpPr>
        <p:sp>
          <p:nvSpPr>
            <p:cNvPr id="1284" name="Google Shape;1284;g23d4a897f4b_0_1618"/>
            <p:cNvSpPr txBox="1"/>
            <p:nvPr/>
          </p:nvSpPr>
          <p:spPr>
            <a:xfrm>
              <a:off x="1066800" y="1295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r15</a:t>
              </a:r>
              <a:endParaRPr b="0" i="0" sz="1400" u="none" cap="none" strike="noStrike">
                <a:solidFill>
                  <a:srgbClr val="000000"/>
                </a:solidFill>
                <a:latin typeface="Arial"/>
                <a:ea typeface="Arial"/>
                <a:cs typeface="Arial"/>
                <a:sym typeface="Arial"/>
              </a:endParaRPr>
            </a:p>
          </p:txBody>
        </p:sp>
        <p:sp>
          <p:nvSpPr>
            <p:cNvPr id="1285" name="Google Shape;1285;g23d4a897f4b_0_1618"/>
            <p:cNvSpPr txBox="1"/>
            <p:nvPr/>
          </p:nvSpPr>
          <p:spPr>
            <a:xfrm>
              <a:off x="1066800" y="16002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r14</a:t>
              </a:r>
              <a:endParaRPr b="0" i="0" sz="1400" u="none" cap="none" strike="noStrike">
                <a:solidFill>
                  <a:srgbClr val="000000"/>
                </a:solidFill>
                <a:latin typeface="Arial"/>
                <a:ea typeface="Arial"/>
                <a:cs typeface="Arial"/>
                <a:sym typeface="Arial"/>
              </a:endParaRPr>
            </a:p>
          </p:txBody>
        </p:sp>
        <p:sp>
          <p:nvSpPr>
            <p:cNvPr id="1286" name="Google Shape;1286;g23d4a897f4b_0_1618"/>
            <p:cNvSpPr txBox="1"/>
            <p:nvPr/>
          </p:nvSpPr>
          <p:spPr>
            <a:xfrm>
              <a:off x="1066800" y="19050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r13</a:t>
              </a:r>
              <a:endParaRPr b="0" i="0" sz="1400" u="none" cap="none" strike="noStrike">
                <a:solidFill>
                  <a:srgbClr val="000000"/>
                </a:solidFill>
                <a:latin typeface="Arial"/>
                <a:ea typeface="Arial"/>
                <a:cs typeface="Arial"/>
                <a:sym typeface="Arial"/>
              </a:endParaRPr>
            </a:p>
          </p:txBody>
        </p:sp>
        <p:sp>
          <p:nvSpPr>
            <p:cNvPr id="1287" name="Google Shape;1287;g23d4a897f4b_0_1618"/>
            <p:cNvSpPr txBox="1"/>
            <p:nvPr/>
          </p:nvSpPr>
          <p:spPr>
            <a:xfrm>
              <a:off x="1066800" y="22098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r12</a:t>
              </a:r>
              <a:endParaRPr b="0" i="0" sz="1400" u="none" cap="none" strike="noStrike">
                <a:solidFill>
                  <a:srgbClr val="000000"/>
                </a:solidFill>
                <a:latin typeface="Arial"/>
                <a:ea typeface="Arial"/>
                <a:cs typeface="Arial"/>
                <a:sym typeface="Arial"/>
              </a:endParaRPr>
            </a:p>
          </p:txBody>
        </p:sp>
        <p:sp>
          <p:nvSpPr>
            <p:cNvPr id="1288" name="Google Shape;1288;g23d4a897f4b_0_1618"/>
            <p:cNvSpPr txBox="1"/>
            <p:nvPr/>
          </p:nvSpPr>
          <p:spPr>
            <a:xfrm>
              <a:off x="1066800" y="25146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r11</a:t>
              </a:r>
              <a:endParaRPr b="0" i="0" sz="1400" u="none" cap="none" strike="noStrike">
                <a:solidFill>
                  <a:srgbClr val="000000"/>
                </a:solidFill>
                <a:latin typeface="Arial"/>
                <a:ea typeface="Arial"/>
                <a:cs typeface="Arial"/>
                <a:sym typeface="Arial"/>
              </a:endParaRPr>
            </a:p>
          </p:txBody>
        </p:sp>
        <p:sp>
          <p:nvSpPr>
            <p:cNvPr id="1289" name="Google Shape;1289;g23d4a897f4b_0_1618"/>
            <p:cNvSpPr txBox="1"/>
            <p:nvPr/>
          </p:nvSpPr>
          <p:spPr>
            <a:xfrm>
              <a:off x="1066800" y="2819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r10</a:t>
              </a:r>
              <a:endParaRPr b="0" i="0" sz="1400" u="none" cap="none" strike="noStrike">
                <a:solidFill>
                  <a:srgbClr val="000000"/>
                </a:solidFill>
                <a:latin typeface="Arial"/>
                <a:ea typeface="Arial"/>
                <a:cs typeface="Arial"/>
                <a:sym typeface="Arial"/>
              </a:endParaRPr>
            </a:p>
          </p:txBody>
        </p:sp>
        <p:sp>
          <p:nvSpPr>
            <p:cNvPr id="1290" name="Google Shape;1290;g23d4a897f4b_0_1618"/>
            <p:cNvSpPr txBox="1"/>
            <p:nvPr/>
          </p:nvSpPr>
          <p:spPr>
            <a:xfrm>
              <a:off x="1143000" y="3124200"/>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r9</a:t>
              </a:r>
              <a:endParaRPr b="0" i="0" sz="1400" u="none" cap="none" strike="noStrike">
                <a:solidFill>
                  <a:srgbClr val="000000"/>
                </a:solidFill>
                <a:latin typeface="Arial"/>
                <a:ea typeface="Arial"/>
                <a:cs typeface="Arial"/>
                <a:sym typeface="Arial"/>
              </a:endParaRPr>
            </a:p>
          </p:txBody>
        </p:sp>
        <p:sp>
          <p:nvSpPr>
            <p:cNvPr id="1291" name="Google Shape;1291;g23d4a897f4b_0_1618"/>
            <p:cNvSpPr txBox="1"/>
            <p:nvPr/>
          </p:nvSpPr>
          <p:spPr>
            <a:xfrm>
              <a:off x="1143000" y="3429000"/>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r8</a:t>
              </a:r>
              <a:endParaRPr b="0" i="0" sz="1400" u="none" cap="none" strike="noStrike">
                <a:solidFill>
                  <a:srgbClr val="000000"/>
                </a:solidFill>
                <a:latin typeface="Arial"/>
                <a:ea typeface="Arial"/>
                <a:cs typeface="Arial"/>
                <a:sym typeface="Arial"/>
              </a:endParaRPr>
            </a:p>
          </p:txBody>
        </p:sp>
        <p:sp>
          <p:nvSpPr>
            <p:cNvPr id="1292" name="Google Shape;1292;g23d4a897f4b_0_1618"/>
            <p:cNvSpPr txBox="1"/>
            <p:nvPr/>
          </p:nvSpPr>
          <p:spPr>
            <a:xfrm>
              <a:off x="1154988" y="3700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r7</a:t>
              </a:r>
              <a:endParaRPr b="0" i="0" sz="1400" u="none" cap="none" strike="noStrike">
                <a:solidFill>
                  <a:srgbClr val="000000"/>
                </a:solidFill>
                <a:latin typeface="Arial"/>
                <a:ea typeface="Arial"/>
                <a:cs typeface="Arial"/>
                <a:sym typeface="Arial"/>
              </a:endParaRPr>
            </a:p>
          </p:txBody>
        </p:sp>
        <p:sp>
          <p:nvSpPr>
            <p:cNvPr id="1293" name="Google Shape;1293;g23d4a897f4b_0_1618"/>
            <p:cNvSpPr txBox="1"/>
            <p:nvPr/>
          </p:nvSpPr>
          <p:spPr>
            <a:xfrm>
              <a:off x="1154988" y="4004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r6</a:t>
              </a:r>
              <a:endParaRPr b="0" i="0" sz="1400" u="none" cap="none" strike="noStrike">
                <a:solidFill>
                  <a:srgbClr val="000000"/>
                </a:solidFill>
                <a:latin typeface="Arial"/>
                <a:ea typeface="Arial"/>
                <a:cs typeface="Arial"/>
                <a:sym typeface="Arial"/>
              </a:endParaRPr>
            </a:p>
          </p:txBody>
        </p:sp>
        <p:sp>
          <p:nvSpPr>
            <p:cNvPr id="1294" name="Google Shape;1294;g23d4a897f4b_0_1618"/>
            <p:cNvSpPr txBox="1"/>
            <p:nvPr/>
          </p:nvSpPr>
          <p:spPr>
            <a:xfrm>
              <a:off x="1154988" y="43096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r5</a:t>
              </a:r>
              <a:endParaRPr b="0" i="0" sz="1400" u="none" cap="none" strike="noStrike">
                <a:solidFill>
                  <a:srgbClr val="000000"/>
                </a:solidFill>
                <a:latin typeface="Arial"/>
                <a:ea typeface="Arial"/>
                <a:cs typeface="Arial"/>
                <a:sym typeface="Arial"/>
              </a:endParaRPr>
            </a:p>
          </p:txBody>
        </p:sp>
        <p:sp>
          <p:nvSpPr>
            <p:cNvPr id="1295" name="Google Shape;1295;g23d4a897f4b_0_1618"/>
            <p:cNvSpPr txBox="1"/>
            <p:nvPr/>
          </p:nvSpPr>
          <p:spPr>
            <a:xfrm>
              <a:off x="1154988" y="46144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r4</a:t>
              </a:r>
              <a:endParaRPr b="0" i="0" sz="1400" u="none" cap="none" strike="noStrike">
                <a:solidFill>
                  <a:srgbClr val="000000"/>
                </a:solidFill>
                <a:latin typeface="Arial"/>
                <a:ea typeface="Arial"/>
                <a:cs typeface="Arial"/>
                <a:sym typeface="Arial"/>
              </a:endParaRPr>
            </a:p>
          </p:txBody>
        </p:sp>
        <p:sp>
          <p:nvSpPr>
            <p:cNvPr id="1296" name="Google Shape;1296;g23d4a897f4b_0_1618"/>
            <p:cNvSpPr txBox="1"/>
            <p:nvPr/>
          </p:nvSpPr>
          <p:spPr>
            <a:xfrm>
              <a:off x="1154988" y="49192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r3</a:t>
              </a:r>
              <a:endParaRPr b="0" i="0" sz="1400" u="none" cap="none" strike="noStrike">
                <a:solidFill>
                  <a:srgbClr val="000000"/>
                </a:solidFill>
                <a:latin typeface="Arial"/>
                <a:ea typeface="Arial"/>
                <a:cs typeface="Arial"/>
                <a:sym typeface="Arial"/>
              </a:endParaRPr>
            </a:p>
          </p:txBody>
        </p:sp>
        <p:sp>
          <p:nvSpPr>
            <p:cNvPr id="1297" name="Google Shape;1297;g23d4a897f4b_0_1618"/>
            <p:cNvSpPr txBox="1"/>
            <p:nvPr/>
          </p:nvSpPr>
          <p:spPr>
            <a:xfrm>
              <a:off x="1154988" y="5224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r2</a:t>
              </a:r>
              <a:endParaRPr b="0" i="0" sz="1400" u="none" cap="none" strike="noStrike">
                <a:solidFill>
                  <a:srgbClr val="000000"/>
                </a:solidFill>
                <a:latin typeface="Arial"/>
                <a:ea typeface="Arial"/>
                <a:cs typeface="Arial"/>
                <a:sym typeface="Arial"/>
              </a:endParaRPr>
            </a:p>
          </p:txBody>
        </p:sp>
        <p:sp>
          <p:nvSpPr>
            <p:cNvPr id="1298" name="Google Shape;1298;g23d4a897f4b_0_1618"/>
            <p:cNvSpPr txBox="1"/>
            <p:nvPr/>
          </p:nvSpPr>
          <p:spPr>
            <a:xfrm>
              <a:off x="1154988" y="5528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a:t>
              </a:r>
              <a:endParaRPr b="0" i="0" sz="1400" u="none" cap="none" strike="noStrike">
                <a:solidFill>
                  <a:srgbClr val="000000"/>
                </a:solidFill>
                <a:latin typeface="Arial"/>
                <a:ea typeface="Arial"/>
                <a:cs typeface="Arial"/>
                <a:sym typeface="Arial"/>
              </a:endParaRPr>
            </a:p>
          </p:txBody>
        </p:sp>
        <p:sp>
          <p:nvSpPr>
            <p:cNvPr id="1299" name="Google Shape;1299;g23d4a897f4b_0_1618"/>
            <p:cNvSpPr txBox="1"/>
            <p:nvPr/>
          </p:nvSpPr>
          <p:spPr>
            <a:xfrm>
              <a:off x="1154988" y="5833646"/>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r0</a:t>
              </a:r>
              <a:endParaRPr b="0" i="0" sz="1400" u="none" cap="none" strike="noStrike">
                <a:solidFill>
                  <a:srgbClr val="000000"/>
                </a:solidFill>
                <a:latin typeface="Arial"/>
                <a:ea typeface="Arial"/>
                <a:cs typeface="Arial"/>
                <a:sym typeface="Arial"/>
              </a:endParaRPr>
            </a:p>
          </p:txBody>
        </p:sp>
      </p:grpSp>
      <p:grpSp>
        <p:nvGrpSpPr>
          <p:cNvPr id="1300" name="Google Shape;1300;g23d4a897f4b_0_1618"/>
          <p:cNvGrpSpPr/>
          <p:nvPr/>
        </p:nvGrpSpPr>
        <p:grpSpPr>
          <a:xfrm>
            <a:off x="4076472" y="3296264"/>
            <a:ext cx="1177000" cy="1329974"/>
            <a:chOff x="4267200" y="2379077"/>
            <a:chExt cx="1066800" cy="897600"/>
          </a:xfrm>
        </p:grpSpPr>
        <p:cxnSp>
          <p:nvCxnSpPr>
            <p:cNvPr id="1301" name="Google Shape;1301;g23d4a897f4b_0_1618"/>
            <p:cNvCxnSpPr/>
            <p:nvPr/>
          </p:nvCxnSpPr>
          <p:spPr>
            <a:xfrm>
              <a:off x="4495800" y="23790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302" name="Google Shape;1302;g23d4a897f4b_0_1618"/>
            <p:cNvCxnSpPr/>
            <p:nvPr/>
          </p:nvCxnSpPr>
          <p:spPr>
            <a:xfrm>
              <a:off x="4495800" y="2971800"/>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303" name="Google Shape;1303;g23d4a897f4b_0_1618"/>
            <p:cNvCxnSpPr/>
            <p:nvPr/>
          </p:nvCxnSpPr>
          <p:spPr>
            <a:xfrm>
              <a:off x="5105400" y="26838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304" name="Google Shape;1304;g23d4a897f4b_0_1618"/>
            <p:cNvCxnSpPr/>
            <p:nvPr/>
          </p:nvCxnSpPr>
          <p:spPr>
            <a:xfrm>
              <a:off x="4495800" y="2379077"/>
              <a:ext cx="609600" cy="304800"/>
            </a:xfrm>
            <a:prstGeom prst="straightConnector1">
              <a:avLst/>
            </a:prstGeom>
            <a:noFill/>
            <a:ln cap="flat" cmpd="sng" w="19050">
              <a:solidFill>
                <a:schemeClr val="accent1"/>
              </a:solidFill>
              <a:prstDash val="solid"/>
              <a:round/>
              <a:headEnd len="sm" w="sm" type="none"/>
              <a:tailEnd len="sm" w="sm" type="none"/>
            </a:ln>
          </p:spPr>
        </p:cxnSp>
        <p:cxnSp>
          <p:nvCxnSpPr>
            <p:cNvPr id="1305" name="Google Shape;1305;g23d4a897f4b_0_1618"/>
            <p:cNvCxnSpPr/>
            <p:nvPr/>
          </p:nvCxnSpPr>
          <p:spPr>
            <a:xfrm flipH="1">
              <a:off x="4495800" y="2988677"/>
              <a:ext cx="609600" cy="288000"/>
            </a:xfrm>
            <a:prstGeom prst="straightConnector1">
              <a:avLst/>
            </a:prstGeom>
            <a:noFill/>
            <a:ln cap="flat" cmpd="sng" w="19050">
              <a:solidFill>
                <a:schemeClr val="accent1"/>
              </a:solidFill>
              <a:prstDash val="solid"/>
              <a:round/>
              <a:headEnd len="sm" w="sm" type="none"/>
              <a:tailEnd len="sm" w="sm" type="none"/>
            </a:ln>
          </p:spPr>
        </p:cxnSp>
        <p:cxnSp>
          <p:nvCxnSpPr>
            <p:cNvPr id="1306" name="Google Shape;1306;g23d4a897f4b_0_1618"/>
            <p:cNvCxnSpPr/>
            <p:nvPr/>
          </p:nvCxnSpPr>
          <p:spPr>
            <a:xfrm>
              <a:off x="4495800" y="2667000"/>
              <a:ext cx="152400" cy="169200"/>
            </a:xfrm>
            <a:prstGeom prst="straightConnector1">
              <a:avLst/>
            </a:prstGeom>
            <a:noFill/>
            <a:ln cap="flat" cmpd="sng" w="19050">
              <a:solidFill>
                <a:schemeClr val="accent1"/>
              </a:solidFill>
              <a:prstDash val="solid"/>
              <a:round/>
              <a:headEnd len="sm" w="sm" type="none"/>
              <a:tailEnd len="sm" w="sm" type="none"/>
            </a:ln>
          </p:spPr>
        </p:cxnSp>
        <p:cxnSp>
          <p:nvCxnSpPr>
            <p:cNvPr id="1307" name="Google Shape;1307;g23d4a897f4b_0_1618"/>
            <p:cNvCxnSpPr/>
            <p:nvPr/>
          </p:nvCxnSpPr>
          <p:spPr>
            <a:xfrm flipH="1" rot="10800000">
              <a:off x="4495800" y="2836277"/>
              <a:ext cx="152400" cy="152400"/>
            </a:xfrm>
            <a:prstGeom prst="straightConnector1">
              <a:avLst/>
            </a:prstGeom>
            <a:noFill/>
            <a:ln cap="flat" cmpd="sng" w="19050">
              <a:solidFill>
                <a:schemeClr val="accent1"/>
              </a:solidFill>
              <a:prstDash val="solid"/>
              <a:round/>
              <a:headEnd len="sm" w="sm" type="none"/>
              <a:tailEnd len="sm" w="sm" type="none"/>
            </a:ln>
          </p:spPr>
        </p:cxnSp>
        <p:cxnSp>
          <p:nvCxnSpPr>
            <p:cNvPr id="1308" name="Google Shape;1308;g23d4a897f4b_0_1618"/>
            <p:cNvCxnSpPr/>
            <p:nvPr/>
          </p:nvCxnSpPr>
          <p:spPr>
            <a:xfrm rot="10800000">
              <a:off x="4267200" y="2531477"/>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309" name="Google Shape;1309;g23d4a897f4b_0_1618"/>
            <p:cNvCxnSpPr/>
            <p:nvPr/>
          </p:nvCxnSpPr>
          <p:spPr>
            <a:xfrm rot="10800000">
              <a:off x="4267200" y="3124200"/>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310" name="Google Shape;1310;g23d4a897f4b_0_1618"/>
            <p:cNvCxnSpPr/>
            <p:nvPr/>
          </p:nvCxnSpPr>
          <p:spPr>
            <a:xfrm rot="10800000">
              <a:off x="5105400" y="2843625"/>
              <a:ext cx="228600" cy="0"/>
            </a:xfrm>
            <a:prstGeom prst="straightConnector1">
              <a:avLst/>
            </a:prstGeom>
            <a:noFill/>
            <a:ln cap="flat" cmpd="sng" w="19050">
              <a:solidFill>
                <a:schemeClr val="accent1"/>
              </a:solidFill>
              <a:prstDash val="solid"/>
              <a:round/>
              <a:headEnd len="sm" w="sm" type="none"/>
              <a:tailEnd len="sm" w="sm" type="none"/>
            </a:ln>
          </p:spPr>
        </p:cxnSp>
        <p:sp>
          <p:nvSpPr>
            <p:cNvPr id="1311" name="Google Shape;1311;g23d4a897f4b_0_1618"/>
            <p:cNvSpPr txBox="1"/>
            <p:nvPr/>
          </p:nvSpPr>
          <p:spPr>
            <a:xfrm>
              <a:off x="4591297" y="2665420"/>
              <a:ext cx="582300" cy="207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Libre Franklin"/>
                  <a:ea typeface="Libre Franklin"/>
                  <a:cs typeface="Libre Franklin"/>
                  <a:sym typeface="Libre Franklin"/>
                </a:rPr>
                <a:t>ALU</a:t>
              </a:r>
              <a:endParaRPr b="0" i="0" sz="1400" u="none" cap="none" strike="noStrike">
                <a:solidFill>
                  <a:srgbClr val="000000"/>
                </a:solidFill>
                <a:latin typeface="Arial"/>
                <a:ea typeface="Arial"/>
                <a:cs typeface="Arial"/>
                <a:sym typeface="Arial"/>
              </a:endParaRPr>
            </a:p>
          </p:txBody>
        </p:sp>
      </p:grpSp>
      <p:sp>
        <p:nvSpPr>
          <p:cNvPr id="1312" name="Google Shape;1312;g23d4a897f4b_0_1618"/>
          <p:cNvSpPr/>
          <p:nvPr/>
        </p:nvSpPr>
        <p:spPr>
          <a:xfrm>
            <a:off x="5621696" y="1538625"/>
            <a:ext cx="1355100" cy="49149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13" name="Google Shape;1313;g23d4a897f4b_0_1618"/>
          <p:cNvSpPr/>
          <p:nvPr/>
        </p:nvSpPr>
        <p:spPr>
          <a:xfrm>
            <a:off x="5706699" y="3304950"/>
            <a:ext cx="1270200" cy="1596600"/>
          </a:xfrm>
          <a:prstGeom prst="rect">
            <a:avLst/>
          </a:prstGeom>
          <a:solidFill>
            <a:schemeClr val="lt1"/>
          </a:solidFill>
          <a:ln cap="flat" cmpd="sng" w="349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4770 2000</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188B</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2201</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2100</a:t>
            </a:r>
            <a:endParaRPr b="0" i="0" sz="1400" u="none" cap="none" strike="noStrike">
              <a:solidFill>
                <a:srgbClr val="000000"/>
              </a:solidFill>
              <a:latin typeface="Arial"/>
              <a:ea typeface="Arial"/>
              <a:cs typeface="Arial"/>
              <a:sym typeface="Arial"/>
            </a:endParaRPr>
          </a:p>
        </p:txBody>
      </p:sp>
      <p:sp>
        <p:nvSpPr>
          <p:cNvPr id="1314" name="Google Shape;1314;g23d4a897f4b_0_1618"/>
          <p:cNvSpPr txBox="1"/>
          <p:nvPr/>
        </p:nvSpPr>
        <p:spPr>
          <a:xfrm>
            <a:off x="4019672" y="1359900"/>
            <a:ext cx="514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pc</a:t>
            </a:r>
            <a:endParaRPr b="0" i="0" sz="1400" u="none" cap="none" strike="noStrike">
              <a:solidFill>
                <a:srgbClr val="000000"/>
              </a:solidFill>
              <a:latin typeface="Arial"/>
              <a:ea typeface="Arial"/>
              <a:cs typeface="Arial"/>
              <a:sym typeface="Arial"/>
            </a:endParaRPr>
          </a:p>
        </p:txBody>
      </p:sp>
      <p:sp>
        <p:nvSpPr>
          <p:cNvPr id="1315" name="Google Shape;1315;g23d4a897f4b_0_1618"/>
          <p:cNvSpPr txBox="1"/>
          <p:nvPr/>
        </p:nvSpPr>
        <p:spPr>
          <a:xfrm>
            <a:off x="3143250" y="1746620"/>
            <a:ext cx="24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lr</a:t>
            </a:r>
            <a:endParaRPr b="0" i="0" sz="1800" u="none" cap="none" strike="noStrike">
              <a:solidFill>
                <a:schemeClr val="dk1"/>
              </a:solidFill>
              <a:latin typeface="Libre Franklin"/>
              <a:ea typeface="Libre Franklin"/>
              <a:cs typeface="Libre Franklin"/>
              <a:sym typeface="Libre Franklin"/>
            </a:endParaRPr>
          </a:p>
        </p:txBody>
      </p:sp>
      <p:sp>
        <p:nvSpPr>
          <p:cNvPr id="1316" name="Google Shape;1316;g23d4a897f4b_0_1618"/>
          <p:cNvSpPr txBox="1"/>
          <p:nvPr/>
        </p:nvSpPr>
        <p:spPr>
          <a:xfrm>
            <a:off x="3143250" y="2051420"/>
            <a:ext cx="2913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sp</a:t>
            </a:r>
            <a:endParaRPr b="0" i="0" sz="1800" u="none" cap="none" strike="noStrike">
              <a:solidFill>
                <a:schemeClr val="dk1"/>
              </a:solidFill>
              <a:latin typeface="Libre Franklin"/>
              <a:ea typeface="Libre Franklin"/>
              <a:cs typeface="Libre Franklin"/>
              <a:sym typeface="Libre Franklin"/>
            </a:endParaRPr>
          </a:p>
        </p:txBody>
      </p:sp>
      <p:sp>
        <p:nvSpPr>
          <p:cNvPr id="1317" name="Google Shape;1317;g23d4a897f4b_0_1618"/>
          <p:cNvSpPr txBox="1"/>
          <p:nvPr/>
        </p:nvSpPr>
        <p:spPr>
          <a:xfrm>
            <a:off x="6959446" y="6122275"/>
            <a:ext cx="1967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0x00000000</a:t>
            </a:r>
            <a:endParaRPr b="0" i="0" sz="1400" u="none" cap="none" strike="noStrike">
              <a:solidFill>
                <a:srgbClr val="000000"/>
              </a:solidFill>
              <a:latin typeface="Arial"/>
              <a:ea typeface="Arial"/>
              <a:cs typeface="Arial"/>
              <a:sym typeface="Arial"/>
            </a:endParaRPr>
          </a:p>
        </p:txBody>
      </p:sp>
      <p:sp>
        <p:nvSpPr>
          <p:cNvPr id="1318" name="Google Shape;1318;g23d4a897f4b_0_1618"/>
          <p:cNvSpPr txBox="1"/>
          <p:nvPr/>
        </p:nvSpPr>
        <p:spPr>
          <a:xfrm>
            <a:off x="6939723" y="1538625"/>
            <a:ext cx="1649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0xFFFFFFFF</a:t>
            </a:r>
            <a:endParaRPr b="0" i="0" sz="1400" u="none" cap="none" strike="noStrike">
              <a:solidFill>
                <a:srgbClr val="000000"/>
              </a:solidFill>
              <a:latin typeface="Arial"/>
              <a:ea typeface="Arial"/>
              <a:cs typeface="Arial"/>
              <a:sym typeface="Arial"/>
            </a:endParaRPr>
          </a:p>
        </p:txBody>
      </p:sp>
      <p:sp>
        <p:nvSpPr>
          <p:cNvPr id="1319" name="Google Shape;1319;g23d4a897f4b_0_1618"/>
          <p:cNvSpPr txBox="1"/>
          <p:nvPr/>
        </p:nvSpPr>
        <p:spPr>
          <a:xfrm>
            <a:off x="2306805" y="6377175"/>
            <a:ext cx="1464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Registers</a:t>
            </a:r>
            <a:endParaRPr b="0" i="0" sz="1400" u="none" cap="none" strike="noStrike">
              <a:solidFill>
                <a:srgbClr val="000000"/>
              </a:solidFill>
              <a:latin typeface="Arial"/>
              <a:ea typeface="Arial"/>
              <a:cs typeface="Arial"/>
              <a:sym typeface="Arial"/>
            </a:endParaRPr>
          </a:p>
        </p:txBody>
      </p:sp>
      <p:sp>
        <p:nvSpPr>
          <p:cNvPr id="1320" name="Google Shape;1320;g23d4a897f4b_0_1618"/>
          <p:cNvSpPr txBox="1"/>
          <p:nvPr/>
        </p:nvSpPr>
        <p:spPr>
          <a:xfrm>
            <a:off x="6352650" y="6427075"/>
            <a:ext cx="1197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Memory</a:t>
            </a:r>
            <a:endParaRPr b="0" i="0" sz="1400" u="none" cap="none" strike="noStrike">
              <a:solidFill>
                <a:srgbClr val="000000"/>
              </a:solidFill>
              <a:latin typeface="Arial"/>
              <a:ea typeface="Arial"/>
              <a:cs typeface="Arial"/>
              <a:sym typeface="Arial"/>
            </a:endParaRPr>
          </a:p>
        </p:txBody>
      </p:sp>
      <p:sp>
        <p:nvSpPr>
          <p:cNvPr id="1321" name="Google Shape;1321;g23d4a897f4b_0_1618"/>
          <p:cNvSpPr txBox="1"/>
          <p:nvPr/>
        </p:nvSpPr>
        <p:spPr>
          <a:xfrm>
            <a:off x="7029450" y="1118063"/>
            <a:ext cx="1176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Address</a:t>
            </a:r>
            <a:endParaRPr b="0" i="0" sz="1400" u="none" cap="none" strike="noStrike">
              <a:solidFill>
                <a:srgbClr val="000000"/>
              </a:solidFill>
              <a:latin typeface="Arial"/>
              <a:ea typeface="Arial"/>
              <a:cs typeface="Arial"/>
              <a:sym typeface="Arial"/>
            </a:endParaRPr>
          </a:p>
        </p:txBody>
      </p:sp>
      <p:sp>
        <p:nvSpPr>
          <p:cNvPr id="1322" name="Google Shape;1322;g23d4a897f4b_0_1618"/>
          <p:cNvSpPr txBox="1"/>
          <p:nvPr/>
        </p:nvSpPr>
        <p:spPr>
          <a:xfrm>
            <a:off x="5838459" y="1118063"/>
            <a:ext cx="72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Data</a:t>
            </a:r>
            <a:endParaRPr b="0" i="0" sz="1400" u="none" cap="none" strike="noStrike">
              <a:solidFill>
                <a:srgbClr val="000000"/>
              </a:solidFill>
              <a:latin typeface="Arial"/>
              <a:ea typeface="Arial"/>
              <a:cs typeface="Arial"/>
              <a:sym typeface="Arial"/>
            </a:endParaRPr>
          </a:p>
        </p:txBody>
      </p:sp>
      <p:sp>
        <p:nvSpPr>
          <p:cNvPr id="1323" name="Google Shape;1323;g23d4a897f4b_0_1618"/>
          <p:cNvSpPr txBox="1"/>
          <p:nvPr/>
        </p:nvSpPr>
        <p:spPr>
          <a:xfrm>
            <a:off x="4327649" y="6274675"/>
            <a:ext cx="94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CPU</a:t>
            </a:r>
            <a:endParaRPr b="0" i="0" sz="1400" u="none" cap="none" strike="noStrike">
              <a:solidFill>
                <a:srgbClr val="000000"/>
              </a:solidFill>
              <a:latin typeface="Arial"/>
              <a:ea typeface="Arial"/>
              <a:cs typeface="Arial"/>
              <a:sym typeface="Arial"/>
            </a:endParaRPr>
          </a:p>
        </p:txBody>
      </p:sp>
      <p:cxnSp>
        <p:nvCxnSpPr>
          <p:cNvPr id="1324" name="Google Shape;1324;g23d4a897f4b_0_1618"/>
          <p:cNvCxnSpPr/>
          <p:nvPr/>
        </p:nvCxnSpPr>
        <p:spPr>
          <a:xfrm>
            <a:off x="3225683" y="1616260"/>
            <a:ext cx="3029100" cy="3009900"/>
          </a:xfrm>
          <a:prstGeom prst="bentConnector3">
            <a:avLst>
              <a:gd fmla="val 82390" name="adj1"/>
            </a:avLst>
          </a:prstGeom>
          <a:noFill/>
          <a:ln cap="flat" cmpd="sng" w="34925">
            <a:solidFill>
              <a:srgbClr val="FF0000"/>
            </a:solidFill>
            <a:prstDash val="solid"/>
            <a:round/>
            <a:headEnd len="sm" w="sm" type="none"/>
            <a:tailEnd len="lg" w="lg" type="triangle"/>
          </a:ln>
        </p:spPr>
      </p:cxnSp>
      <p:sp>
        <p:nvSpPr>
          <p:cNvPr id="1325" name="Google Shape;1325;g23d4a897f4b_0_1618"/>
          <p:cNvSpPr/>
          <p:nvPr/>
        </p:nvSpPr>
        <p:spPr>
          <a:xfrm>
            <a:off x="6960450" y="3336650"/>
            <a:ext cx="1967700" cy="147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g23d4a897f4b_0_1687"/>
          <p:cNvSpPr/>
          <p:nvPr/>
        </p:nvSpPr>
        <p:spPr>
          <a:xfrm>
            <a:off x="1657350" y="1175275"/>
            <a:ext cx="3700500" cy="5193600"/>
          </a:xfrm>
          <a:prstGeom prst="rect">
            <a:avLst/>
          </a:prstGeom>
          <a:solidFill>
            <a:srgbClr val="F2F2F2"/>
          </a:solid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1332" name="Google Shape;1332;g23d4a897f4b_0_1687"/>
          <p:cNvSpPr txBox="1"/>
          <p:nvPr>
            <p:ph type="title"/>
          </p:nvPr>
        </p:nvSpPr>
        <p:spPr>
          <a:xfrm>
            <a:off x="1485900" y="152400"/>
            <a:ext cx="7489500" cy="10230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3960"/>
              <a:buFont typeface="Libre Franklin"/>
              <a:buNone/>
            </a:pPr>
            <a:r>
              <a:rPr lang="en-US" sz="3659"/>
              <a:t>Execute Instruction: </a:t>
            </a:r>
            <a:r>
              <a:rPr lang="en-US" sz="3659">
                <a:solidFill>
                  <a:srgbClr val="FF0000"/>
                </a:solidFill>
              </a:rPr>
              <a:t>MOVS r1, #0x00</a:t>
            </a:r>
            <a:endParaRPr sz="3659"/>
          </a:p>
        </p:txBody>
      </p:sp>
      <p:sp>
        <p:nvSpPr>
          <p:cNvPr id="1333" name="Google Shape;1333;g23d4a897f4b_0_1687"/>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334" name="Google Shape;1334;g23d4a897f4b_0_1687"/>
          <p:cNvSpPr/>
          <p:nvPr/>
        </p:nvSpPr>
        <p:spPr>
          <a:xfrm>
            <a:off x="2210925" y="1295400"/>
            <a:ext cx="15897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0x080001AC</a:t>
            </a:r>
            <a:endParaRPr b="0" i="0" sz="1400" u="none" cap="none" strike="noStrike">
              <a:solidFill>
                <a:srgbClr val="000000"/>
              </a:solidFill>
              <a:latin typeface="Arial"/>
              <a:ea typeface="Arial"/>
              <a:cs typeface="Arial"/>
              <a:sym typeface="Arial"/>
            </a:endParaRPr>
          </a:p>
        </p:txBody>
      </p:sp>
      <p:sp>
        <p:nvSpPr>
          <p:cNvPr id="1335" name="Google Shape;1335;g23d4a897f4b_0_1687"/>
          <p:cNvSpPr/>
          <p:nvPr/>
        </p:nvSpPr>
        <p:spPr>
          <a:xfrm>
            <a:off x="2286000" y="16002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36" name="Google Shape;1336;g23d4a897f4b_0_1687"/>
          <p:cNvSpPr/>
          <p:nvPr/>
        </p:nvSpPr>
        <p:spPr>
          <a:xfrm>
            <a:off x="2286000" y="19050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37" name="Google Shape;1337;g23d4a897f4b_0_1687"/>
          <p:cNvSpPr/>
          <p:nvPr/>
        </p:nvSpPr>
        <p:spPr>
          <a:xfrm>
            <a:off x="2286000" y="22098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38" name="Google Shape;1338;g23d4a897f4b_0_1687"/>
          <p:cNvSpPr/>
          <p:nvPr/>
        </p:nvSpPr>
        <p:spPr>
          <a:xfrm>
            <a:off x="2286000" y="25146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39" name="Google Shape;1339;g23d4a897f4b_0_1687"/>
          <p:cNvSpPr/>
          <p:nvPr/>
        </p:nvSpPr>
        <p:spPr>
          <a:xfrm>
            <a:off x="2286000" y="28194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40" name="Google Shape;1340;g23d4a897f4b_0_1687"/>
          <p:cNvSpPr/>
          <p:nvPr/>
        </p:nvSpPr>
        <p:spPr>
          <a:xfrm>
            <a:off x="2286000" y="31242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41" name="Google Shape;1341;g23d4a897f4b_0_1687"/>
          <p:cNvSpPr/>
          <p:nvPr/>
        </p:nvSpPr>
        <p:spPr>
          <a:xfrm>
            <a:off x="2286000" y="34290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42" name="Google Shape;1342;g23d4a897f4b_0_1687"/>
          <p:cNvSpPr/>
          <p:nvPr/>
        </p:nvSpPr>
        <p:spPr>
          <a:xfrm>
            <a:off x="2286000" y="37338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43" name="Google Shape;1343;g23d4a897f4b_0_1687"/>
          <p:cNvSpPr/>
          <p:nvPr/>
        </p:nvSpPr>
        <p:spPr>
          <a:xfrm>
            <a:off x="2286000" y="40386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44" name="Google Shape;1344;g23d4a897f4b_0_1687"/>
          <p:cNvSpPr/>
          <p:nvPr/>
        </p:nvSpPr>
        <p:spPr>
          <a:xfrm>
            <a:off x="2286000" y="43426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45" name="Google Shape;1345;g23d4a897f4b_0_1687"/>
          <p:cNvSpPr/>
          <p:nvPr/>
        </p:nvSpPr>
        <p:spPr>
          <a:xfrm>
            <a:off x="2286000" y="46474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46" name="Google Shape;1346;g23d4a897f4b_0_1687"/>
          <p:cNvSpPr/>
          <p:nvPr/>
        </p:nvSpPr>
        <p:spPr>
          <a:xfrm>
            <a:off x="2286000" y="49522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47" name="Google Shape;1347;g23d4a897f4b_0_1687"/>
          <p:cNvSpPr/>
          <p:nvPr/>
        </p:nvSpPr>
        <p:spPr>
          <a:xfrm>
            <a:off x="2286000" y="52570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48" name="Google Shape;1348;g23d4a897f4b_0_1687"/>
          <p:cNvSpPr/>
          <p:nvPr/>
        </p:nvSpPr>
        <p:spPr>
          <a:xfrm>
            <a:off x="2286000" y="5562600"/>
            <a:ext cx="1442100" cy="3033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0x00000000</a:t>
            </a:r>
            <a:endParaRPr b="0" i="0" sz="1400" u="none" cap="none" strike="noStrike">
              <a:solidFill>
                <a:srgbClr val="000000"/>
              </a:solidFill>
              <a:latin typeface="Arial"/>
              <a:ea typeface="Arial"/>
              <a:cs typeface="Arial"/>
              <a:sym typeface="Arial"/>
            </a:endParaRPr>
          </a:p>
        </p:txBody>
      </p:sp>
      <p:sp>
        <p:nvSpPr>
          <p:cNvPr id="1349" name="Google Shape;1349;g23d4a897f4b_0_1687"/>
          <p:cNvSpPr/>
          <p:nvPr/>
        </p:nvSpPr>
        <p:spPr>
          <a:xfrm>
            <a:off x="2286000" y="58674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grpSp>
        <p:nvGrpSpPr>
          <p:cNvPr id="1350" name="Google Shape;1350;g23d4a897f4b_0_1687"/>
          <p:cNvGrpSpPr/>
          <p:nvPr/>
        </p:nvGrpSpPr>
        <p:grpSpPr>
          <a:xfrm>
            <a:off x="1672560" y="1295399"/>
            <a:ext cx="624304" cy="4876946"/>
            <a:chOff x="1066800" y="1295400"/>
            <a:chExt cx="471600" cy="4876946"/>
          </a:xfrm>
        </p:grpSpPr>
        <p:sp>
          <p:nvSpPr>
            <p:cNvPr id="1351" name="Google Shape;1351;g23d4a897f4b_0_1687"/>
            <p:cNvSpPr txBox="1"/>
            <p:nvPr/>
          </p:nvSpPr>
          <p:spPr>
            <a:xfrm>
              <a:off x="1066800" y="1295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r15</a:t>
              </a:r>
              <a:endParaRPr b="0" i="0" sz="1400" u="none" cap="none" strike="noStrike">
                <a:solidFill>
                  <a:srgbClr val="000000"/>
                </a:solidFill>
                <a:latin typeface="Arial"/>
                <a:ea typeface="Arial"/>
                <a:cs typeface="Arial"/>
                <a:sym typeface="Arial"/>
              </a:endParaRPr>
            </a:p>
          </p:txBody>
        </p:sp>
        <p:sp>
          <p:nvSpPr>
            <p:cNvPr id="1352" name="Google Shape;1352;g23d4a897f4b_0_1687"/>
            <p:cNvSpPr txBox="1"/>
            <p:nvPr/>
          </p:nvSpPr>
          <p:spPr>
            <a:xfrm>
              <a:off x="1066800" y="16002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r14</a:t>
              </a:r>
              <a:endParaRPr b="0" i="0" sz="1400" u="none" cap="none" strike="noStrike">
                <a:solidFill>
                  <a:srgbClr val="000000"/>
                </a:solidFill>
                <a:latin typeface="Arial"/>
                <a:ea typeface="Arial"/>
                <a:cs typeface="Arial"/>
                <a:sym typeface="Arial"/>
              </a:endParaRPr>
            </a:p>
          </p:txBody>
        </p:sp>
        <p:sp>
          <p:nvSpPr>
            <p:cNvPr id="1353" name="Google Shape;1353;g23d4a897f4b_0_1687"/>
            <p:cNvSpPr txBox="1"/>
            <p:nvPr/>
          </p:nvSpPr>
          <p:spPr>
            <a:xfrm>
              <a:off x="1066800" y="19050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r13</a:t>
              </a:r>
              <a:endParaRPr b="0" i="0" sz="1400" u="none" cap="none" strike="noStrike">
                <a:solidFill>
                  <a:srgbClr val="000000"/>
                </a:solidFill>
                <a:latin typeface="Arial"/>
                <a:ea typeface="Arial"/>
                <a:cs typeface="Arial"/>
                <a:sym typeface="Arial"/>
              </a:endParaRPr>
            </a:p>
          </p:txBody>
        </p:sp>
        <p:sp>
          <p:nvSpPr>
            <p:cNvPr id="1354" name="Google Shape;1354;g23d4a897f4b_0_1687"/>
            <p:cNvSpPr txBox="1"/>
            <p:nvPr/>
          </p:nvSpPr>
          <p:spPr>
            <a:xfrm>
              <a:off x="1066800" y="22098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r12</a:t>
              </a:r>
              <a:endParaRPr b="0" i="0" sz="1400" u="none" cap="none" strike="noStrike">
                <a:solidFill>
                  <a:srgbClr val="000000"/>
                </a:solidFill>
                <a:latin typeface="Arial"/>
                <a:ea typeface="Arial"/>
                <a:cs typeface="Arial"/>
                <a:sym typeface="Arial"/>
              </a:endParaRPr>
            </a:p>
          </p:txBody>
        </p:sp>
        <p:sp>
          <p:nvSpPr>
            <p:cNvPr id="1355" name="Google Shape;1355;g23d4a897f4b_0_1687"/>
            <p:cNvSpPr txBox="1"/>
            <p:nvPr/>
          </p:nvSpPr>
          <p:spPr>
            <a:xfrm>
              <a:off x="1066800" y="25146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r11</a:t>
              </a:r>
              <a:endParaRPr b="0" i="0" sz="1400" u="none" cap="none" strike="noStrike">
                <a:solidFill>
                  <a:srgbClr val="000000"/>
                </a:solidFill>
                <a:latin typeface="Arial"/>
                <a:ea typeface="Arial"/>
                <a:cs typeface="Arial"/>
                <a:sym typeface="Arial"/>
              </a:endParaRPr>
            </a:p>
          </p:txBody>
        </p:sp>
        <p:sp>
          <p:nvSpPr>
            <p:cNvPr id="1356" name="Google Shape;1356;g23d4a897f4b_0_1687"/>
            <p:cNvSpPr txBox="1"/>
            <p:nvPr/>
          </p:nvSpPr>
          <p:spPr>
            <a:xfrm>
              <a:off x="1066800" y="2819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r10</a:t>
              </a:r>
              <a:endParaRPr b="0" i="0" sz="1400" u="none" cap="none" strike="noStrike">
                <a:solidFill>
                  <a:srgbClr val="000000"/>
                </a:solidFill>
                <a:latin typeface="Arial"/>
                <a:ea typeface="Arial"/>
                <a:cs typeface="Arial"/>
                <a:sym typeface="Arial"/>
              </a:endParaRPr>
            </a:p>
          </p:txBody>
        </p:sp>
        <p:sp>
          <p:nvSpPr>
            <p:cNvPr id="1357" name="Google Shape;1357;g23d4a897f4b_0_1687"/>
            <p:cNvSpPr txBox="1"/>
            <p:nvPr/>
          </p:nvSpPr>
          <p:spPr>
            <a:xfrm>
              <a:off x="1143000" y="3124200"/>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r9</a:t>
              </a:r>
              <a:endParaRPr b="0" i="0" sz="1400" u="none" cap="none" strike="noStrike">
                <a:solidFill>
                  <a:srgbClr val="000000"/>
                </a:solidFill>
                <a:latin typeface="Arial"/>
                <a:ea typeface="Arial"/>
                <a:cs typeface="Arial"/>
                <a:sym typeface="Arial"/>
              </a:endParaRPr>
            </a:p>
          </p:txBody>
        </p:sp>
        <p:sp>
          <p:nvSpPr>
            <p:cNvPr id="1358" name="Google Shape;1358;g23d4a897f4b_0_1687"/>
            <p:cNvSpPr txBox="1"/>
            <p:nvPr/>
          </p:nvSpPr>
          <p:spPr>
            <a:xfrm>
              <a:off x="1143000" y="3429000"/>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r8</a:t>
              </a:r>
              <a:endParaRPr b="0" i="0" sz="1400" u="none" cap="none" strike="noStrike">
                <a:solidFill>
                  <a:srgbClr val="000000"/>
                </a:solidFill>
                <a:latin typeface="Arial"/>
                <a:ea typeface="Arial"/>
                <a:cs typeface="Arial"/>
                <a:sym typeface="Arial"/>
              </a:endParaRPr>
            </a:p>
          </p:txBody>
        </p:sp>
        <p:sp>
          <p:nvSpPr>
            <p:cNvPr id="1359" name="Google Shape;1359;g23d4a897f4b_0_1687"/>
            <p:cNvSpPr txBox="1"/>
            <p:nvPr/>
          </p:nvSpPr>
          <p:spPr>
            <a:xfrm>
              <a:off x="1154988" y="3700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r7</a:t>
              </a:r>
              <a:endParaRPr b="0" i="0" sz="1400" u="none" cap="none" strike="noStrike">
                <a:solidFill>
                  <a:srgbClr val="000000"/>
                </a:solidFill>
                <a:latin typeface="Arial"/>
                <a:ea typeface="Arial"/>
                <a:cs typeface="Arial"/>
                <a:sym typeface="Arial"/>
              </a:endParaRPr>
            </a:p>
          </p:txBody>
        </p:sp>
        <p:sp>
          <p:nvSpPr>
            <p:cNvPr id="1360" name="Google Shape;1360;g23d4a897f4b_0_1687"/>
            <p:cNvSpPr txBox="1"/>
            <p:nvPr/>
          </p:nvSpPr>
          <p:spPr>
            <a:xfrm>
              <a:off x="1154988" y="4004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r6</a:t>
              </a:r>
              <a:endParaRPr b="0" i="0" sz="1400" u="none" cap="none" strike="noStrike">
                <a:solidFill>
                  <a:srgbClr val="000000"/>
                </a:solidFill>
                <a:latin typeface="Arial"/>
                <a:ea typeface="Arial"/>
                <a:cs typeface="Arial"/>
                <a:sym typeface="Arial"/>
              </a:endParaRPr>
            </a:p>
          </p:txBody>
        </p:sp>
        <p:sp>
          <p:nvSpPr>
            <p:cNvPr id="1361" name="Google Shape;1361;g23d4a897f4b_0_1687"/>
            <p:cNvSpPr txBox="1"/>
            <p:nvPr/>
          </p:nvSpPr>
          <p:spPr>
            <a:xfrm>
              <a:off x="1154988" y="43096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r5</a:t>
              </a:r>
              <a:endParaRPr b="0" i="0" sz="1400" u="none" cap="none" strike="noStrike">
                <a:solidFill>
                  <a:srgbClr val="000000"/>
                </a:solidFill>
                <a:latin typeface="Arial"/>
                <a:ea typeface="Arial"/>
                <a:cs typeface="Arial"/>
                <a:sym typeface="Arial"/>
              </a:endParaRPr>
            </a:p>
          </p:txBody>
        </p:sp>
        <p:sp>
          <p:nvSpPr>
            <p:cNvPr id="1362" name="Google Shape;1362;g23d4a897f4b_0_1687"/>
            <p:cNvSpPr txBox="1"/>
            <p:nvPr/>
          </p:nvSpPr>
          <p:spPr>
            <a:xfrm>
              <a:off x="1154988" y="46144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r4</a:t>
              </a:r>
              <a:endParaRPr b="0" i="0" sz="1400" u="none" cap="none" strike="noStrike">
                <a:solidFill>
                  <a:srgbClr val="000000"/>
                </a:solidFill>
                <a:latin typeface="Arial"/>
                <a:ea typeface="Arial"/>
                <a:cs typeface="Arial"/>
                <a:sym typeface="Arial"/>
              </a:endParaRPr>
            </a:p>
          </p:txBody>
        </p:sp>
        <p:sp>
          <p:nvSpPr>
            <p:cNvPr id="1363" name="Google Shape;1363;g23d4a897f4b_0_1687"/>
            <p:cNvSpPr txBox="1"/>
            <p:nvPr/>
          </p:nvSpPr>
          <p:spPr>
            <a:xfrm>
              <a:off x="1154988" y="49192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r3</a:t>
              </a:r>
              <a:endParaRPr b="0" i="0" sz="1400" u="none" cap="none" strike="noStrike">
                <a:solidFill>
                  <a:srgbClr val="000000"/>
                </a:solidFill>
                <a:latin typeface="Arial"/>
                <a:ea typeface="Arial"/>
                <a:cs typeface="Arial"/>
                <a:sym typeface="Arial"/>
              </a:endParaRPr>
            </a:p>
          </p:txBody>
        </p:sp>
        <p:sp>
          <p:nvSpPr>
            <p:cNvPr id="1364" name="Google Shape;1364;g23d4a897f4b_0_1687"/>
            <p:cNvSpPr txBox="1"/>
            <p:nvPr/>
          </p:nvSpPr>
          <p:spPr>
            <a:xfrm>
              <a:off x="1154988" y="5224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r2</a:t>
              </a:r>
              <a:endParaRPr b="0" i="0" sz="1400" u="none" cap="none" strike="noStrike">
                <a:solidFill>
                  <a:srgbClr val="000000"/>
                </a:solidFill>
                <a:latin typeface="Arial"/>
                <a:ea typeface="Arial"/>
                <a:cs typeface="Arial"/>
                <a:sym typeface="Arial"/>
              </a:endParaRPr>
            </a:p>
          </p:txBody>
        </p:sp>
        <p:sp>
          <p:nvSpPr>
            <p:cNvPr id="1365" name="Google Shape;1365;g23d4a897f4b_0_1687"/>
            <p:cNvSpPr txBox="1"/>
            <p:nvPr/>
          </p:nvSpPr>
          <p:spPr>
            <a:xfrm>
              <a:off x="1154988" y="5528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a:t>
              </a:r>
              <a:endParaRPr b="0" i="0" sz="1400" u="none" cap="none" strike="noStrike">
                <a:solidFill>
                  <a:srgbClr val="000000"/>
                </a:solidFill>
                <a:latin typeface="Arial"/>
                <a:ea typeface="Arial"/>
                <a:cs typeface="Arial"/>
                <a:sym typeface="Arial"/>
              </a:endParaRPr>
            </a:p>
          </p:txBody>
        </p:sp>
        <p:sp>
          <p:nvSpPr>
            <p:cNvPr id="1366" name="Google Shape;1366;g23d4a897f4b_0_1687"/>
            <p:cNvSpPr txBox="1"/>
            <p:nvPr/>
          </p:nvSpPr>
          <p:spPr>
            <a:xfrm>
              <a:off x="1154988" y="5833646"/>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r0</a:t>
              </a:r>
              <a:endParaRPr b="0" i="0" sz="1400" u="none" cap="none" strike="noStrike">
                <a:solidFill>
                  <a:srgbClr val="000000"/>
                </a:solidFill>
                <a:latin typeface="Arial"/>
                <a:ea typeface="Arial"/>
                <a:cs typeface="Arial"/>
                <a:sym typeface="Arial"/>
              </a:endParaRPr>
            </a:p>
          </p:txBody>
        </p:sp>
      </p:grpSp>
      <p:grpSp>
        <p:nvGrpSpPr>
          <p:cNvPr id="1367" name="Google Shape;1367;g23d4a897f4b_0_1687"/>
          <p:cNvGrpSpPr/>
          <p:nvPr/>
        </p:nvGrpSpPr>
        <p:grpSpPr>
          <a:xfrm>
            <a:off x="4076163" y="3117513"/>
            <a:ext cx="1063173" cy="1022995"/>
            <a:chOff x="4267200" y="2379077"/>
            <a:chExt cx="1066800" cy="897600"/>
          </a:xfrm>
        </p:grpSpPr>
        <p:cxnSp>
          <p:nvCxnSpPr>
            <p:cNvPr id="1368" name="Google Shape;1368;g23d4a897f4b_0_1687"/>
            <p:cNvCxnSpPr/>
            <p:nvPr/>
          </p:nvCxnSpPr>
          <p:spPr>
            <a:xfrm>
              <a:off x="4495800" y="23790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369" name="Google Shape;1369;g23d4a897f4b_0_1687"/>
            <p:cNvCxnSpPr/>
            <p:nvPr/>
          </p:nvCxnSpPr>
          <p:spPr>
            <a:xfrm>
              <a:off x="4495800" y="2971800"/>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370" name="Google Shape;1370;g23d4a897f4b_0_1687"/>
            <p:cNvCxnSpPr/>
            <p:nvPr/>
          </p:nvCxnSpPr>
          <p:spPr>
            <a:xfrm>
              <a:off x="5105400" y="26838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371" name="Google Shape;1371;g23d4a897f4b_0_1687"/>
            <p:cNvCxnSpPr/>
            <p:nvPr/>
          </p:nvCxnSpPr>
          <p:spPr>
            <a:xfrm>
              <a:off x="4495800" y="2379077"/>
              <a:ext cx="609600" cy="304800"/>
            </a:xfrm>
            <a:prstGeom prst="straightConnector1">
              <a:avLst/>
            </a:prstGeom>
            <a:noFill/>
            <a:ln cap="flat" cmpd="sng" w="19050">
              <a:solidFill>
                <a:schemeClr val="accent1"/>
              </a:solidFill>
              <a:prstDash val="solid"/>
              <a:round/>
              <a:headEnd len="sm" w="sm" type="none"/>
              <a:tailEnd len="sm" w="sm" type="none"/>
            </a:ln>
          </p:spPr>
        </p:cxnSp>
        <p:cxnSp>
          <p:nvCxnSpPr>
            <p:cNvPr id="1372" name="Google Shape;1372;g23d4a897f4b_0_1687"/>
            <p:cNvCxnSpPr/>
            <p:nvPr/>
          </p:nvCxnSpPr>
          <p:spPr>
            <a:xfrm flipH="1">
              <a:off x="4495800" y="2988677"/>
              <a:ext cx="609600" cy="288000"/>
            </a:xfrm>
            <a:prstGeom prst="straightConnector1">
              <a:avLst/>
            </a:prstGeom>
            <a:noFill/>
            <a:ln cap="flat" cmpd="sng" w="19050">
              <a:solidFill>
                <a:schemeClr val="accent1"/>
              </a:solidFill>
              <a:prstDash val="solid"/>
              <a:round/>
              <a:headEnd len="sm" w="sm" type="none"/>
              <a:tailEnd len="sm" w="sm" type="none"/>
            </a:ln>
          </p:spPr>
        </p:cxnSp>
        <p:cxnSp>
          <p:nvCxnSpPr>
            <p:cNvPr id="1373" name="Google Shape;1373;g23d4a897f4b_0_1687"/>
            <p:cNvCxnSpPr/>
            <p:nvPr/>
          </p:nvCxnSpPr>
          <p:spPr>
            <a:xfrm>
              <a:off x="4495800" y="2667000"/>
              <a:ext cx="152400" cy="169200"/>
            </a:xfrm>
            <a:prstGeom prst="straightConnector1">
              <a:avLst/>
            </a:prstGeom>
            <a:noFill/>
            <a:ln cap="flat" cmpd="sng" w="19050">
              <a:solidFill>
                <a:schemeClr val="accent1"/>
              </a:solidFill>
              <a:prstDash val="solid"/>
              <a:round/>
              <a:headEnd len="sm" w="sm" type="none"/>
              <a:tailEnd len="sm" w="sm" type="none"/>
            </a:ln>
          </p:spPr>
        </p:cxnSp>
        <p:cxnSp>
          <p:nvCxnSpPr>
            <p:cNvPr id="1374" name="Google Shape;1374;g23d4a897f4b_0_1687"/>
            <p:cNvCxnSpPr/>
            <p:nvPr/>
          </p:nvCxnSpPr>
          <p:spPr>
            <a:xfrm flipH="1" rot="10800000">
              <a:off x="4495800" y="2836277"/>
              <a:ext cx="152400" cy="152400"/>
            </a:xfrm>
            <a:prstGeom prst="straightConnector1">
              <a:avLst/>
            </a:prstGeom>
            <a:noFill/>
            <a:ln cap="flat" cmpd="sng" w="19050">
              <a:solidFill>
                <a:schemeClr val="accent1"/>
              </a:solidFill>
              <a:prstDash val="solid"/>
              <a:round/>
              <a:headEnd len="sm" w="sm" type="none"/>
              <a:tailEnd len="sm" w="sm" type="none"/>
            </a:ln>
          </p:spPr>
        </p:cxnSp>
        <p:cxnSp>
          <p:nvCxnSpPr>
            <p:cNvPr id="1375" name="Google Shape;1375;g23d4a897f4b_0_1687"/>
            <p:cNvCxnSpPr/>
            <p:nvPr/>
          </p:nvCxnSpPr>
          <p:spPr>
            <a:xfrm rot="10800000">
              <a:off x="4267200" y="2531477"/>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376" name="Google Shape;1376;g23d4a897f4b_0_1687"/>
            <p:cNvCxnSpPr/>
            <p:nvPr/>
          </p:nvCxnSpPr>
          <p:spPr>
            <a:xfrm rot="10800000">
              <a:off x="4267200" y="3124200"/>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377" name="Google Shape;1377;g23d4a897f4b_0_1687"/>
            <p:cNvCxnSpPr/>
            <p:nvPr/>
          </p:nvCxnSpPr>
          <p:spPr>
            <a:xfrm rot="10800000">
              <a:off x="5105400" y="2843625"/>
              <a:ext cx="228600" cy="0"/>
            </a:xfrm>
            <a:prstGeom prst="straightConnector1">
              <a:avLst/>
            </a:prstGeom>
            <a:noFill/>
            <a:ln cap="flat" cmpd="sng" w="19050">
              <a:solidFill>
                <a:schemeClr val="accent1"/>
              </a:solidFill>
              <a:prstDash val="solid"/>
              <a:round/>
              <a:headEnd len="sm" w="sm" type="none"/>
              <a:tailEnd len="sm" w="sm" type="none"/>
            </a:ln>
          </p:spPr>
        </p:cxnSp>
        <p:sp>
          <p:nvSpPr>
            <p:cNvPr id="1378" name="Google Shape;1378;g23d4a897f4b_0_1687"/>
            <p:cNvSpPr txBox="1"/>
            <p:nvPr/>
          </p:nvSpPr>
          <p:spPr>
            <a:xfrm>
              <a:off x="4591297" y="2665420"/>
              <a:ext cx="582300" cy="27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Libre Franklin"/>
                  <a:ea typeface="Libre Franklin"/>
                  <a:cs typeface="Libre Franklin"/>
                  <a:sym typeface="Libre Franklin"/>
                </a:rPr>
                <a:t>ALU</a:t>
              </a:r>
              <a:endParaRPr b="0" i="0" sz="1400" u="none" cap="none" strike="noStrike">
                <a:solidFill>
                  <a:srgbClr val="000000"/>
                </a:solidFill>
                <a:latin typeface="Arial"/>
                <a:ea typeface="Arial"/>
                <a:cs typeface="Arial"/>
                <a:sym typeface="Arial"/>
              </a:endParaRPr>
            </a:p>
          </p:txBody>
        </p:sp>
      </p:grpSp>
      <p:sp>
        <p:nvSpPr>
          <p:cNvPr id="1379" name="Google Shape;1379;g23d4a897f4b_0_1687"/>
          <p:cNvSpPr/>
          <p:nvPr/>
        </p:nvSpPr>
        <p:spPr>
          <a:xfrm>
            <a:off x="6017348" y="1359925"/>
            <a:ext cx="1063200" cy="5008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380" name="Google Shape;1380;g23d4a897f4b_0_1687"/>
          <p:cNvSpPr/>
          <p:nvPr/>
        </p:nvSpPr>
        <p:spPr>
          <a:xfrm>
            <a:off x="6176850" y="3126275"/>
            <a:ext cx="800100" cy="1608600"/>
          </a:xfrm>
          <a:prstGeom prst="rect">
            <a:avLst/>
          </a:prstGeom>
          <a:solidFill>
            <a:schemeClr val="lt1"/>
          </a:solidFill>
          <a:ln cap="flat" cmpd="sng" w="349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4770 2000</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188B</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2201</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2100</a:t>
            </a:r>
            <a:endParaRPr b="0" i="0" sz="1400" u="none" cap="none" strike="noStrike">
              <a:solidFill>
                <a:srgbClr val="000000"/>
              </a:solidFill>
              <a:latin typeface="Arial"/>
              <a:ea typeface="Arial"/>
              <a:cs typeface="Arial"/>
              <a:sym typeface="Arial"/>
            </a:endParaRPr>
          </a:p>
        </p:txBody>
      </p:sp>
      <p:sp>
        <p:nvSpPr>
          <p:cNvPr id="1381" name="Google Shape;1381;g23d4a897f4b_0_1687"/>
          <p:cNvSpPr txBox="1"/>
          <p:nvPr/>
        </p:nvSpPr>
        <p:spPr>
          <a:xfrm>
            <a:off x="3800569" y="1295388"/>
            <a:ext cx="528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pc</a:t>
            </a:r>
            <a:endParaRPr b="0" i="0" sz="1400" u="none" cap="none" strike="noStrike">
              <a:solidFill>
                <a:srgbClr val="000000"/>
              </a:solidFill>
              <a:latin typeface="Arial"/>
              <a:ea typeface="Arial"/>
              <a:cs typeface="Arial"/>
              <a:sym typeface="Arial"/>
            </a:endParaRPr>
          </a:p>
        </p:txBody>
      </p:sp>
      <p:sp>
        <p:nvSpPr>
          <p:cNvPr id="1382" name="Google Shape;1382;g23d4a897f4b_0_1687"/>
          <p:cNvSpPr txBox="1"/>
          <p:nvPr/>
        </p:nvSpPr>
        <p:spPr>
          <a:xfrm>
            <a:off x="3143250" y="1567925"/>
            <a:ext cx="514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lr</a:t>
            </a:r>
            <a:endParaRPr b="0" i="0" sz="1800" u="none" cap="none" strike="noStrike">
              <a:solidFill>
                <a:schemeClr val="dk1"/>
              </a:solidFill>
              <a:latin typeface="Libre Franklin"/>
              <a:ea typeface="Libre Franklin"/>
              <a:cs typeface="Libre Franklin"/>
              <a:sym typeface="Libre Franklin"/>
            </a:endParaRPr>
          </a:p>
        </p:txBody>
      </p:sp>
      <p:sp>
        <p:nvSpPr>
          <p:cNvPr id="1383" name="Google Shape;1383;g23d4a897f4b_0_1687"/>
          <p:cNvSpPr txBox="1"/>
          <p:nvPr/>
        </p:nvSpPr>
        <p:spPr>
          <a:xfrm>
            <a:off x="3143250" y="1872725"/>
            <a:ext cx="624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sp</a:t>
            </a:r>
            <a:endParaRPr b="0" i="0" sz="1800" u="none" cap="none" strike="noStrike">
              <a:solidFill>
                <a:schemeClr val="dk1"/>
              </a:solidFill>
              <a:latin typeface="Libre Franklin"/>
              <a:ea typeface="Libre Franklin"/>
              <a:cs typeface="Libre Franklin"/>
              <a:sym typeface="Libre Franklin"/>
            </a:endParaRPr>
          </a:p>
        </p:txBody>
      </p:sp>
      <p:sp>
        <p:nvSpPr>
          <p:cNvPr id="1384" name="Google Shape;1384;g23d4a897f4b_0_1687"/>
          <p:cNvSpPr txBox="1"/>
          <p:nvPr/>
        </p:nvSpPr>
        <p:spPr>
          <a:xfrm>
            <a:off x="7159376" y="5957425"/>
            <a:ext cx="174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0x00000000</a:t>
            </a:r>
            <a:endParaRPr b="0" i="0" sz="1400" u="none" cap="none" strike="noStrike">
              <a:solidFill>
                <a:srgbClr val="000000"/>
              </a:solidFill>
              <a:latin typeface="Arial"/>
              <a:ea typeface="Arial"/>
              <a:cs typeface="Arial"/>
              <a:sym typeface="Arial"/>
            </a:endParaRPr>
          </a:p>
        </p:txBody>
      </p:sp>
      <p:sp>
        <p:nvSpPr>
          <p:cNvPr id="1385" name="Google Shape;1385;g23d4a897f4b_0_1687"/>
          <p:cNvSpPr txBox="1"/>
          <p:nvPr/>
        </p:nvSpPr>
        <p:spPr>
          <a:xfrm>
            <a:off x="7202224" y="1359925"/>
            <a:ext cx="158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0xFFFFFFFF</a:t>
            </a:r>
            <a:endParaRPr b="0" i="0" sz="1400" u="none" cap="none" strike="noStrike">
              <a:solidFill>
                <a:srgbClr val="000000"/>
              </a:solidFill>
              <a:latin typeface="Arial"/>
              <a:ea typeface="Arial"/>
              <a:cs typeface="Arial"/>
              <a:sym typeface="Arial"/>
            </a:endParaRPr>
          </a:p>
        </p:txBody>
      </p:sp>
      <p:sp>
        <p:nvSpPr>
          <p:cNvPr id="1386" name="Google Shape;1386;g23d4a897f4b_0_1687"/>
          <p:cNvSpPr txBox="1"/>
          <p:nvPr/>
        </p:nvSpPr>
        <p:spPr>
          <a:xfrm>
            <a:off x="2296853" y="6368875"/>
            <a:ext cx="130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Registers</a:t>
            </a:r>
            <a:endParaRPr b="0" i="0" sz="1400" u="none" cap="none" strike="noStrike">
              <a:solidFill>
                <a:srgbClr val="000000"/>
              </a:solidFill>
              <a:latin typeface="Arial"/>
              <a:ea typeface="Arial"/>
              <a:cs typeface="Arial"/>
              <a:sym typeface="Arial"/>
            </a:endParaRPr>
          </a:p>
        </p:txBody>
      </p:sp>
      <p:sp>
        <p:nvSpPr>
          <p:cNvPr id="1387" name="Google Shape;1387;g23d4a897f4b_0_1687"/>
          <p:cNvSpPr txBox="1"/>
          <p:nvPr/>
        </p:nvSpPr>
        <p:spPr>
          <a:xfrm>
            <a:off x="6117150" y="6368875"/>
            <a:ext cx="1197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Memory</a:t>
            </a:r>
            <a:endParaRPr b="0" i="0" sz="1400" u="none" cap="none" strike="noStrike">
              <a:solidFill>
                <a:srgbClr val="000000"/>
              </a:solidFill>
              <a:latin typeface="Arial"/>
              <a:ea typeface="Arial"/>
              <a:cs typeface="Arial"/>
              <a:sym typeface="Arial"/>
            </a:endParaRPr>
          </a:p>
        </p:txBody>
      </p:sp>
      <p:sp>
        <p:nvSpPr>
          <p:cNvPr id="1388" name="Google Shape;1388;g23d4a897f4b_0_1687"/>
          <p:cNvSpPr txBox="1"/>
          <p:nvPr/>
        </p:nvSpPr>
        <p:spPr>
          <a:xfrm>
            <a:off x="7137948" y="949875"/>
            <a:ext cx="130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Address</a:t>
            </a:r>
            <a:endParaRPr b="0" i="0" sz="1400" u="none" cap="none" strike="noStrike">
              <a:solidFill>
                <a:srgbClr val="000000"/>
              </a:solidFill>
              <a:latin typeface="Arial"/>
              <a:ea typeface="Arial"/>
              <a:cs typeface="Arial"/>
              <a:sym typeface="Arial"/>
            </a:endParaRPr>
          </a:p>
        </p:txBody>
      </p:sp>
      <p:sp>
        <p:nvSpPr>
          <p:cNvPr id="1389" name="Google Shape;1389;g23d4a897f4b_0_1687"/>
          <p:cNvSpPr txBox="1"/>
          <p:nvPr/>
        </p:nvSpPr>
        <p:spPr>
          <a:xfrm>
            <a:off x="6224850" y="990600"/>
            <a:ext cx="857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Data</a:t>
            </a:r>
            <a:endParaRPr b="0" i="0" sz="1400" u="none" cap="none" strike="noStrike">
              <a:solidFill>
                <a:srgbClr val="000000"/>
              </a:solidFill>
              <a:latin typeface="Arial"/>
              <a:ea typeface="Arial"/>
              <a:cs typeface="Arial"/>
              <a:sym typeface="Arial"/>
            </a:endParaRPr>
          </a:p>
        </p:txBody>
      </p:sp>
      <p:sp>
        <p:nvSpPr>
          <p:cNvPr id="1390" name="Google Shape;1390;g23d4a897f4b_0_1687"/>
          <p:cNvSpPr txBox="1"/>
          <p:nvPr/>
        </p:nvSpPr>
        <p:spPr>
          <a:xfrm>
            <a:off x="4328575" y="5446000"/>
            <a:ext cx="80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CPU</a:t>
            </a:r>
            <a:endParaRPr b="0" i="0" sz="1400" u="none" cap="none" strike="noStrike">
              <a:solidFill>
                <a:srgbClr val="000000"/>
              </a:solidFill>
              <a:latin typeface="Arial"/>
              <a:ea typeface="Arial"/>
              <a:cs typeface="Arial"/>
              <a:sym typeface="Arial"/>
            </a:endParaRPr>
          </a:p>
        </p:txBody>
      </p:sp>
      <p:cxnSp>
        <p:nvCxnSpPr>
          <p:cNvPr id="1391" name="Google Shape;1391;g23d4a897f4b_0_1687"/>
          <p:cNvCxnSpPr/>
          <p:nvPr/>
        </p:nvCxnSpPr>
        <p:spPr>
          <a:xfrm>
            <a:off x="3169126" y="1466850"/>
            <a:ext cx="3029100" cy="3009900"/>
          </a:xfrm>
          <a:prstGeom prst="bentConnector3">
            <a:avLst>
              <a:gd fmla="val 82390" name="adj1"/>
            </a:avLst>
          </a:prstGeom>
          <a:noFill/>
          <a:ln cap="flat" cmpd="sng" w="34925">
            <a:solidFill>
              <a:srgbClr val="FF0000"/>
            </a:solidFill>
            <a:prstDash val="solid"/>
            <a:round/>
            <a:headEnd len="sm" w="sm" type="none"/>
            <a:tailEnd len="lg" w="lg" type="triangle"/>
          </a:ln>
        </p:spPr>
      </p:cxnSp>
      <p:sp>
        <p:nvSpPr>
          <p:cNvPr id="1392" name="Google Shape;1392;g23d4a897f4b_0_1687"/>
          <p:cNvSpPr/>
          <p:nvPr/>
        </p:nvSpPr>
        <p:spPr>
          <a:xfrm>
            <a:off x="7070501" y="3147525"/>
            <a:ext cx="1744800" cy="160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g23d4a897f4b_0_1757"/>
          <p:cNvSpPr/>
          <p:nvPr/>
        </p:nvSpPr>
        <p:spPr>
          <a:xfrm>
            <a:off x="1657350" y="1175266"/>
            <a:ext cx="3714900" cy="5392500"/>
          </a:xfrm>
          <a:prstGeom prst="rect">
            <a:avLst/>
          </a:prstGeom>
          <a:solidFill>
            <a:srgbClr val="F2F2F2"/>
          </a:solid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1398" name="Google Shape;1398;g23d4a897f4b_0_1757"/>
          <p:cNvSpPr txBox="1"/>
          <p:nvPr>
            <p:ph type="title"/>
          </p:nvPr>
        </p:nvSpPr>
        <p:spPr>
          <a:xfrm>
            <a:off x="1485900" y="152400"/>
            <a:ext cx="7185300" cy="914400"/>
          </a:xfrm>
          <a:prstGeom prst="rect">
            <a:avLst/>
          </a:prstGeom>
          <a:noFill/>
          <a:ln>
            <a:noFill/>
          </a:ln>
        </p:spPr>
        <p:txBody>
          <a:bodyPr anchorCtr="0" anchor="t" bIns="45700" lIns="91425" spcFirstLastPara="1" rIns="91425" wrap="square" tIns="45700">
            <a:noAutofit/>
          </a:bodyPr>
          <a:lstStyle/>
          <a:p>
            <a:pPr indent="0" lvl="0" marL="0" rtl="0" algn="l">
              <a:lnSpc>
                <a:spcPct val="89000"/>
              </a:lnSpc>
              <a:spcBef>
                <a:spcPts val="0"/>
              </a:spcBef>
              <a:spcAft>
                <a:spcPts val="0"/>
              </a:spcAft>
              <a:buClr>
                <a:schemeClr val="dk2"/>
              </a:buClr>
              <a:buSzPts val="3600"/>
              <a:buFont typeface="Libre Franklin"/>
              <a:buNone/>
            </a:pPr>
            <a:r>
              <a:rPr lang="en-US" sz="3000"/>
              <a:t>Fetch Next Instruction: pc = pc + 2</a:t>
            </a:r>
            <a:br>
              <a:rPr lang="en-US" sz="3000"/>
            </a:br>
            <a:r>
              <a:rPr lang="en-US" sz="3000"/>
              <a:t>Decode &amp; Execute: 2201 = </a:t>
            </a:r>
            <a:r>
              <a:rPr lang="en-US" sz="3000">
                <a:solidFill>
                  <a:srgbClr val="FF0000"/>
                </a:solidFill>
              </a:rPr>
              <a:t>MOVS r2, #0x01</a:t>
            </a:r>
            <a:endParaRPr sz="3800"/>
          </a:p>
        </p:txBody>
      </p:sp>
      <p:sp>
        <p:nvSpPr>
          <p:cNvPr id="1399" name="Google Shape;1399;g23d4a897f4b_0_1757"/>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400" name="Google Shape;1400;g23d4a897f4b_0_1757"/>
          <p:cNvSpPr/>
          <p:nvPr/>
        </p:nvSpPr>
        <p:spPr>
          <a:xfrm>
            <a:off x="2286000" y="1295400"/>
            <a:ext cx="1413000" cy="337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0x080001AE</a:t>
            </a:r>
            <a:endParaRPr b="0" i="0" sz="1400" u="none" cap="none" strike="noStrike">
              <a:solidFill>
                <a:srgbClr val="000000"/>
              </a:solidFill>
              <a:latin typeface="Arial"/>
              <a:ea typeface="Arial"/>
              <a:cs typeface="Arial"/>
              <a:sym typeface="Arial"/>
            </a:endParaRPr>
          </a:p>
        </p:txBody>
      </p:sp>
      <p:sp>
        <p:nvSpPr>
          <p:cNvPr id="1401" name="Google Shape;1401;g23d4a897f4b_0_1757"/>
          <p:cNvSpPr/>
          <p:nvPr/>
        </p:nvSpPr>
        <p:spPr>
          <a:xfrm>
            <a:off x="2286000" y="16002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02" name="Google Shape;1402;g23d4a897f4b_0_1757"/>
          <p:cNvSpPr/>
          <p:nvPr/>
        </p:nvSpPr>
        <p:spPr>
          <a:xfrm>
            <a:off x="2286000" y="19050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03" name="Google Shape;1403;g23d4a897f4b_0_1757"/>
          <p:cNvSpPr/>
          <p:nvPr/>
        </p:nvSpPr>
        <p:spPr>
          <a:xfrm>
            <a:off x="2286000" y="22098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04" name="Google Shape;1404;g23d4a897f4b_0_1757"/>
          <p:cNvSpPr/>
          <p:nvPr/>
        </p:nvSpPr>
        <p:spPr>
          <a:xfrm>
            <a:off x="2286000" y="25146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05" name="Google Shape;1405;g23d4a897f4b_0_1757"/>
          <p:cNvSpPr/>
          <p:nvPr/>
        </p:nvSpPr>
        <p:spPr>
          <a:xfrm>
            <a:off x="2286000" y="28194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06" name="Google Shape;1406;g23d4a897f4b_0_1757"/>
          <p:cNvSpPr/>
          <p:nvPr/>
        </p:nvSpPr>
        <p:spPr>
          <a:xfrm>
            <a:off x="2286000" y="31242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07" name="Google Shape;1407;g23d4a897f4b_0_1757"/>
          <p:cNvSpPr/>
          <p:nvPr/>
        </p:nvSpPr>
        <p:spPr>
          <a:xfrm>
            <a:off x="2286000" y="34290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08" name="Google Shape;1408;g23d4a897f4b_0_1757"/>
          <p:cNvSpPr/>
          <p:nvPr/>
        </p:nvSpPr>
        <p:spPr>
          <a:xfrm>
            <a:off x="2286000" y="37338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09" name="Google Shape;1409;g23d4a897f4b_0_1757"/>
          <p:cNvSpPr/>
          <p:nvPr/>
        </p:nvSpPr>
        <p:spPr>
          <a:xfrm>
            <a:off x="2286000" y="40386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10" name="Google Shape;1410;g23d4a897f4b_0_1757"/>
          <p:cNvSpPr/>
          <p:nvPr/>
        </p:nvSpPr>
        <p:spPr>
          <a:xfrm>
            <a:off x="2286000" y="43426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11" name="Google Shape;1411;g23d4a897f4b_0_1757"/>
          <p:cNvSpPr/>
          <p:nvPr/>
        </p:nvSpPr>
        <p:spPr>
          <a:xfrm>
            <a:off x="2286000" y="46474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12" name="Google Shape;1412;g23d4a897f4b_0_1757"/>
          <p:cNvSpPr/>
          <p:nvPr/>
        </p:nvSpPr>
        <p:spPr>
          <a:xfrm>
            <a:off x="2286000" y="49522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13" name="Google Shape;1413;g23d4a897f4b_0_1757"/>
          <p:cNvSpPr/>
          <p:nvPr/>
        </p:nvSpPr>
        <p:spPr>
          <a:xfrm>
            <a:off x="2286000" y="5257025"/>
            <a:ext cx="1466700" cy="2793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0x00000001</a:t>
            </a:r>
            <a:endParaRPr b="0" i="0" sz="1400" u="none" cap="none" strike="noStrike">
              <a:solidFill>
                <a:schemeClr val="dk1"/>
              </a:solidFill>
              <a:latin typeface="Libre Franklin"/>
              <a:ea typeface="Libre Franklin"/>
              <a:cs typeface="Libre Franklin"/>
              <a:sym typeface="Libre Franklin"/>
            </a:endParaRPr>
          </a:p>
        </p:txBody>
      </p:sp>
      <p:sp>
        <p:nvSpPr>
          <p:cNvPr id="1414" name="Google Shape;1414;g23d4a897f4b_0_1757"/>
          <p:cNvSpPr/>
          <p:nvPr/>
        </p:nvSpPr>
        <p:spPr>
          <a:xfrm>
            <a:off x="2286000" y="5562600"/>
            <a:ext cx="1466700" cy="337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0x00000000</a:t>
            </a:r>
            <a:endParaRPr b="0" i="0" sz="1400" u="none" cap="none" strike="noStrike">
              <a:solidFill>
                <a:schemeClr val="dk1"/>
              </a:solidFill>
              <a:latin typeface="Libre Franklin"/>
              <a:ea typeface="Libre Franklin"/>
              <a:cs typeface="Libre Franklin"/>
              <a:sym typeface="Libre Franklin"/>
            </a:endParaRPr>
          </a:p>
        </p:txBody>
      </p:sp>
      <p:sp>
        <p:nvSpPr>
          <p:cNvPr id="1415" name="Google Shape;1415;g23d4a897f4b_0_1757"/>
          <p:cNvSpPr/>
          <p:nvPr/>
        </p:nvSpPr>
        <p:spPr>
          <a:xfrm>
            <a:off x="2286000" y="5867400"/>
            <a:ext cx="936300" cy="2709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ibre Franklin"/>
              <a:ea typeface="Libre Franklin"/>
              <a:cs typeface="Libre Franklin"/>
              <a:sym typeface="Libre Franklin"/>
            </a:endParaRPr>
          </a:p>
        </p:txBody>
      </p:sp>
      <p:grpSp>
        <p:nvGrpSpPr>
          <p:cNvPr id="1416" name="Google Shape;1416;g23d4a897f4b_0_1757"/>
          <p:cNvGrpSpPr/>
          <p:nvPr/>
        </p:nvGrpSpPr>
        <p:grpSpPr>
          <a:xfrm>
            <a:off x="1768808" y="1295399"/>
            <a:ext cx="528003" cy="4876946"/>
            <a:chOff x="1066800" y="1295400"/>
            <a:chExt cx="471600" cy="4876946"/>
          </a:xfrm>
        </p:grpSpPr>
        <p:sp>
          <p:nvSpPr>
            <p:cNvPr id="1417" name="Google Shape;1417;g23d4a897f4b_0_1757"/>
            <p:cNvSpPr txBox="1"/>
            <p:nvPr/>
          </p:nvSpPr>
          <p:spPr>
            <a:xfrm>
              <a:off x="1066800" y="1295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r15</a:t>
              </a:r>
              <a:endParaRPr b="0" i="0" sz="1400" u="none" cap="none" strike="noStrike">
                <a:solidFill>
                  <a:srgbClr val="000000"/>
                </a:solidFill>
                <a:latin typeface="Arial"/>
                <a:ea typeface="Arial"/>
                <a:cs typeface="Arial"/>
                <a:sym typeface="Arial"/>
              </a:endParaRPr>
            </a:p>
          </p:txBody>
        </p:sp>
        <p:sp>
          <p:nvSpPr>
            <p:cNvPr id="1418" name="Google Shape;1418;g23d4a897f4b_0_1757"/>
            <p:cNvSpPr txBox="1"/>
            <p:nvPr/>
          </p:nvSpPr>
          <p:spPr>
            <a:xfrm>
              <a:off x="1066800" y="16002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r14</a:t>
              </a:r>
              <a:endParaRPr b="0" i="0" sz="1400" u="none" cap="none" strike="noStrike">
                <a:solidFill>
                  <a:srgbClr val="000000"/>
                </a:solidFill>
                <a:latin typeface="Arial"/>
                <a:ea typeface="Arial"/>
                <a:cs typeface="Arial"/>
                <a:sym typeface="Arial"/>
              </a:endParaRPr>
            </a:p>
          </p:txBody>
        </p:sp>
        <p:sp>
          <p:nvSpPr>
            <p:cNvPr id="1419" name="Google Shape;1419;g23d4a897f4b_0_1757"/>
            <p:cNvSpPr txBox="1"/>
            <p:nvPr/>
          </p:nvSpPr>
          <p:spPr>
            <a:xfrm>
              <a:off x="1066800" y="19050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r13</a:t>
              </a:r>
              <a:endParaRPr b="0" i="0" sz="1400" u="none" cap="none" strike="noStrike">
                <a:solidFill>
                  <a:srgbClr val="000000"/>
                </a:solidFill>
                <a:latin typeface="Arial"/>
                <a:ea typeface="Arial"/>
                <a:cs typeface="Arial"/>
                <a:sym typeface="Arial"/>
              </a:endParaRPr>
            </a:p>
          </p:txBody>
        </p:sp>
        <p:sp>
          <p:nvSpPr>
            <p:cNvPr id="1420" name="Google Shape;1420;g23d4a897f4b_0_1757"/>
            <p:cNvSpPr txBox="1"/>
            <p:nvPr/>
          </p:nvSpPr>
          <p:spPr>
            <a:xfrm>
              <a:off x="1066800" y="22098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r12</a:t>
              </a:r>
              <a:endParaRPr b="0" i="0" sz="1400" u="none" cap="none" strike="noStrike">
                <a:solidFill>
                  <a:srgbClr val="000000"/>
                </a:solidFill>
                <a:latin typeface="Arial"/>
                <a:ea typeface="Arial"/>
                <a:cs typeface="Arial"/>
                <a:sym typeface="Arial"/>
              </a:endParaRPr>
            </a:p>
          </p:txBody>
        </p:sp>
        <p:sp>
          <p:nvSpPr>
            <p:cNvPr id="1421" name="Google Shape;1421;g23d4a897f4b_0_1757"/>
            <p:cNvSpPr txBox="1"/>
            <p:nvPr/>
          </p:nvSpPr>
          <p:spPr>
            <a:xfrm>
              <a:off x="1066800" y="25146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r11</a:t>
              </a:r>
              <a:endParaRPr b="0" i="0" sz="1400" u="none" cap="none" strike="noStrike">
                <a:solidFill>
                  <a:srgbClr val="000000"/>
                </a:solidFill>
                <a:latin typeface="Arial"/>
                <a:ea typeface="Arial"/>
                <a:cs typeface="Arial"/>
                <a:sym typeface="Arial"/>
              </a:endParaRPr>
            </a:p>
          </p:txBody>
        </p:sp>
        <p:sp>
          <p:nvSpPr>
            <p:cNvPr id="1422" name="Google Shape;1422;g23d4a897f4b_0_1757"/>
            <p:cNvSpPr txBox="1"/>
            <p:nvPr/>
          </p:nvSpPr>
          <p:spPr>
            <a:xfrm>
              <a:off x="1066800" y="2819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r10</a:t>
              </a:r>
              <a:endParaRPr b="0" i="0" sz="1400" u="none" cap="none" strike="noStrike">
                <a:solidFill>
                  <a:srgbClr val="000000"/>
                </a:solidFill>
                <a:latin typeface="Arial"/>
                <a:ea typeface="Arial"/>
                <a:cs typeface="Arial"/>
                <a:sym typeface="Arial"/>
              </a:endParaRPr>
            </a:p>
          </p:txBody>
        </p:sp>
        <p:sp>
          <p:nvSpPr>
            <p:cNvPr id="1423" name="Google Shape;1423;g23d4a897f4b_0_1757"/>
            <p:cNvSpPr txBox="1"/>
            <p:nvPr/>
          </p:nvSpPr>
          <p:spPr>
            <a:xfrm>
              <a:off x="1143000" y="3124200"/>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r9</a:t>
              </a:r>
              <a:endParaRPr b="0" i="0" sz="1400" u="none" cap="none" strike="noStrike">
                <a:solidFill>
                  <a:srgbClr val="000000"/>
                </a:solidFill>
                <a:latin typeface="Arial"/>
                <a:ea typeface="Arial"/>
                <a:cs typeface="Arial"/>
                <a:sym typeface="Arial"/>
              </a:endParaRPr>
            </a:p>
          </p:txBody>
        </p:sp>
        <p:sp>
          <p:nvSpPr>
            <p:cNvPr id="1424" name="Google Shape;1424;g23d4a897f4b_0_1757"/>
            <p:cNvSpPr txBox="1"/>
            <p:nvPr/>
          </p:nvSpPr>
          <p:spPr>
            <a:xfrm>
              <a:off x="1143000" y="3429000"/>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r8</a:t>
              </a:r>
              <a:endParaRPr b="0" i="0" sz="1400" u="none" cap="none" strike="noStrike">
                <a:solidFill>
                  <a:srgbClr val="000000"/>
                </a:solidFill>
                <a:latin typeface="Arial"/>
                <a:ea typeface="Arial"/>
                <a:cs typeface="Arial"/>
                <a:sym typeface="Arial"/>
              </a:endParaRPr>
            </a:p>
          </p:txBody>
        </p:sp>
        <p:sp>
          <p:nvSpPr>
            <p:cNvPr id="1425" name="Google Shape;1425;g23d4a897f4b_0_1757"/>
            <p:cNvSpPr txBox="1"/>
            <p:nvPr/>
          </p:nvSpPr>
          <p:spPr>
            <a:xfrm>
              <a:off x="1154988" y="3700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r7</a:t>
              </a:r>
              <a:endParaRPr b="0" i="0" sz="1400" u="none" cap="none" strike="noStrike">
                <a:solidFill>
                  <a:srgbClr val="000000"/>
                </a:solidFill>
                <a:latin typeface="Arial"/>
                <a:ea typeface="Arial"/>
                <a:cs typeface="Arial"/>
                <a:sym typeface="Arial"/>
              </a:endParaRPr>
            </a:p>
          </p:txBody>
        </p:sp>
        <p:sp>
          <p:nvSpPr>
            <p:cNvPr id="1426" name="Google Shape;1426;g23d4a897f4b_0_1757"/>
            <p:cNvSpPr txBox="1"/>
            <p:nvPr/>
          </p:nvSpPr>
          <p:spPr>
            <a:xfrm>
              <a:off x="1154988" y="4004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r6</a:t>
              </a:r>
              <a:endParaRPr b="0" i="0" sz="1400" u="none" cap="none" strike="noStrike">
                <a:solidFill>
                  <a:srgbClr val="000000"/>
                </a:solidFill>
                <a:latin typeface="Arial"/>
                <a:ea typeface="Arial"/>
                <a:cs typeface="Arial"/>
                <a:sym typeface="Arial"/>
              </a:endParaRPr>
            </a:p>
          </p:txBody>
        </p:sp>
        <p:sp>
          <p:nvSpPr>
            <p:cNvPr id="1427" name="Google Shape;1427;g23d4a897f4b_0_1757"/>
            <p:cNvSpPr txBox="1"/>
            <p:nvPr/>
          </p:nvSpPr>
          <p:spPr>
            <a:xfrm>
              <a:off x="1154988" y="43096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r5</a:t>
              </a:r>
              <a:endParaRPr b="0" i="0" sz="1400" u="none" cap="none" strike="noStrike">
                <a:solidFill>
                  <a:srgbClr val="000000"/>
                </a:solidFill>
                <a:latin typeface="Arial"/>
                <a:ea typeface="Arial"/>
                <a:cs typeface="Arial"/>
                <a:sym typeface="Arial"/>
              </a:endParaRPr>
            </a:p>
          </p:txBody>
        </p:sp>
        <p:sp>
          <p:nvSpPr>
            <p:cNvPr id="1428" name="Google Shape;1428;g23d4a897f4b_0_1757"/>
            <p:cNvSpPr txBox="1"/>
            <p:nvPr/>
          </p:nvSpPr>
          <p:spPr>
            <a:xfrm>
              <a:off x="1154988" y="46144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r4</a:t>
              </a:r>
              <a:endParaRPr b="0" i="0" sz="1400" u="none" cap="none" strike="noStrike">
                <a:solidFill>
                  <a:srgbClr val="000000"/>
                </a:solidFill>
                <a:latin typeface="Arial"/>
                <a:ea typeface="Arial"/>
                <a:cs typeface="Arial"/>
                <a:sym typeface="Arial"/>
              </a:endParaRPr>
            </a:p>
          </p:txBody>
        </p:sp>
        <p:sp>
          <p:nvSpPr>
            <p:cNvPr id="1429" name="Google Shape;1429;g23d4a897f4b_0_1757"/>
            <p:cNvSpPr txBox="1"/>
            <p:nvPr/>
          </p:nvSpPr>
          <p:spPr>
            <a:xfrm>
              <a:off x="1154988" y="49192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r3</a:t>
              </a:r>
              <a:endParaRPr b="0" i="0" sz="1400" u="none" cap="none" strike="noStrike">
                <a:solidFill>
                  <a:srgbClr val="000000"/>
                </a:solidFill>
                <a:latin typeface="Arial"/>
                <a:ea typeface="Arial"/>
                <a:cs typeface="Arial"/>
                <a:sym typeface="Arial"/>
              </a:endParaRPr>
            </a:p>
          </p:txBody>
        </p:sp>
        <p:sp>
          <p:nvSpPr>
            <p:cNvPr id="1430" name="Google Shape;1430;g23d4a897f4b_0_1757"/>
            <p:cNvSpPr txBox="1"/>
            <p:nvPr/>
          </p:nvSpPr>
          <p:spPr>
            <a:xfrm>
              <a:off x="1154988" y="5224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r2</a:t>
              </a:r>
              <a:endParaRPr b="0" i="0" sz="1400" u="none" cap="none" strike="noStrike">
                <a:solidFill>
                  <a:srgbClr val="000000"/>
                </a:solidFill>
                <a:latin typeface="Arial"/>
                <a:ea typeface="Arial"/>
                <a:cs typeface="Arial"/>
                <a:sym typeface="Arial"/>
              </a:endParaRPr>
            </a:p>
          </p:txBody>
        </p:sp>
        <p:sp>
          <p:nvSpPr>
            <p:cNvPr id="1431" name="Google Shape;1431;g23d4a897f4b_0_1757"/>
            <p:cNvSpPr txBox="1"/>
            <p:nvPr/>
          </p:nvSpPr>
          <p:spPr>
            <a:xfrm>
              <a:off x="1154988" y="5528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a:t>
              </a:r>
              <a:endParaRPr b="0" i="0" sz="1400" u="none" cap="none" strike="noStrike">
                <a:solidFill>
                  <a:srgbClr val="000000"/>
                </a:solidFill>
                <a:latin typeface="Arial"/>
                <a:ea typeface="Arial"/>
                <a:cs typeface="Arial"/>
                <a:sym typeface="Arial"/>
              </a:endParaRPr>
            </a:p>
          </p:txBody>
        </p:sp>
        <p:sp>
          <p:nvSpPr>
            <p:cNvPr id="1432" name="Google Shape;1432;g23d4a897f4b_0_1757"/>
            <p:cNvSpPr txBox="1"/>
            <p:nvPr/>
          </p:nvSpPr>
          <p:spPr>
            <a:xfrm>
              <a:off x="1154988" y="5833646"/>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r0</a:t>
              </a:r>
              <a:endParaRPr b="0" i="0" sz="1400" u="none" cap="none" strike="noStrike">
                <a:solidFill>
                  <a:srgbClr val="000000"/>
                </a:solidFill>
                <a:latin typeface="Arial"/>
                <a:ea typeface="Arial"/>
                <a:cs typeface="Arial"/>
                <a:sym typeface="Arial"/>
              </a:endParaRPr>
            </a:p>
          </p:txBody>
        </p:sp>
      </p:grpSp>
      <p:grpSp>
        <p:nvGrpSpPr>
          <p:cNvPr id="1433" name="Google Shape;1433;g23d4a897f4b_0_1757"/>
          <p:cNvGrpSpPr/>
          <p:nvPr/>
        </p:nvGrpSpPr>
        <p:grpSpPr>
          <a:xfrm>
            <a:off x="3869332" y="3117431"/>
            <a:ext cx="1143183" cy="1165534"/>
            <a:chOff x="4267200" y="2379077"/>
            <a:chExt cx="1066800" cy="897600"/>
          </a:xfrm>
        </p:grpSpPr>
        <p:cxnSp>
          <p:nvCxnSpPr>
            <p:cNvPr id="1434" name="Google Shape;1434;g23d4a897f4b_0_1757"/>
            <p:cNvCxnSpPr/>
            <p:nvPr/>
          </p:nvCxnSpPr>
          <p:spPr>
            <a:xfrm>
              <a:off x="4495800" y="23790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435" name="Google Shape;1435;g23d4a897f4b_0_1757"/>
            <p:cNvCxnSpPr/>
            <p:nvPr/>
          </p:nvCxnSpPr>
          <p:spPr>
            <a:xfrm>
              <a:off x="4495800" y="2971800"/>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436" name="Google Shape;1436;g23d4a897f4b_0_1757"/>
            <p:cNvCxnSpPr/>
            <p:nvPr/>
          </p:nvCxnSpPr>
          <p:spPr>
            <a:xfrm>
              <a:off x="5105400" y="26838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437" name="Google Shape;1437;g23d4a897f4b_0_1757"/>
            <p:cNvCxnSpPr/>
            <p:nvPr/>
          </p:nvCxnSpPr>
          <p:spPr>
            <a:xfrm>
              <a:off x="4495800" y="2379077"/>
              <a:ext cx="609600" cy="304800"/>
            </a:xfrm>
            <a:prstGeom prst="straightConnector1">
              <a:avLst/>
            </a:prstGeom>
            <a:noFill/>
            <a:ln cap="flat" cmpd="sng" w="19050">
              <a:solidFill>
                <a:schemeClr val="accent1"/>
              </a:solidFill>
              <a:prstDash val="solid"/>
              <a:round/>
              <a:headEnd len="sm" w="sm" type="none"/>
              <a:tailEnd len="sm" w="sm" type="none"/>
            </a:ln>
          </p:spPr>
        </p:cxnSp>
        <p:cxnSp>
          <p:nvCxnSpPr>
            <p:cNvPr id="1438" name="Google Shape;1438;g23d4a897f4b_0_1757"/>
            <p:cNvCxnSpPr/>
            <p:nvPr/>
          </p:nvCxnSpPr>
          <p:spPr>
            <a:xfrm flipH="1">
              <a:off x="4495800" y="2988677"/>
              <a:ext cx="609600" cy="288000"/>
            </a:xfrm>
            <a:prstGeom prst="straightConnector1">
              <a:avLst/>
            </a:prstGeom>
            <a:noFill/>
            <a:ln cap="flat" cmpd="sng" w="19050">
              <a:solidFill>
                <a:schemeClr val="accent1"/>
              </a:solidFill>
              <a:prstDash val="solid"/>
              <a:round/>
              <a:headEnd len="sm" w="sm" type="none"/>
              <a:tailEnd len="sm" w="sm" type="none"/>
            </a:ln>
          </p:spPr>
        </p:cxnSp>
        <p:cxnSp>
          <p:nvCxnSpPr>
            <p:cNvPr id="1439" name="Google Shape;1439;g23d4a897f4b_0_1757"/>
            <p:cNvCxnSpPr/>
            <p:nvPr/>
          </p:nvCxnSpPr>
          <p:spPr>
            <a:xfrm>
              <a:off x="4495800" y="2667000"/>
              <a:ext cx="152400" cy="169200"/>
            </a:xfrm>
            <a:prstGeom prst="straightConnector1">
              <a:avLst/>
            </a:prstGeom>
            <a:noFill/>
            <a:ln cap="flat" cmpd="sng" w="19050">
              <a:solidFill>
                <a:schemeClr val="accent1"/>
              </a:solidFill>
              <a:prstDash val="solid"/>
              <a:round/>
              <a:headEnd len="sm" w="sm" type="none"/>
              <a:tailEnd len="sm" w="sm" type="none"/>
            </a:ln>
          </p:spPr>
        </p:cxnSp>
        <p:cxnSp>
          <p:nvCxnSpPr>
            <p:cNvPr id="1440" name="Google Shape;1440;g23d4a897f4b_0_1757"/>
            <p:cNvCxnSpPr/>
            <p:nvPr/>
          </p:nvCxnSpPr>
          <p:spPr>
            <a:xfrm flipH="1" rot="10800000">
              <a:off x="4495800" y="2836277"/>
              <a:ext cx="152400" cy="152400"/>
            </a:xfrm>
            <a:prstGeom prst="straightConnector1">
              <a:avLst/>
            </a:prstGeom>
            <a:noFill/>
            <a:ln cap="flat" cmpd="sng" w="19050">
              <a:solidFill>
                <a:schemeClr val="accent1"/>
              </a:solidFill>
              <a:prstDash val="solid"/>
              <a:round/>
              <a:headEnd len="sm" w="sm" type="none"/>
              <a:tailEnd len="sm" w="sm" type="none"/>
            </a:ln>
          </p:spPr>
        </p:cxnSp>
        <p:cxnSp>
          <p:nvCxnSpPr>
            <p:cNvPr id="1441" name="Google Shape;1441;g23d4a897f4b_0_1757"/>
            <p:cNvCxnSpPr/>
            <p:nvPr/>
          </p:nvCxnSpPr>
          <p:spPr>
            <a:xfrm rot="10800000">
              <a:off x="4267200" y="2531477"/>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442" name="Google Shape;1442;g23d4a897f4b_0_1757"/>
            <p:cNvCxnSpPr/>
            <p:nvPr/>
          </p:nvCxnSpPr>
          <p:spPr>
            <a:xfrm rot="10800000">
              <a:off x="4267200" y="3124200"/>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443" name="Google Shape;1443;g23d4a897f4b_0_1757"/>
            <p:cNvCxnSpPr/>
            <p:nvPr/>
          </p:nvCxnSpPr>
          <p:spPr>
            <a:xfrm rot="10800000">
              <a:off x="5105400" y="2843625"/>
              <a:ext cx="228600" cy="0"/>
            </a:xfrm>
            <a:prstGeom prst="straightConnector1">
              <a:avLst/>
            </a:prstGeom>
            <a:noFill/>
            <a:ln cap="flat" cmpd="sng" w="19050">
              <a:solidFill>
                <a:schemeClr val="accent1"/>
              </a:solidFill>
              <a:prstDash val="solid"/>
              <a:round/>
              <a:headEnd len="sm" w="sm" type="none"/>
              <a:tailEnd len="sm" w="sm" type="none"/>
            </a:ln>
          </p:spPr>
        </p:cxnSp>
        <p:sp>
          <p:nvSpPr>
            <p:cNvPr id="1444" name="Google Shape;1444;g23d4a897f4b_0_1757"/>
            <p:cNvSpPr txBox="1"/>
            <p:nvPr/>
          </p:nvSpPr>
          <p:spPr>
            <a:xfrm>
              <a:off x="4591297" y="2665420"/>
              <a:ext cx="582300" cy="23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Libre Franklin"/>
                  <a:ea typeface="Libre Franklin"/>
                  <a:cs typeface="Libre Franklin"/>
                  <a:sym typeface="Libre Franklin"/>
                </a:rPr>
                <a:t>ALU</a:t>
              </a:r>
              <a:endParaRPr b="0" i="0" sz="1400" u="none" cap="none" strike="noStrike">
                <a:solidFill>
                  <a:srgbClr val="000000"/>
                </a:solidFill>
                <a:latin typeface="Arial"/>
                <a:ea typeface="Arial"/>
                <a:cs typeface="Arial"/>
                <a:sym typeface="Arial"/>
              </a:endParaRPr>
            </a:p>
          </p:txBody>
        </p:sp>
      </p:grpSp>
      <p:sp>
        <p:nvSpPr>
          <p:cNvPr id="1445" name="Google Shape;1445;g23d4a897f4b_0_1757"/>
          <p:cNvSpPr/>
          <p:nvPr/>
        </p:nvSpPr>
        <p:spPr>
          <a:xfrm>
            <a:off x="5874750" y="1359925"/>
            <a:ext cx="1197300" cy="49524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46" name="Google Shape;1446;g23d4a897f4b_0_1757"/>
          <p:cNvSpPr/>
          <p:nvPr/>
        </p:nvSpPr>
        <p:spPr>
          <a:xfrm>
            <a:off x="5964751" y="3126275"/>
            <a:ext cx="1102800" cy="1521000"/>
          </a:xfrm>
          <a:prstGeom prst="rect">
            <a:avLst/>
          </a:prstGeom>
          <a:solidFill>
            <a:schemeClr val="lt1"/>
          </a:solidFill>
          <a:ln cap="flat" cmpd="sng" w="349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4770 2000</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188B</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2201</a:t>
            </a:r>
            <a:endParaRPr b="1" i="0" sz="1800" u="none" cap="none" strike="noStrike">
              <a:solidFill>
                <a:srgbClr val="FF0000"/>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2100</a:t>
            </a:r>
            <a:endParaRPr b="0" i="0" sz="1400" u="none" cap="none" strike="noStrike">
              <a:solidFill>
                <a:srgbClr val="000000"/>
              </a:solidFill>
              <a:latin typeface="Arial"/>
              <a:ea typeface="Arial"/>
              <a:cs typeface="Arial"/>
              <a:sym typeface="Arial"/>
            </a:endParaRPr>
          </a:p>
        </p:txBody>
      </p:sp>
      <p:sp>
        <p:nvSpPr>
          <p:cNvPr id="1447" name="Google Shape;1447;g23d4a897f4b_0_1757"/>
          <p:cNvSpPr txBox="1"/>
          <p:nvPr/>
        </p:nvSpPr>
        <p:spPr>
          <a:xfrm>
            <a:off x="3637517" y="1217225"/>
            <a:ext cx="75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pc</a:t>
            </a:r>
            <a:endParaRPr b="0" i="0" sz="1400" u="none" cap="none" strike="noStrike">
              <a:solidFill>
                <a:srgbClr val="000000"/>
              </a:solidFill>
              <a:latin typeface="Arial"/>
              <a:ea typeface="Arial"/>
              <a:cs typeface="Arial"/>
              <a:sym typeface="Arial"/>
            </a:endParaRPr>
          </a:p>
        </p:txBody>
      </p:sp>
      <p:sp>
        <p:nvSpPr>
          <p:cNvPr id="1448" name="Google Shape;1448;g23d4a897f4b_0_1757"/>
          <p:cNvSpPr txBox="1"/>
          <p:nvPr/>
        </p:nvSpPr>
        <p:spPr>
          <a:xfrm>
            <a:off x="3143250" y="1567925"/>
            <a:ext cx="60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lr</a:t>
            </a:r>
            <a:endParaRPr b="0" i="0" sz="1800" u="none" cap="none" strike="noStrike">
              <a:solidFill>
                <a:schemeClr val="dk1"/>
              </a:solidFill>
              <a:latin typeface="Libre Franklin"/>
              <a:ea typeface="Libre Franklin"/>
              <a:cs typeface="Libre Franklin"/>
              <a:sym typeface="Libre Franklin"/>
            </a:endParaRPr>
          </a:p>
        </p:txBody>
      </p:sp>
      <p:sp>
        <p:nvSpPr>
          <p:cNvPr id="1449" name="Google Shape;1449;g23d4a897f4b_0_1757"/>
          <p:cNvSpPr txBox="1"/>
          <p:nvPr/>
        </p:nvSpPr>
        <p:spPr>
          <a:xfrm>
            <a:off x="3143250" y="1872725"/>
            <a:ext cx="514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sp</a:t>
            </a:r>
            <a:endParaRPr b="0" i="0" sz="1800" u="none" cap="none" strike="noStrike">
              <a:solidFill>
                <a:schemeClr val="dk1"/>
              </a:solidFill>
              <a:latin typeface="Libre Franklin"/>
              <a:ea typeface="Libre Franklin"/>
              <a:cs typeface="Libre Franklin"/>
              <a:sym typeface="Libre Franklin"/>
            </a:endParaRPr>
          </a:p>
        </p:txBody>
      </p:sp>
      <p:sp>
        <p:nvSpPr>
          <p:cNvPr id="1450" name="Google Shape;1450;g23d4a897f4b_0_1757"/>
          <p:cNvSpPr txBox="1"/>
          <p:nvPr/>
        </p:nvSpPr>
        <p:spPr>
          <a:xfrm>
            <a:off x="7240650" y="5891500"/>
            <a:ext cx="1725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0x00000000</a:t>
            </a:r>
            <a:endParaRPr b="0" i="0" sz="1400" u="none" cap="none" strike="noStrike">
              <a:solidFill>
                <a:srgbClr val="000000"/>
              </a:solidFill>
              <a:latin typeface="Arial"/>
              <a:ea typeface="Arial"/>
              <a:cs typeface="Arial"/>
              <a:sym typeface="Arial"/>
            </a:endParaRPr>
          </a:p>
        </p:txBody>
      </p:sp>
      <p:sp>
        <p:nvSpPr>
          <p:cNvPr id="1451" name="Google Shape;1451;g23d4a897f4b_0_1757"/>
          <p:cNvSpPr txBox="1"/>
          <p:nvPr/>
        </p:nvSpPr>
        <p:spPr>
          <a:xfrm>
            <a:off x="7181823" y="1384025"/>
            <a:ext cx="1764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0xFFFFFFFF</a:t>
            </a:r>
            <a:endParaRPr b="0" i="0" sz="1400" u="none" cap="none" strike="noStrike">
              <a:solidFill>
                <a:srgbClr val="000000"/>
              </a:solidFill>
              <a:latin typeface="Arial"/>
              <a:ea typeface="Arial"/>
              <a:cs typeface="Arial"/>
              <a:sym typeface="Arial"/>
            </a:endParaRPr>
          </a:p>
        </p:txBody>
      </p:sp>
      <p:sp>
        <p:nvSpPr>
          <p:cNvPr id="1452" name="Google Shape;1452;g23d4a897f4b_0_1757"/>
          <p:cNvSpPr txBox="1"/>
          <p:nvPr/>
        </p:nvSpPr>
        <p:spPr>
          <a:xfrm>
            <a:off x="2306791" y="6198500"/>
            <a:ext cx="1102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Registers</a:t>
            </a:r>
            <a:endParaRPr b="0" i="0" sz="1400" u="none" cap="none" strike="noStrike">
              <a:solidFill>
                <a:srgbClr val="000000"/>
              </a:solidFill>
              <a:latin typeface="Arial"/>
              <a:ea typeface="Arial"/>
              <a:cs typeface="Arial"/>
              <a:sym typeface="Arial"/>
            </a:endParaRPr>
          </a:p>
        </p:txBody>
      </p:sp>
      <p:sp>
        <p:nvSpPr>
          <p:cNvPr id="1453" name="Google Shape;1453;g23d4a897f4b_0_1757"/>
          <p:cNvSpPr txBox="1"/>
          <p:nvPr/>
        </p:nvSpPr>
        <p:spPr>
          <a:xfrm>
            <a:off x="6352649" y="6248400"/>
            <a:ext cx="831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Memory</a:t>
            </a:r>
            <a:endParaRPr b="0" i="0" sz="1400" u="none" cap="none" strike="noStrike">
              <a:solidFill>
                <a:srgbClr val="000000"/>
              </a:solidFill>
              <a:latin typeface="Arial"/>
              <a:ea typeface="Arial"/>
              <a:cs typeface="Arial"/>
              <a:sym typeface="Arial"/>
            </a:endParaRPr>
          </a:p>
        </p:txBody>
      </p:sp>
      <p:sp>
        <p:nvSpPr>
          <p:cNvPr id="1454" name="Google Shape;1454;g23d4a897f4b_0_1757"/>
          <p:cNvSpPr txBox="1"/>
          <p:nvPr/>
        </p:nvSpPr>
        <p:spPr>
          <a:xfrm>
            <a:off x="7290975" y="1110725"/>
            <a:ext cx="1413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Address</a:t>
            </a:r>
            <a:endParaRPr b="0" i="0" sz="1400" u="none" cap="none" strike="noStrike">
              <a:solidFill>
                <a:srgbClr val="000000"/>
              </a:solidFill>
              <a:latin typeface="Arial"/>
              <a:ea typeface="Arial"/>
              <a:cs typeface="Arial"/>
              <a:sym typeface="Arial"/>
            </a:endParaRPr>
          </a:p>
        </p:txBody>
      </p:sp>
      <p:sp>
        <p:nvSpPr>
          <p:cNvPr id="1455" name="Google Shape;1455;g23d4a897f4b_0_1757"/>
          <p:cNvSpPr txBox="1"/>
          <p:nvPr/>
        </p:nvSpPr>
        <p:spPr>
          <a:xfrm>
            <a:off x="6476215" y="1078625"/>
            <a:ext cx="6096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Data</a:t>
            </a:r>
            <a:endParaRPr b="0" i="0" sz="1400" u="none" cap="none" strike="noStrike">
              <a:solidFill>
                <a:srgbClr val="000000"/>
              </a:solidFill>
              <a:latin typeface="Arial"/>
              <a:ea typeface="Arial"/>
              <a:cs typeface="Arial"/>
              <a:sym typeface="Arial"/>
            </a:endParaRPr>
          </a:p>
        </p:txBody>
      </p:sp>
      <p:sp>
        <p:nvSpPr>
          <p:cNvPr id="1456" name="Google Shape;1456;g23d4a897f4b_0_1757"/>
          <p:cNvSpPr txBox="1"/>
          <p:nvPr/>
        </p:nvSpPr>
        <p:spPr>
          <a:xfrm>
            <a:off x="4267349" y="5784675"/>
            <a:ext cx="1004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CPU</a:t>
            </a:r>
            <a:endParaRPr b="0" i="0" sz="1400" u="none" cap="none" strike="noStrike">
              <a:solidFill>
                <a:srgbClr val="000000"/>
              </a:solidFill>
              <a:latin typeface="Arial"/>
              <a:ea typeface="Arial"/>
              <a:cs typeface="Arial"/>
              <a:sym typeface="Arial"/>
            </a:endParaRPr>
          </a:p>
        </p:txBody>
      </p:sp>
      <p:cxnSp>
        <p:nvCxnSpPr>
          <p:cNvPr id="1457" name="Google Shape;1457;g23d4a897f4b_0_1757"/>
          <p:cNvCxnSpPr/>
          <p:nvPr/>
        </p:nvCxnSpPr>
        <p:spPr>
          <a:xfrm>
            <a:off x="3429000" y="1409700"/>
            <a:ext cx="3029100" cy="2781300"/>
          </a:xfrm>
          <a:prstGeom prst="bentConnector3">
            <a:avLst>
              <a:gd fmla="val 81761" name="adj1"/>
            </a:avLst>
          </a:prstGeom>
          <a:noFill/>
          <a:ln cap="flat" cmpd="sng" w="34925">
            <a:solidFill>
              <a:srgbClr val="FF0000"/>
            </a:solidFill>
            <a:prstDash val="solid"/>
            <a:round/>
            <a:headEnd len="sm" w="sm" type="none"/>
            <a:tailEnd len="lg" w="lg" type="triangle"/>
          </a:ln>
        </p:spPr>
      </p:cxnSp>
      <p:sp>
        <p:nvSpPr>
          <p:cNvPr id="1458" name="Google Shape;1458;g23d4a897f4b_0_1757"/>
          <p:cNvSpPr/>
          <p:nvPr/>
        </p:nvSpPr>
        <p:spPr>
          <a:xfrm>
            <a:off x="7200900" y="3122125"/>
            <a:ext cx="1764900" cy="152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0x080001AC</a:t>
            </a:r>
            <a:endParaRPr b="0" i="0" sz="1400" u="none" cap="none" strike="noStrike">
              <a:solidFill>
                <a:srgbClr val="000000"/>
              </a:solidFill>
              <a:latin typeface="Arial"/>
              <a:ea typeface="Arial"/>
              <a:cs typeface="Arial"/>
              <a:sym typeface="Arial"/>
            </a:endParaRPr>
          </a:p>
        </p:txBody>
      </p:sp>
      <p:cxnSp>
        <p:nvCxnSpPr>
          <p:cNvPr id="1459" name="Google Shape;1459;g23d4a897f4b_0_1757"/>
          <p:cNvCxnSpPr/>
          <p:nvPr/>
        </p:nvCxnSpPr>
        <p:spPr>
          <a:xfrm>
            <a:off x="6457950" y="3438525"/>
            <a:ext cx="514500" cy="1500"/>
          </a:xfrm>
          <a:prstGeom prst="straightConnector1">
            <a:avLst/>
          </a:prstGeom>
          <a:noFill/>
          <a:ln cap="flat" cmpd="sng" w="19050">
            <a:solidFill>
              <a:srgbClr val="12140A"/>
            </a:solidFill>
            <a:prstDash val="solid"/>
            <a:round/>
            <a:headEnd len="sm" w="sm" type="none"/>
            <a:tailEnd len="sm" w="sm" type="none"/>
          </a:ln>
        </p:spPr>
      </p:cxnSp>
      <p:cxnSp>
        <p:nvCxnSpPr>
          <p:cNvPr id="1460" name="Google Shape;1460;g23d4a897f4b_0_1757"/>
          <p:cNvCxnSpPr/>
          <p:nvPr/>
        </p:nvCxnSpPr>
        <p:spPr>
          <a:xfrm>
            <a:off x="6457950" y="3733800"/>
            <a:ext cx="514500" cy="1500"/>
          </a:xfrm>
          <a:prstGeom prst="straightConnector1">
            <a:avLst/>
          </a:prstGeom>
          <a:noFill/>
          <a:ln cap="flat" cmpd="sng" w="19050">
            <a:solidFill>
              <a:srgbClr val="12140A"/>
            </a:solidFill>
            <a:prstDash val="solid"/>
            <a:round/>
            <a:headEnd len="sm" w="sm" type="none"/>
            <a:tailEnd len="sm" w="sm" type="none"/>
          </a:ln>
        </p:spPr>
      </p:cxnSp>
      <p:cxnSp>
        <p:nvCxnSpPr>
          <p:cNvPr id="1461" name="Google Shape;1461;g23d4a897f4b_0_1757"/>
          <p:cNvCxnSpPr/>
          <p:nvPr/>
        </p:nvCxnSpPr>
        <p:spPr>
          <a:xfrm>
            <a:off x="6457950" y="4010025"/>
            <a:ext cx="514500" cy="1500"/>
          </a:xfrm>
          <a:prstGeom prst="straightConnector1">
            <a:avLst/>
          </a:prstGeom>
          <a:noFill/>
          <a:ln cap="flat" cmpd="sng" w="19050">
            <a:solidFill>
              <a:srgbClr val="12140A"/>
            </a:solidFill>
            <a:prstDash val="solid"/>
            <a:round/>
            <a:headEnd len="sm" w="sm" type="none"/>
            <a:tailEnd len="sm" w="sm" type="none"/>
          </a:ln>
        </p:spPr>
      </p:cxnSp>
      <p:cxnSp>
        <p:nvCxnSpPr>
          <p:cNvPr id="1462" name="Google Shape;1462;g23d4a897f4b_0_1757"/>
          <p:cNvCxnSpPr/>
          <p:nvPr/>
        </p:nvCxnSpPr>
        <p:spPr>
          <a:xfrm>
            <a:off x="6457950" y="4283075"/>
            <a:ext cx="514500" cy="1500"/>
          </a:xfrm>
          <a:prstGeom prst="straightConnector1">
            <a:avLst/>
          </a:prstGeom>
          <a:noFill/>
          <a:ln cap="flat" cmpd="sng" w="19050">
            <a:solidFill>
              <a:srgbClr val="12140A"/>
            </a:solidFill>
            <a:prstDash val="solid"/>
            <a:round/>
            <a:headEnd len="sm" w="sm" type="none"/>
            <a:tailEnd len="sm" w="sm" type="none"/>
          </a:ln>
        </p:spPr>
      </p:cxn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g23d4a897f4b_0_1826"/>
          <p:cNvSpPr/>
          <p:nvPr/>
        </p:nvSpPr>
        <p:spPr>
          <a:xfrm>
            <a:off x="977475" y="1327725"/>
            <a:ext cx="4394700" cy="5392500"/>
          </a:xfrm>
          <a:prstGeom prst="rect">
            <a:avLst/>
          </a:prstGeom>
          <a:solidFill>
            <a:srgbClr val="F2F2F2"/>
          </a:solid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1468" name="Google Shape;1468;g23d4a897f4b_0_1826"/>
          <p:cNvSpPr txBox="1"/>
          <p:nvPr>
            <p:ph type="title"/>
          </p:nvPr>
        </p:nvSpPr>
        <p:spPr>
          <a:xfrm>
            <a:off x="875885" y="23611"/>
            <a:ext cx="7658100" cy="914400"/>
          </a:xfrm>
          <a:prstGeom prst="rect">
            <a:avLst/>
          </a:prstGeom>
          <a:noFill/>
          <a:ln>
            <a:noFill/>
          </a:ln>
        </p:spPr>
        <p:txBody>
          <a:bodyPr anchorCtr="0" anchor="t" bIns="45700" lIns="91425" spcFirstLastPara="1" rIns="91425" wrap="square" tIns="45700">
            <a:noAutofit/>
          </a:bodyPr>
          <a:lstStyle/>
          <a:p>
            <a:pPr indent="0" lvl="0" marL="0" rtl="0" algn="l">
              <a:lnSpc>
                <a:spcPct val="89000"/>
              </a:lnSpc>
              <a:spcBef>
                <a:spcPts val="0"/>
              </a:spcBef>
              <a:spcAft>
                <a:spcPts val="0"/>
              </a:spcAft>
              <a:buClr>
                <a:schemeClr val="dk2"/>
              </a:buClr>
              <a:buSzPts val="3600"/>
              <a:buFont typeface="Libre Franklin"/>
              <a:buNone/>
            </a:pPr>
            <a:r>
              <a:rPr lang="en-US" sz="3200"/>
              <a:t>Fetch Next Instruction: pc = pc + 2</a:t>
            </a:r>
            <a:br>
              <a:rPr lang="en-US" sz="3200"/>
            </a:br>
            <a:r>
              <a:rPr lang="en-US" sz="3200"/>
              <a:t>Decode &amp; Execute: 188B = </a:t>
            </a:r>
            <a:r>
              <a:rPr lang="en-US" sz="3200">
                <a:solidFill>
                  <a:srgbClr val="FF0000"/>
                </a:solidFill>
              </a:rPr>
              <a:t>ADDS r3, r1, r2</a:t>
            </a:r>
            <a:endParaRPr sz="4000"/>
          </a:p>
        </p:txBody>
      </p:sp>
      <p:sp>
        <p:nvSpPr>
          <p:cNvPr id="1469" name="Google Shape;1469;g23d4a897f4b_0_1826"/>
          <p:cNvSpPr txBox="1"/>
          <p:nvPr>
            <p:ph idx="12" type="sldNum"/>
          </p:nvPr>
        </p:nvSpPr>
        <p:spPr>
          <a:xfrm>
            <a:off x="7104552" y="6591154"/>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470" name="Google Shape;1470;g23d4a897f4b_0_1826"/>
          <p:cNvSpPr/>
          <p:nvPr/>
        </p:nvSpPr>
        <p:spPr>
          <a:xfrm>
            <a:off x="2286000" y="1433175"/>
            <a:ext cx="1489200" cy="3312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0x080001B0</a:t>
            </a:r>
            <a:endParaRPr b="0" i="0" sz="1400" u="none" cap="none" strike="noStrike">
              <a:solidFill>
                <a:srgbClr val="000000"/>
              </a:solidFill>
              <a:latin typeface="Arial"/>
              <a:ea typeface="Arial"/>
              <a:cs typeface="Arial"/>
              <a:sym typeface="Arial"/>
            </a:endParaRPr>
          </a:p>
        </p:txBody>
      </p:sp>
      <p:sp>
        <p:nvSpPr>
          <p:cNvPr id="1471" name="Google Shape;1471;g23d4a897f4b_0_1826"/>
          <p:cNvSpPr/>
          <p:nvPr/>
        </p:nvSpPr>
        <p:spPr>
          <a:xfrm>
            <a:off x="2286000" y="173796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72" name="Google Shape;1472;g23d4a897f4b_0_1826"/>
          <p:cNvSpPr/>
          <p:nvPr/>
        </p:nvSpPr>
        <p:spPr>
          <a:xfrm>
            <a:off x="2286000" y="204276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73" name="Google Shape;1473;g23d4a897f4b_0_1826"/>
          <p:cNvSpPr/>
          <p:nvPr/>
        </p:nvSpPr>
        <p:spPr>
          <a:xfrm>
            <a:off x="2286000" y="234756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74" name="Google Shape;1474;g23d4a897f4b_0_1826"/>
          <p:cNvSpPr/>
          <p:nvPr/>
        </p:nvSpPr>
        <p:spPr>
          <a:xfrm>
            <a:off x="2286000" y="265236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75" name="Google Shape;1475;g23d4a897f4b_0_1826"/>
          <p:cNvSpPr/>
          <p:nvPr/>
        </p:nvSpPr>
        <p:spPr>
          <a:xfrm>
            <a:off x="2286000" y="295716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76" name="Google Shape;1476;g23d4a897f4b_0_1826"/>
          <p:cNvSpPr/>
          <p:nvPr/>
        </p:nvSpPr>
        <p:spPr>
          <a:xfrm>
            <a:off x="2286000" y="326196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77" name="Google Shape;1477;g23d4a897f4b_0_1826"/>
          <p:cNvSpPr/>
          <p:nvPr/>
        </p:nvSpPr>
        <p:spPr>
          <a:xfrm>
            <a:off x="2286000" y="356676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78" name="Google Shape;1478;g23d4a897f4b_0_1826"/>
          <p:cNvSpPr/>
          <p:nvPr/>
        </p:nvSpPr>
        <p:spPr>
          <a:xfrm>
            <a:off x="2286000" y="387156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79" name="Google Shape;1479;g23d4a897f4b_0_1826"/>
          <p:cNvSpPr/>
          <p:nvPr/>
        </p:nvSpPr>
        <p:spPr>
          <a:xfrm>
            <a:off x="2286000" y="417636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80" name="Google Shape;1480;g23d4a897f4b_0_1826"/>
          <p:cNvSpPr/>
          <p:nvPr/>
        </p:nvSpPr>
        <p:spPr>
          <a:xfrm>
            <a:off x="2286000" y="44804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81" name="Google Shape;1481;g23d4a897f4b_0_1826"/>
          <p:cNvSpPr/>
          <p:nvPr/>
        </p:nvSpPr>
        <p:spPr>
          <a:xfrm>
            <a:off x="2286000" y="47852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482" name="Google Shape;1482;g23d4a897f4b_0_1826"/>
          <p:cNvSpPr/>
          <p:nvPr/>
        </p:nvSpPr>
        <p:spPr>
          <a:xfrm>
            <a:off x="2168550" y="5120125"/>
            <a:ext cx="1489200" cy="2724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0x00000001</a:t>
            </a:r>
            <a:endParaRPr b="0" i="0" sz="1400" u="none" cap="none" strike="noStrike">
              <a:solidFill>
                <a:schemeClr val="dk1"/>
              </a:solidFill>
              <a:latin typeface="Libre Franklin"/>
              <a:ea typeface="Libre Franklin"/>
              <a:cs typeface="Libre Franklin"/>
              <a:sym typeface="Libre Franklin"/>
            </a:endParaRPr>
          </a:p>
        </p:txBody>
      </p:sp>
      <p:sp>
        <p:nvSpPr>
          <p:cNvPr id="1483" name="Google Shape;1483;g23d4a897f4b_0_1826"/>
          <p:cNvSpPr/>
          <p:nvPr/>
        </p:nvSpPr>
        <p:spPr>
          <a:xfrm>
            <a:off x="2168550" y="5389000"/>
            <a:ext cx="1549200" cy="3123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0x00000001</a:t>
            </a:r>
            <a:endParaRPr b="0" i="0" sz="1400" u="none" cap="none" strike="noStrike">
              <a:solidFill>
                <a:schemeClr val="dk1"/>
              </a:solidFill>
              <a:latin typeface="Libre Franklin"/>
              <a:ea typeface="Libre Franklin"/>
              <a:cs typeface="Libre Franklin"/>
              <a:sym typeface="Libre Franklin"/>
            </a:endParaRPr>
          </a:p>
        </p:txBody>
      </p:sp>
      <p:sp>
        <p:nvSpPr>
          <p:cNvPr id="1484" name="Google Shape;1484;g23d4a897f4b_0_1826"/>
          <p:cNvSpPr/>
          <p:nvPr/>
        </p:nvSpPr>
        <p:spPr>
          <a:xfrm>
            <a:off x="2168550" y="5716292"/>
            <a:ext cx="1489200" cy="2739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0x00000000</a:t>
            </a:r>
            <a:endParaRPr b="0" i="0" sz="1400" u="none" cap="none" strike="noStrike">
              <a:solidFill>
                <a:schemeClr val="dk1"/>
              </a:solidFill>
              <a:latin typeface="Libre Franklin"/>
              <a:ea typeface="Libre Franklin"/>
              <a:cs typeface="Libre Franklin"/>
              <a:sym typeface="Libre Franklin"/>
            </a:endParaRPr>
          </a:p>
        </p:txBody>
      </p:sp>
      <p:sp>
        <p:nvSpPr>
          <p:cNvPr id="1485" name="Google Shape;1485;g23d4a897f4b_0_1826"/>
          <p:cNvSpPr/>
          <p:nvPr/>
        </p:nvSpPr>
        <p:spPr>
          <a:xfrm>
            <a:off x="2286000" y="6005168"/>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ibre Franklin"/>
              <a:ea typeface="Libre Franklin"/>
              <a:cs typeface="Libre Franklin"/>
              <a:sym typeface="Libre Franklin"/>
            </a:endParaRPr>
          </a:p>
        </p:txBody>
      </p:sp>
      <p:grpSp>
        <p:nvGrpSpPr>
          <p:cNvPr id="1486" name="Google Shape;1486;g23d4a897f4b_0_1826"/>
          <p:cNvGrpSpPr/>
          <p:nvPr/>
        </p:nvGrpSpPr>
        <p:grpSpPr>
          <a:xfrm>
            <a:off x="1462323" y="1433849"/>
            <a:ext cx="706221" cy="4876946"/>
            <a:chOff x="1066800" y="1295400"/>
            <a:chExt cx="471600" cy="4876946"/>
          </a:xfrm>
        </p:grpSpPr>
        <p:sp>
          <p:nvSpPr>
            <p:cNvPr id="1487" name="Google Shape;1487;g23d4a897f4b_0_1826"/>
            <p:cNvSpPr txBox="1"/>
            <p:nvPr/>
          </p:nvSpPr>
          <p:spPr>
            <a:xfrm>
              <a:off x="1066800" y="1295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r15</a:t>
              </a:r>
              <a:endParaRPr b="0" i="0" sz="1400" u="none" cap="none" strike="noStrike">
                <a:solidFill>
                  <a:srgbClr val="000000"/>
                </a:solidFill>
                <a:latin typeface="Arial"/>
                <a:ea typeface="Arial"/>
                <a:cs typeface="Arial"/>
                <a:sym typeface="Arial"/>
              </a:endParaRPr>
            </a:p>
          </p:txBody>
        </p:sp>
        <p:sp>
          <p:nvSpPr>
            <p:cNvPr id="1488" name="Google Shape;1488;g23d4a897f4b_0_1826"/>
            <p:cNvSpPr txBox="1"/>
            <p:nvPr/>
          </p:nvSpPr>
          <p:spPr>
            <a:xfrm>
              <a:off x="1066800" y="16002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r14</a:t>
              </a:r>
              <a:endParaRPr b="0" i="0" sz="1400" u="none" cap="none" strike="noStrike">
                <a:solidFill>
                  <a:srgbClr val="000000"/>
                </a:solidFill>
                <a:latin typeface="Arial"/>
                <a:ea typeface="Arial"/>
                <a:cs typeface="Arial"/>
                <a:sym typeface="Arial"/>
              </a:endParaRPr>
            </a:p>
          </p:txBody>
        </p:sp>
        <p:sp>
          <p:nvSpPr>
            <p:cNvPr id="1489" name="Google Shape;1489;g23d4a897f4b_0_1826"/>
            <p:cNvSpPr txBox="1"/>
            <p:nvPr/>
          </p:nvSpPr>
          <p:spPr>
            <a:xfrm>
              <a:off x="1066800" y="19050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r13</a:t>
              </a:r>
              <a:endParaRPr b="0" i="0" sz="1400" u="none" cap="none" strike="noStrike">
                <a:solidFill>
                  <a:srgbClr val="000000"/>
                </a:solidFill>
                <a:latin typeface="Arial"/>
                <a:ea typeface="Arial"/>
                <a:cs typeface="Arial"/>
                <a:sym typeface="Arial"/>
              </a:endParaRPr>
            </a:p>
          </p:txBody>
        </p:sp>
        <p:sp>
          <p:nvSpPr>
            <p:cNvPr id="1490" name="Google Shape;1490;g23d4a897f4b_0_1826"/>
            <p:cNvSpPr txBox="1"/>
            <p:nvPr/>
          </p:nvSpPr>
          <p:spPr>
            <a:xfrm>
              <a:off x="1066800" y="22098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r12</a:t>
              </a:r>
              <a:endParaRPr b="0" i="0" sz="1400" u="none" cap="none" strike="noStrike">
                <a:solidFill>
                  <a:srgbClr val="000000"/>
                </a:solidFill>
                <a:latin typeface="Arial"/>
                <a:ea typeface="Arial"/>
                <a:cs typeface="Arial"/>
                <a:sym typeface="Arial"/>
              </a:endParaRPr>
            </a:p>
          </p:txBody>
        </p:sp>
        <p:sp>
          <p:nvSpPr>
            <p:cNvPr id="1491" name="Google Shape;1491;g23d4a897f4b_0_1826"/>
            <p:cNvSpPr txBox="1"/>
            <p:nvPr/>
          </p:nvSpPr>
          <p:spPr>
            <a:xfrm>
              <a:off x="1066800" y="25146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r11</a:t>
              </a:r>
              <a:endParaRPr b="0" i="0" sz="1400" u="none" cap="none" strike="noStrike">
                <a:solidFill>
                  <a:srgbClr val="000000"/>
                </a:solidFill>
                <a:latin typeface="Arial"/>
                <a:ea typeface="Arial"/>
                <a:cs typeface="Arial"/>
                <a:sym typeface="Arial"/>
              </a:endParaRPr>
            </a:p>
          </p:txBody>
        </p:sp>
        <p:sp>
          <p:nvSpPr>
            <p:cNvPr id="1492" name="Google Shape;1492;g23d4a897f4b_0_1826"/>
            <p:cNvSpPr txBox="1"/>
            <p:nvPr/>
          </p:nvSpPr>
          <p:spPr>
            <a:xfrm>
              <a:off x="1066800" y="2819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r10</a:t>
              </a:r>
              <a:endParaRPr b="0" i="0" sz="1400" u="none" cap="none" strike="noStrike">
                <a:solidFill>
                  <a:srgbClr val="000000"/>
                </a:solidFill>
                <a:latin typeface="Arial"/>
                <a:ea typeface="Arial"/>
                <a:cs typeface="Arial"/>
                <a:sym typeface="Arial"/>
              </a:endParaRPr>
            </a:p>
          </p:txBody>
        </p:sp>
        <p:sp>
          <p:nvSpPr>
            <p:cNvPr id="1493" name="Google Shape;1493;g23d4a897f4b_0_1826"/>
            <p:cNvSpPr txBox="1"/>
            <p:nvPr/>
          </p:nvSpPr>
          <p:spPr>
            <a:xfrm>
              <a:off x="1143000" y="3124200"/>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r9</a:t>
              </a:r>
              <a:endParaRPr b="0" i="0" sz="1400" u="none" cap="none" strike="noStrike">
                <a:solidFill>
                  <a:srgbClr val="000000"/>
                </a:solidFill>
                <a:latin typeface="Arial"/>
                <a:ea typeface="Arial"/>
                <a:cs typeface="Arial"/>
                <a:sym typeface="Arial"/>
              </a:endParaRPr>
            </a:p>
          </p:txBody>
        </p:sp>
        <p:sp>
          <p:nvSpPr>
            <p:cNvPr id="1494" name="Google Shape;1494;g23d4a897f4b_0_1826"/>
            <p:cNvSpPr txBox="1"/>
            <p:nvPr/>
          </p:nvSpPr>
          <p:spPr>
            <a:xfrm>
              <a:off x="1143000" y="3429000"/>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r8</a:t>
              </a:r>
              <a:endParaRPr b="0" i="0" sz="1400" u="none" cap="none" strike="noStrike">
                <a:solidFill>
                  <a:srgbClr val="000000"/>
                </a:solidFill>
                <a:latin typeface="Arial"/>
                <a:ea typeface="Arial"/>
                <a:cs typeface="Arial"/>
                <a:sym typeface="Arial"/>
              </a:endParaRPr>
            </a:p>
          </p:txBody>
        </p:sp>
        <p:sp>
          <p:nvSpPr>
            <p:cNvPr id="1495" name="Google Shape;1495;g23d4a897f4b_0_1826"/>
            <p:cNvSpPr txBox="1"/>
            <p:nvPr/>
          </p:nvSpPr>
          <p:spPr>
            <a:xfrm>
              <a:off x="1154988" y="3700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r7</a:t>
              </a:r>
              <a:endParaRPr b="0" i="0" sz="1400" u="none" cap="none" strike="noStrike">
                <a:solidFill>
                  <a:srgbClr val="000000"/>
                </a:solidFill>
                <a:latin typeface="Arial"/>
                <a:ea typeface="Arial"/>
                <a:cs typeface="Arial"/>
                <a:sym typeface="Arial"/>
              </a:endParaRPr>
            </a:p>
          </p:txBody>
        </p:sp>
        <p:sp>
          <p:nvSpPr>
            <p:cNvPr id="1496" name="Google Shape;1496;g23d4a897f4b_0_1826"/>
            <p:cNvSpPr txBox="1"/>
            <p:nvPr/>
          </p:nvSpPr>
          <p:spPr>
            <a:xfrm>
              <a:off x="1154988" y="4004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r6</a:t>
              </a:r>
              <a:endParaRPr b="0" i="0" sz="1400" u="none" cap="none" strike="noStrike">
                <a:solidFill>
                  <a:srgbClr val="000000"/>
                </a:solidFill>
                <a:latin typeface="Arial"/>
                <a:ea typeface="Arial"/>
                <a:cs typeface="Arial"/>
                <a:sym typeface="Arial"/>
              </a:endParaRPr>
            </a:p>
          </p:txBody>
        </p:sp>
        <p:sp>
          <p:nvSpPr>
            <p:cNvPr id="1497" name="Google Shape;1497;g23d4a897f4b_0_1826"/>
            <p:cNvSpPr txBox="1"/>
            <p:nvPr/>
          </p:nvSpPr>
          <p:spPr>
            <a:xfrm>
              <a:off x="1154988" y="43096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r5</a:t>
              </a:r>
              <a:endParaRPr b="0" i="0" sz="1400" u="none" cap="none" strike="noStrike">
                <a:solidFill>
                  <a:srgbClr val="000000"/>
                </a:solidFill>
                <a:latin typeface="Arial"/>
                <a:ea typeface="Arial"/>
                <a:cs typeface="Arial"/>
                <a:sym typeface="Arial"/>
              </a:endParaRPr>
            </a:p>
          </p:txBody>
        </p:sp>
        <p:sp>
          <p:nvSpPr>
            <p:cNvPr id="1498" name="Google Shape;1498;g23d4a897f4b_0_1826"/>
            <p:cNvSpPr txBox="1"/>
            <p:nvPr/>
          </p:nvSpPr>
          <p:spPr>
            <a:xfrm>
              <a:off x="1154988" y="46144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r4</a:t>
              </a:r>
              <a:endParaRPr b="0" i="0" sz="1400" u="none" cap="none" strike="noStrike">
                <a:solidFill>
                  <a:srgbClr val="000000"/>
                </a:solidFill>
                <a:latin typeface="Arial"/>
                <a:ea typeface="Arial"/>
                <a:cs typeface="Arial"/>
                <a:sym typeface="Arial"/>
              </a:endParaRPr>
            </a:p>
          </p:txBody>
        </p:sp>
        <p:sp>
          <p:nvSpPr>
            <p:cNvPr id="1499" name="Google Shape;1499;g23d4a897f4b_0_1826"/>
            <p:cNvSpPr txBox="1"/>
            <p:nvPr/>
          </p:nvSpPr>
          <p:spPr>
            <a:xfrm>
              <a:off x="1154988" y="49192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r3</a:t>
              </a:r>
              <a:endParaRPr b="0" i="0" sz="1400" u="none" cap="none" strike="noStrike">
                <a:solidFill>
                  <a:srgbClr val="000000"/>
                </a:solidFill>
                <a:latin typeface="Arial"/>
                <a:ea typeface="Arial"/>
                <a:cs typeface="Arial"/>
                <a:sym typeface="Arial"/>
              </a:endParaRPr>
            </a:p>
          </p:txBody>
        </p:sp>
        <p:sp>
          <p:nvSpPr>
            <p:cNvPr id="1500" name="Google Shape;1500;g23d4a897f4b_0_1826"/>
            <p:cNvSpPr txBox="1"/>
            <p:nvPr/>
          </p:nvSpPr>
          <p:spPr>
            <a:xfrm>
              <a:off x="1154988" y="5224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r2</a:t>
              </a:r>
              <a:endParaRPr b="0" i="0" sz="1400" u="none" cap="none" strike="noStrike">
                <a:solidFill>
                  <a:srgbClr val="000000"/>
                </a:solidFill>
                <a:latin typeface="Arial"/>
                <a:ea typeface="Arial"/>
                <a:cs typeface="Arial"/>
                <a:sym typeface="Arial"/>
              </a:endParaRPr>
            </a:p>
          </p:txBody>
        </p:sp>
        <p:sp>
          <p:nvSpPr>
            <p:cNvPr id="1501" name="Google Shape;1501;g23d4a897f4b_0_1826"/>
            <p:cNvSpPr txBox="1"/>
            <p:nvPr/>
          </p:nvSpPr>
          <p:spPr>
            <a:xfrm>
              <a:off x="1154988" y="5528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a:t>
              </a:r>
              <a:endParaRPr b="0" i="0" sz="1400" u="none" cap="none" strike="noStrike">
                <a:solidFill>
                  <a:srgbClr val="000000"/>
                </a:solidFill>
                <a:latin typeface="Arial"/>
                <a:ea typeface="Arial"/>
                <a:cs typeface="Arial"/>
                <a:sym typeface="Arial"/>
              </a:endParaRPr>
            </a:p>
          </p:txBody>
        </p:sp>
        <p:sp>
          <p:nvSpPr>
            <p:cNvPr id="1502" name="Google Shape;1502;g23d4a897f4b_0_1826"/>
            <p:cNvSpPr txBox="1"/>
            <p:nvPr/>
          </p:nvSpPr>
          <p:spPr>
            <a:xfrm>
              <a:off x="1154988" y="5833646"/>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r0</a:t>
              </a:r>
              <a:endParaRPr b="0" i="0" sz="1400" u="none" cap="none" strike="noStrike">
                <a:solidFill>
                  <a:srgbClr val="000000"/>
                </a:solidFill>
                <a:latin typeface="Arial"/>
                <a:ea typeface="Arial"/>
                <a:cs typeface="Arial"/>
                <a:sym typeface="Arial"/>
              </a:endParaRPr>
            </a:p>
          </p:txBody>
        </p:sp>
      </p:grpSp>
      <p:grpSp>
        <p:nvGrpSpPr>
          <p:cNvPr id="1503" name="Google Shape;1503;g23d4a897f4b_0_1826"/>
          <p:cNvGrpSpPr/>
          <p:nvPr/>
        </p:nvGrpSpPr>
        <p:grpSpPr>
          <a:xfrm>
            <a:off x="4072976" y="3236943"/>
            <a:ext cx="1197270" cy="1021738"/>
            <a:chOff x="4267200" y="2379077"/>
            <a:chExt cx="1066800" cy="897600"/>
          </a:xfrm>
        </p:grpSpPr>
        <p:cxnSp>
          <p:nvCxnSpPr>
            <p:cNvPr id="1504" name="Google Shape;1504;g23d4a897f4b_0_1826"/>
            <p:cNvCxnSpPr/>
            <p:nvPr/>
          </p:nvCxnSpPr>
          <p:spPr>
            <a:xfrm>
              <a:off x="4495800" y="23790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505" name="Google Shape;1505;g23d4a897f4b_0_1826"/>
            <p:cNvCxnSpPr/>
            <p:nvPr/>
          </p:nvCxnSpPr>
          <p:spPr>
            <a:xfrm>
              <a:off x="4495800" y="2971800"/>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506" name="Google Shape;1506;g23d4a897f4b_0_1826"/>
            <p:cNvCxnSpPr/>
            <p:nvPr/>
          </p:nvCxnSpPr>
          <p:spPr>
            <a:xfrm>
              <a:off x="5105400" y="26838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507" name="Google Shape;1507;g23d4a897f4b_0_1826"/>
            <p:cNvCxnSpPr/>
            <p:nvPr/>
          </p:nvCxnSpPr>
          <p:spPr>
            <a:xfrm>
              <a:off x="4495800" y="2379077"/>
              <a:ext cx="609600" cy="304800"/>
            </a:xfrm>
            <a:prstGeom prst="straightConnector1">
              <a:avLst/>
            </a:prstGeom>
            <a:noFill/>
            <a:ln cap="flat" cmpd="sng" w="19050">
              <a:solidFill>
                <a:schemeClr val="accent1"/>
              </a:solidFill>
              <a:prstDash val="solid"/>
              <a:round/>
              <a:headEnd len="sm" w="sm" type="none"/>
              <a:tailEnd len="sm" w="sm" type="none"/>
            </a:ln>
          </p:spPr>
        </p:cxnSp>
        <p:cxnSp>
          <p:nvCxnSpPr>
            <p:cNvPr id="1508" name="Google Shape;1508;g23d4a897f4b_0_1826"/>
            <p:cNvCxnSpPr/>
            <p:nvPr/>
          </p:nvCxnSpPr>
          <p:spPr>
            <a:xfrm flipH="1">
              <a:off x="4495800" y="2988677"/>
              <a:ext cx="609600" cy="288000"/>
            </a:xfrm>
            <a:prstGeom prst="straightConnector1">
              <a:avLst/>
            </a:prstGeom>
            <a:noFill/>
            <a:ln cap="flat" cmpd="sng" w="19050">
              <a:solidFill>
                <a:schemeClr val="accent1"/>
              </a:solidFill>
              <a:prstDash val="solid"/>
              <a:round/>
              <a:headEnd len="sm" w="sm" type="none"/>
              <a:tailEnd len="sm" w="sm" type="none"/>
            </a:ln>
          </p:spPr>
        </p:cxnSp>
        <p:cxnSp>
          <p:nvCxnSpPr>
            <p:cNvPr id="1509" name="Google Shape;1509;g23d4a897f4b_0_1826"/>
            <p:cNvCxnSpPr/>
            <p:nvPr/>
          </p:nvCxnSpPr>
          <p:spPr>
            <a:xfrm>
              <a:off x="4495800" y="2667000"/>
              <a:ext cx="152400" cy="169200"/>
            </a:xfrm>
            <a:prstGeom prst="straightConnector1">
              <a:avLst/>
            </a:prstGeom>
            <a:noFill/>
            <a:ln cap="flat" cmpd="sng" w="19050">
              <a:solidFill>
                <a:schemeClr val="accent1"/>
              </a:solidFill>
              <a:prstDash val="solid"/>
              <a:round/>
              <a:headEnd len="sm" w="sm" type="none"/>
              <a:tailEnd len="sm" w="sm" type="none"/>
            </a:ln>
          </p:spPr>
        </p:cxnSp>
        <p:cxnSp>
          <p:nvCxnSpPr>
            <p:cNvPr id="1510" name="Google Shape;1510;g23d4a897f4b_0_1826"/>
            <p:cNvCxnSpPr/>
            <p:nvPr/>
          </p:nvCxnSpPr>
          <p:spPr>
            <a:xfrm flipH="1" rot="10800000">
              <a:off x="4495800" y="2836277"/>
              <a:ext cx="152400" cy="152400"/>
            </a:xfrm>
            <a:prstGeom prst="straightConnector1">
              <a:avLst/>
            </a:prstGeom>
            <a:noFill/>
            <a:ln cap="flat" cmpd="sng" w="19050">
              <a:solidFill>
                <a:schemeClr val="accent1"/>
              </a:solidFill>
              <a:prstDash val="solid"/>
              <a:round/>
              <a:headEnd len="sm" w="sm" type="none"/>
              <a:tailEnd len="sm" w="sm" type="none"/>
            </a:ln>
          </p:spPr>
        </p:cxnSp>
        <p:cxnSp>
          <p:nvCxnSpPr>
            <p:cNvPr id="1511" name="Google Shape;1511;g23d4a897f4b_0_1826"/>
            <p:cNvCxnSpPr/>
            <p:nvPr/>
          </p:nvCxnSpPr>
          <p:spPr>
            <a:xfrm rot="10800000">
              <a:off x="4267200" y="2531477"/>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512" name="Google Shape;1512;g23d4a897f4b_0_1826"/>
            <p:cNvCxnSpPr/>
            <p:nvPr/>
          </p:nvCxnSpPr>
          <p:spPr>
            <a:xfrm rot="10800000">
              <a:off x="4267200" y="3124200"/>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513" name="Google Shape;1513;g23d4a897f4b_0_1826"/>
            <p:cNvCxnSpPr/>
            <p:nvPr/>
          </p:nvCxnSpPr>
          <p:spPr>
            <a:xfrm rot="10800000">
              <a:off x="5105400" y="2843625"/>
              <a:ext cx="228600" cy="0"/>
            </a:xfrm>
            <a:prstGeom prst="straightConnector1">
              <a:avLst/>
            </a:prstGeom>
            <a:noFill/>
            <a:ln cap="flat" cmpd="sng" w="19050">
              <a:solidFill>
                <a:schemeClr val="accent1"/>
              </a:solidFill>
              <a:prstDash val="solid"/>
              <a:round/>
              <a:headEnd len="sm" w="sm" type="none"/>
              <a:tailEnd len="sm" w="sm" type="none"/>
            </a:ln>
          </p:spPr>
        </p:cxnSp>
        <p:sp>
          <p:nvSpPr>
            <p:cNvPr id="1514" name="Google Shape;1514;g23d4a897f4b_0_1826"/>
            <p:cNvSpPr txBox="1"/>
            <p:nvPr/>
          </p:nvSpPr>
          <p:spPr>
            <a:xfrm>
              <a:off x="4591297" y="2665420"/>
              <a:ext cx="582300" cy="27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Libre Franklin"/>
                  <a:ea typeface="Libre Franklin"/>
                  <a:cs typeface="Libre Franklin"/>
                  <a:sym typeface="Libre Franklin"/>
                </a:rPr>
                <a:t>ALU</a:t>
              </a:r>
              <a:endParaRPr b="0" i="0" sz="1400" u="none" cap="none" strike="noStrike">
                <a:solidFill>
                  <a:srgbClr val="000000"/>
                </a:solidFill>
                <a:latin typeface="Arial"/>
                <a:ea typeface="Arial"/>
                <a:cs typeface="Arial"/>
                <a:sym typeface="Arial"/>
              </a:endParaRPr>
            </a:p>
          </p:txBody>
        </p:sp>
      </p:grpSp>
      <p:sp>
        <p:nvSpPr>
          <p:cNvPr id="1515" name="Google Shape;1515;g23d4a897f4b_0_1826"/>
          <p:cNvSpPr/>
          <p:nvPr/>
        </p:nvSpPr>
        <p:spPr>
          <a:xfrm>
            <a:off x="5872075" y="1525325"/>
            <a:ext cx="1197300" cy="49254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16" name="Google Shape;1516;g23d4a897f4b_0_1826"/>
          <p:cNvSpPr/>
          <p:nvPr/>
        </p:nvSpPr>
        <p:spPr>
          <a:xfrm>
            <a:off x="6010275" y="3288351"/>
            <a:ext cx="965700" cy="1536600"/>
          </a:xfrm>
          <a:prstGeom prst="rect">
            <a:avLst/>
          </a:prstGeom>
          <a:solidFill>
            <a:schemeClr val="lt1"/>
          </a:solidFill>
          <a:ln cap="flat" cmpd="sng" w="349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4770 2000</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0000"/>
                </a:solidFill>
                <a:latin typeface="Libre Franklin"/>
                <a:ea typeface="Libre Franklin"/>
                <a:cs typeface="Libre Franklin"/>
                <a:sym typeface="Libre Franklin"/>
              </a:rPr>
              <a:t>188B</a:t>
            </a:r>
            <a:endParaRPr b="1" i="0" sz="1600" u="none" cap="none" strike="noStrike">
              <a:solidFill>
                <a:srgbClr val="FF0000"/>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2201</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2100</a:t>
            </a:r>
            <a:endParaRPr b="0" i="0" sz="1400" u="none" cap="none" strike="noStrike">
              <a:solidFill>
                <a:srgbClr val="000000"/>
              </a:solidFill>
              <a:latin typeface="Arial"/>
              <a:ea typeface="Arial"/>
              <a:cs typeface="Arial"/>
              <a:sym typeface="Arial"/>
            </a:endParaRPr>
          </a:p>
        </p:txBody>
      </p:sp>
      <p:sp>
        <p:nvSpPr>
          <p:cNvPr id="1517" name="Google Shape;1517;g23d4a897f4b_0_1826"/>
          <p:cNvSpPr txBox="1"/>
          <p:nvPr/>
        </p:nvSpPr>
        <p:spPr>
          <a:xfrm>
            <a:off x="3746711" y="1368675"/>
            <a:ext cx="45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pc</a:t>
            </a:r>
            <a:endParaRPr b="0" i="0" sz="1400" u="none" cap="none" strike="noStrike">
              <a:solidFill>
                <a:srgbClr val="000000"/>
              </a:solidFill>
              <a:latin typeface="Arial"/>
              <a:ea typeface="Arial"/>
              <a:cs typeface="Arial"/>
              <a:sym typeface="Arial"/>
            </a:endParaRPr>
          </a:p>
        </p:txBody>
      </p:sp>
      <p:sp>
        <p:nvSpPr>
          <p:cNvPr id="1518" name="Google Shape;1518;g23d4a897f4b_0_1826"/>
          <p:cNvSpPr txBox="1"/>
          <p:nvPr/>
        </p:nvSpPr>
        <p:spPr>
          <a:xfrm>
            <a:off x="3143250" y="1705700"/>
            <a:ext cx="514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lr</a:t>
            </a:r>
            <a:endParaRPr b="0" i="0" sz="1800" u="none" cap="none" strike="noStrike">
              <a:solidFill>
                <a:schemeClr val="dk1"/>
              </a:solidFill>
              <a:latin typeface="Libre Franklin"/>
              <a:ea typeface="Libre Franklin"/>
              <a:cs typeface="Libre Franklin"/>
              <a:sym typeface="Libre Franklin"/>
            </a:endParaRPr>
          </a:p>
        </p:txBody>
      </p:sp>
      <p:sp>
        <p:nvSpPr>
          <p:cNvPr id="1519" name="Google Shape;1519;g23d4a897f4b_0_1826"/>
          <p:cNvSpPr txBox="1"/>
          <p:nvPr/>
        </p:nvSpPr>
        <p:spPr>
          <a:xfrm>
            <a:off x="3143250" y="2010500"/>
            <a:ext cx="606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sp</a:t>
            </a:r>
            <a:endParaRPr b="0" i="0" sz="1800" u="none" cap="none" strike="noStrike">
              <a:solidFill>
                <a:schemeClr val="dk1"/>
              </a:solidFill>
              <a:latin typeface="Libre Franklin"/>
              <a:ea typeface="Libre Franklin"/>
              <a:cs typeface="Libre Franklin"/>
              <a:sym typeface="Libre Franklin"/>
            </a:endParaRPr>
          </a:p>
        </p:txBody>
      </p:sp>
      <p:sp>
        <p:nvSpPr>
          <p:cNvPr id="1520" name="Google Shape;1520;g23d4a897f4b_0_1826"/>
          <p:cNvSpPr txBox="1"/>
          <p:nvPr/>
        </p:nvSpPr>
        <p:spPr>
          <a:xfrm>
            <a:off x="7183650" y="5906425"/>
            <a:ext cx="186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0x00000000</a:t>
            </a:r>
            <a:endParaRPr b="0" i="0" sz="1400" u="none" cap="none" strike="noStrike">
              <a:solidFill>
                <a:srgbClr val="000000"/>
              </a:solidFill>
              <a:latin typeface="Arial"/>
              <a:ea typeface="Arial"/>
              <a:cs typeface="Arial"/>
              <a:sym typeface="Arial"/>
            </a:endParaRPr>
          </a:p>
        </p:txBody>
      </p:sp>
      <p:sp>
        <p:nvSpPr>
          <p:cNvPr id="1521" name="Google Shape;1521;g23d4a897f4b_0_1826"/>
          <p:cNvSpPr txBox="1"/>
          <p:nvPr/>
        </p:nvSpPr>
        <p:spPr>
          <a:xfrm>
            <a:off x="7168751" y="1525325"/>
            <a:ext cx="1674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0xFFFFFFFF</a:t>
            </a:r>
            <a:endParaRPr b="0" i="0" sz="1400" u="none" cap="none" strike="noStrike">
              <a:solidFill>
                <a:srgbClr val="000000"/>
              </a:solidFill>
              <a:latin typeface="Arial"/>
              <a:ea typeface="Arial"/>
              <a:cs typeface="Arial"/>
              <a:sym typeface="Arial"/>
            </a:endParaRPr>
          </a:p>
        </p:txBody>
      </p:sp>
      <p:sp>
        <p:nvSpPr>
          <p:cNvPr id="1522" name="Google Shape;1522;g23d4a897f4b_0_1826"/>
          <p:cNvSpPr txBox="1"/>
          <p:nvPr/>
        </p:nvSpPr>
        <p:spPr>
          <a:xfrm>
            <a:off x="2306803" y="6336275"/>
            <a:ext cx="148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Registers</a:t>
            </a:r>
            <a:endParaRPr b="0" i="0" sz="1400" u="none" cap="none" strike="noStrike">
              <a:solidFill>
                <a:srgbClr val="000000"/>
              </a:solidFill>
              <a:latin typeface="Arial"/>
              <a:ea typeface="Arial"/>
              <a:cs typeface="Arial"/>
              <a:sym typeface="Arial"/>
            </a:endParaRPr>
          </a:p>
        </p:txBody>
      </p:sp>
      <p:sp>
        <p:nvSpPr>
          <p:cNvPr id="1523" name="Google Shape;1523;g23d4a897f4b_0_1826"/>
          <p:cNvSpPr txBox="1"/>
          <p:nvPr/>
        </p:nvSpPr>
        <p:spPr>
          <a:xfrm>
            <a:off x="6352650" y="6386175"/>
            <a:ext cx="1197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Memory</a:t>
            </a:r>
            <a:endParaRPr b="0" i="0" sz="1400" u="none" cap="none" strike="noStrike">
              <a:solidFill>
                <a:srgbClr val="000000"/>
              </a:solidFill>
              <a:latin typeface="Arial"/>
              <a:ea typeface="Arial"/>
              <a:cs typeface="Arial"/>
              <a:sym typeface="Arial"/>
            </a:endParaRPr>
          </a:p>
        </p:txBody>
      </p:sp>
      <p:sp>
        <p:nvSpPr>
          <p:cNvPr id="1524" name="Google Shape;1524;g23d4a897f4b_0_1826"/>
          <p:cNvSpPr txBox="1"/>
          <p:nvPr/>
        </p:nvSpPr>
        <p:spPr>
          <a:xfrm>
            <a:off x="7029450" y="990600"/>
            <a:ext cx="1197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Address</a:t>
            </a:r>
            <a:endParaRPr b="0" i="0" sz="1400" u="none" cap="none" strike="noStrike">
              <a:solidFill>
                <a:srgbClr val="000000"/>
              </a:solidFill>
              <a:latin typeface="Arial"/>
              <a:ea typeface="Arial"/>
              <a:cs typeface="Arial"/>
              <a:sym typeface="Arial"/>
            </a:endParaRPr>
          </a:p>
        </p:txBody>
      </p:sp>
      <p:sp>
        <p:nvSpPr>
          <p:cNvPr id="1525" name="Google Shape;1525;g23d4a897f4b_0_1826"/>
          <p:cNvSpPr txBox="1"/>
          <p:nvPr/>
        </p:nvSpPr>
        <p:spPr>
          <a:xfrm>
            <a:off x="6075749" y="990600"/>
            <a:ext cx="857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Data</a:t>
            </a:r>
            <a:endParaRPr b="0" i="0" sz="1400" u="none" cap="none" strike="noStrike">
              <a:solidFill>
                <a:srgbClr val="000000"/>
              </a:solidFill>
              <a:latin typeface="Arial"/>
              <a:ea typeface="Arial"/>
              <a:cs typeface="Arial"/>
              <a:sym typeface="Arial"/>
            </a:endParaRPr>
          </a:p>
        </p:txBody>
      </p:sp>
      <p:sp>
        <p:nvSpPr>
          <p:cNvPr id="1526" name="Google Shape;1526;g23d4a897f4b_0_1826"/>
          <p:cNvSpPr txBox="1"/>
          <p:nvPr/>
        </p:nvSpPr>
        <p:spPr>
          <a:xfrm>
            <a:off x="4158149" y="6233775"/>
            <a:ext cx="1113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CPU</a:t>
            </a:r>
            <a:endParaRPr b="0" i="0" sz="1400" u="none" cap="none" strike="noStrike">
              <a:solidFill>
                <a:srgbClr val="000000"/>
              </a:solidFill>
              <a:latin typeface="Arial"/>
              <a:ea typeface="Arial"/>
              <a:cs typeface="Arial"/>
              <a:sym typeface="Arial"/>
            </a:endParaRPr>
          </a:p>
        </p:txBody>
      </p:sp>
      <p:cxnSp>
        <p:nvCxnSpPr>
          <p:cNvPr id="1527" name="Google Shape;1527;g23d4a897f4b_0_1826"/>
          <p:cNvCxnSpPr>
            <a:endCxn id="1516" idx="1"/>
          </p:cNvCxnSpPr>
          <p:nvPr/>
        </p:nvCxnSpPr>
        <p:spPr>
          <a:xfrm>
            <a:off x="2976675" y="1616751"/>
            <a:ext cx="3033600" cy="2439900"/>
          </a:xfrm>
          <a:prstGeom prst="bentConnector3">
            <a:avLst>
              <a:gd fmla="val 50000" name="adj1"/>
            </a:avLst>
          </a:prstGeom>
          <a:noFill/>
          <a:ln cap="flat" cmpd="sng" w="34925">
            <a:solidFill>
              <a:srgbClr val="FF0000"/>
            </a:solidFill>
            <a:prstDash val="solid"/>
            <a:round/>
            <a:headEnd len="sm" w="sm" type="none"/>
            <a:tailEnd len="lg" w="lg" type="triangle"/>
          </a:ln>
        </p:spPr>
      </p:cxnSp>
      <p:sp>
        <p:nvSpPr>
          <p:cNvPr id="1528" name="Google Shape;1528;g23d4a897f4b_0_1826"/>
          <p:cNvSpPr/>
          <p:nvPr/>
        </p:nvSpPr>
        <p:spPr>
          <a:xfrm>
            <a:off x="7273600" y="3236875"/>
            <a:ext cx="1777200" cy="21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0x080001AC</a:t>
            </a:r>
            <a:endParaRPr b="0" i="0" sz="1400" u="none" cap="none" strike="noStrike">
              <a:solidFill>
                <a:srgbClr val="000000"/>
              </a:solidFill>
              <a:latin typeface="Arial"/>
              <a:ea typeface="Arial"/>
              <a:cs typeface="Arial"/>
              <a:sym typeface="Arial"/>
            </a:endParaRPr>
          </a:p>
        </p:txBody>
      </p:sp>
      <p:cxnSp>
        <p:nvCxnSpPr>
          <p:cNvPr id="1529" name="Google Shape;1529;g23d4a897f4b_0_1826"/>
          <p:cNvCxnSpPr/>
          <p:nvPr/>
        </p:nvCxnSpPr>
        <p:spPr>
          <a:xfrm rot="-5400000">
            <a:off x="2808750" y="4508892"/>
            <a:ext cx="1841400" cy="857400"/>
          </a:xfrm>
          <a:prstGeom prst="bentConnector3">
            <a:avLst>
              <a:gd fmla="val 50000" name="adj1"/>
            </a:avLst>
          </a:prstGeom>
          <a:noFill/>
          <a:ln cap="flat" cmpd="sng" w="34925">
            <a:solidFill>
              <a:schemeClr val="accent1"/>
            </a:solidFill>
            <a:prstDash val="solid"/>
            <a:round/>
            <a:headEnd len="sm" w="sm" type="none"/>
            <a:tailEnd len="lg" w="lg" type="triangle"/>
          </a:ln>
        </p:spPr>
      </p:cxnSp>
      <p:cxnSp>
        <p:nvCxnSpPr>
          <p:cNvPr id="1530" name="Google Shape;1530;g23d4a897f4b_0_1826"/>
          <p:cNvCxnSpPr/>
          <p:nvPr/>
        </p:nvCxnSpPr>
        <p:spPr>
          <a:xfrm flipH="1" rot="5400000">
            <a:off x="3085975" y="4256600"/>
            <a:ext cx="2304000" cy="330000"/>
          </a:xfrm>
          <a:prstGeom prst="bentConnector3">
            <a:avLst>
              <a:gd fmla="val 50000" name="adj1"/>
            </a:avLst>
          </a:prstGeom>
          <a:noFill/>
          <a:ln cap="flat" cmpd="sng" w="34925">
            <a:solidFill>
              <a:schemeClr val="accent1"/>
            </a:solidFill>
            <a:prstDash val="solid"/>
            <a:round/>
            <a:headEnd len="sm" w="sm" type="none"/>
            <a:tailEnd len="lg" w="lg" type="triangle"/>
          </a:ln>
        </p:spPr>
      </p:cxnSp>
      <p:cxnSp>
        <p:nvCxnSpPr>
          <p:cNvPr id="1531" name="Google Shape;1531;g23d4a897f4b_0_1826"/>
          <p:cNvCxnSpPr>
            <a:stCxn id="1483" idx="3"/>
          </p:cNvCxnSpPr>
          <p:nvPr/>
        </p:nvCxnSpPr>
        <p:spPr>
          <a:xfrm flipH="1" rot="10800000">
            <a:off x="3717750" y="5530450"/>
            <a:ext cx="717000" cy="14700"/>
          </a:xfrm>
          <a:prstGeom prst="straightConnector1">
            <a:avLst/>
          </a:prstGeom>
          <a:noFill/>
          <a:ln cap="flat" cmpd="sng" w="34925">
            <a:solidFill>
              <a:schemeClr val="accent1"/>
            </a:solidFill>
            <a:prstDash val="solid"/>
            <a:round/>
            <a:headEnd len="sm" w="sm" type="none"/>
            <a:tailEnd len="sm" w="sm" type="none"/>
          </a:ln>
        </p:spPr>
      </p:cxnSp>
      <p:cxnSp>
        <p:nvCxnSpPr>
          <p:cNvPr id="1532" name="Google Shape;1532;g23d4a897f4b_0_1826"/>
          <p:cNvCxnSpPr>
            <a:endCxn id="1482" idx="3"/>
          </p:cNvCxnSpPr>
          <p:nvPr/>
        </p:nvCxnSpPr>
        <p:spPr>
          <a:xfrm rot="5400000">
            <a:off x="3473250" y="3891025"/>
            <a:ext cx="1549800" cy="1180800"/>
          </a:xfrm>
          <a:prstGeom prst="bentConnector2">
            <a:avLst/>
          </a:prstGeom>
          <a:noFill/>
          <a:ln cap="flat" cmpd="sng" w="34925">
            <a:solidFill>
              <a:schemeClr val="accent1"/>
            </a:solidFill>
            <a:prstDash val="solid"/>
            <a:round/>
            <a:headEnd len="sm" w="sm" type="none"/>
            <a:tailEnd len="lg" w="lg" type="triangle"/>
          </a:ln>
        </p:spPr>
      </p:cxn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g23d4a897f4b_0_1899"/>
          <p:cNvSpPr/>
          <p:nvPr/>
        </p:nvSpPr>
        <p:spPr>
          <a:xfrm>
            <a:off x="1657350" y="1256598"/>
            <a:ext cx="3714900" cy="5392500"/>
          </a:xfrm>
          <a:prstGeom prst="rect">
            <a:avLst/>
          </a:prstGeom>
          <a:solidFill>
            <a:srgbClr val="F2F2F2"/>
          </a:solid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1538" name="Google Shape;1538;g23d4a897f4b_0_1899"/>
          <p:cNvSpPr txBox="1"/>
          <p:nvPr>
            <p:ph type="title"/>
          </p:nvPr>
        </p:nvSpPr>
        <p:spPr>
          <a:xfrm>
            <a:off x="914400" y="128600"/>
            <a:ext cx="7766700" cy="914400"/>
          </a:xfrm>
          <a:prstGeom prst="rect">
            <a:avLst/>
          </a:prstGeom>
          <a:noFill/>
          <a:ln>
            <a:noFill/>
          </a:ln>
        </p:spPr>
        <p:txBody>
          <a:bodyPr anchorCtr="0" anchor="t" bIns="45700" lIns="91425" spcFirstLastPara="1" rIns="91425" wrap="square" tIns="45700">
            <a:noAutofit/>
          </a:bodyPr>
          <a:lstStyle/>
          <a:p>
            <a:pPr indent="0" lvl="0" marL="0" rtl="0" algn="l">
              <a:lnSpc>
                <a:spcPct val="89000"/>
              </a:lnSpc>
              <a:spcBef>
                <a:spcPts val="0"/>
              </a:spcBef>
              <a:spcAft>
                <a:spcPts val="0"/>
              </a:spcAft>
              <a:buClr>
                <a:schemeClr val="dk2"/>
              </a:buClr>
              <a:buSzPts val="3600"/>
              <a:buFont typeface="Libre Franklin"/>
              <a:buNone/>
            </a:pPr>
            <a:r>
              <a:rPr lang="en-US" sz="3200"/>
              <a:t>Fetch Next Instruction: pc = pc + 2</a:t>
            </a:r>
            <a:br>
              <a:rPr lang="en-US" sz="3200"/>
            </a:br>
            <a:r>
              <a:rPr lang="en-US" sz="3200"/>
              <a:t>Decode &amp; Execute: 2000 = </a:t>
            </a:r>
            <a:r>
              <a:rPr lang="en-US" sz="3200">
                <a:solidFill>
                  <a:srgbClr val="FF0000"/>
                </a:solidFill>
              </a:rPr>
              <a:t>MOVS r0, r3</a:t>
            </a:r>
            <a:endParaRPr sz="3559"/>
          </a:p>
        </p:txBody>
      </p:sp>
      <p:sp>
        <p:nvSpPr>
          <p:cNvPr id="1539" name="Google Shape;1539;g23d4a897f4b_0_1899"/>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540" name="Google Shape;1540;g23d4a897f4b_0_1899"/>
          <p:cNvSpPr/>
          <p:nvPr/>
        </p:nvSpPr>
        <p:spPr>
          <a:xfrm>
            <a:off x="2286000" y="1376725"/>
            <a:ext cx="1503900" cy="277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0x080001B2</a:t>
            </a:r>
            <a:endParaRPr b="0" i="0" sz="1400" u="none" cap="none" strike="noStrike">
              <a:solidFill>
                <a:srgbClr val="000000"/>
              </a:solidFill>
              <a:latin typeface="Arial"/>
              <a:ea typeface="Arial"/>
              <a:cs typeface="Arial"/>
              <a:sym typeface="Arial"/>
            </a:endParaRPr>
          </a:p>
        </p:txBody>
      </p:sp>
      <p:sp>
        <p:nvSpPr>
          <p:cNvPr id="1541" name="Google Shape;1541;g23d4a897f4b_0_1899"/>
          <p:cNvSpPr/>
          <p:nvPr/>
        </p:nvSpPr>
        <p:spPr>
          <a:xfrm>
            <a:off x="2286000" y="16815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42" name="Google Shape;1542;g23d4a897f4b_0_1899"/>
          <p:cNvSpPr/>
          <p:nvPr/>
        </p:nvSpPr>
        <p:spPr>
          <a:xfrm>
            <a:off x="2286000" y="19863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43" name="Google Shape;1543;g23d4a897f4b_0_1899"/>
          <p:cNvSpPr/>
          <p:nvPr/>
        </p:nvSpPr>
        <p:spPr>
          <a:xfrm>
            <a:off x="2286000" y="22911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44" name="Google Shape;1544;g23d4a897f4b_0_1899"/>
          <p:cNvSpPr/>
          <p:nvPr/>
        </p:nvSpPr>
        <p:spPr>
          <a:xfrm>
            <a:off x="2286000" y="25959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45" name="Google Shape;1545;g23d4a897f4b_0_1899"/>
          <p:cNvSpPr/>
          <p:nvPr/>
        </p:nvSpPr>
        <p:spPr>
          <a:xfrm>
            <a:off x="2286000" y="29007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46" name="Google Shape;1546;g23d4a897f4b_0_1899"/>
          <p:cNvSpPr/>
          <p:nvPr/>
        </p:nvSpPr>
        <p:spPr>
          <a:xfrm>
            <a:off x="2286000" y="32055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47" name="Google Shape;1547;g23d4a897f4b_0_1899"/>
          <p:cNvSpPr/>
          <p:nvPr/>
        </p:nvSpPr>
        <p:spPr>
          <a:xfrm>
            <a:off x="2286000" y="35103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48" name="Google Shape;1548;g23d4a897f4b_0_1899"/>
          <p:cNvSpPr/>
          <p:nvPr/>
        </p:nvSpPr>
        <p:spPr>
          <a:xfrm>
            <a:off x="2286000" y="38151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49" name="Google Shape;1549;g23d4a897f4b_0_1899"/>
          <p:cNvSpPr/>
          <p:nvPr/>
        </p:nvSpPr>
        <p:spPr>
          <a:xfrm>
            <a:off x="2286000" y="41199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50" name="Google Shape;1550;g23d4a897f4b_0_1899"/>
          <p:cNvSpPr/>
          <p:nvPr/>
        </p:nvSpPr>
        <p:spPr>
          <a:xfrm>
            <a:off x="2286000" y="4423964"/>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51" name="Google Shape;1551;g23d4a897f4b_0_1899"/>
          <p:cNvSpPr/>
          <p:nvPr/>
        </p:nvSpPr>
        <p:spPr>
          <a:xfrm>
            <a:off x="2286000" y="4728764"/>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52" name="Google Shape;1552;g23d4a897f4b_0_1899"/>
          <p:cNvSpPr/>
          <p:nvPr/>
        </p:nvSpPr>
        <p:spPr>
          <a:xfrm>
            <a:off x="2286000" y="5033564"/>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53" name="Google Shape;1553;g23d4a897f4b_0_1899"/>
          <p:cNvSpPr/>
          <p:nvPr/>
        </p:nvSpPr>
        <p:spPr>
          <a:xfrm>
            <a:off x="2286000" y="5338375"/>
            <a:ext cx="1461000" cy="2793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0x00000001</a:t>
            </a:r>
            <a:endParaRPr b="0" i="0" sz="1400" u="none" cap="none" strike="noStrike">
              <a:solidFill>
                <a:schemeClr val="dk1"/>
              </a:solidFill>
              <a:latin typeface="Libre Franklin"/>
              <a:ea typeface="Libre Franklin"/>
              <a:cs typeface="Libre Franklin"/>
              <a:sym typeface="Libre Franklin"/>
            </a:endParaRPr>
          </a:p>
        </p:txBody>
      </p:sp>
      <p:sp>
        <p:nvSpPr>
          <p:cNvPr id="1554" name="Google Shape;1554;g23d4a897f4b_0_1899"/>
          <p:cNvSpPr/>
          <p:nvPr/>
        </p:nvSpPr>
        <p:spPr>
          <a:xfrm>
            <a:off x="2286000" y="5643925"/>
            <a:ext cx="1461000" cy="277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0x00000000</a:t>
            </a:r>
            <a:endParaRPr b="0" i="0" sz="1400" u="none" cap="none" strike="noStrike">
              <a:solidFill>
                <a:schemeClr val="dk1"/>
              </a:solidFill>
              <a:latin typeface="Libre Franklin"/>
              <a:ea typeface="Libre Franklin"/>
              <a:cs typeface="Libre Franklin"/>
              <a:sym typeface="Libre Franklin"/>
            </a:endParaRPr>
          </a:p>
        </p:txBody>
      </p:sp>
      <p:sp>
        <p:nvSpPr>
          <p:cNvPr id="1555" name="Google Shape;1555;g23d4a897f4b_0_1899"/>
          <p:cNvSpPr/>
          <p:nvPr/>
        </p:nvSpPr>
        <p:spPr>
          <a:xfrm>
            <a:off x="2286000" y="5948725"/>
            <a:ext cx="1461000" cy="2793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a:t>
            </a:r>
            <a:r>
              <a:rPr lang="en-US">
                <a:solidFill>
                  <a:srgbClr val="FF0000"/>
                </a:solidFill>
                <a:latin typeface="Libre Franklin"/>
                <a:ea typeface="Libre Franklin"/>
                <a:cs typeface="Libre Franklin"/>
                <a:sym typeface="Libre Franklin"/>
              </a:rPr>
              <a:t>1</a:t>
            </a:r>
            <a:endParaRPr b="0" i="0" sz="1400" u="none" cap="none" strike="noStrike">
              <a:solidFill>
                <a:schemeClr val="dk1"/>
              </a:solidFill>
              <a:latin typeface="Libre Franklin"/>
              <a:ea typeface="Libre Franklin"/>
              <a:cs typeface="Libre Franklin"/>
              <a:sym typeface="Libre Franklin"/>
            </a:endParaRPr>
          </a:p>
        </p:txBody>
      </p:sp>
      <p:grpSp>
        <p:nvGrpSpPr>
          <p:cNvPr id="1556" name="Google Shape;1556;g23d4a897f4b_0_1899"/>
          <p:cNvGrpSpPr/>
          <p:nvPr/>
        </p:nvGrpSpPr>
        <p:grpSpPr>
          <a:xfrm>
            <a:off x="1731064" y="1376724"/>
            <a:ext cx="565684" cy="4876946"/>
            <a:chOff x="1066800" y="1295400"/>
            <a:chExt cx="471600" cy="4876946"/>
          </a:xfrm>
        </p:grpSpPr>
        <p:sp>
          <p:nvSpPr>
            <p:cNvPr id="1557" name="Google Shape;1557;g23d4a897f4b_0_1899"/>
            <p:cNvSpPr txBox="1"/>
            <p:nvPr/>
          </p:nvSpPr>
          <p:spPr>
            <a:xfrm>
              <a:off x="1066800" y="1295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r15</a:t>
              </a:r>
              <a:endParaRPr b="0" i="0" sz="1400" u="none" cap="none" strike="noStrike">
                <a:solidFill>
                  <a:srgbClr val="000000"/>
                </a:solidFill>
                <a:latin typeface="Arial"/>
                <a:ea typeface="Arial"/>
                <a:cs typeface="Arial"/>
                <a:sym typeface="Arial"/>
              </a:endParaRPr>
            </a:p>
          </p:txBody>
        </p:sp>
        <p:sp>
          <p:nvSpPr>
            <p:cNvPr id="1558" name="Google Shape;1558;g23d4a897f4b_0_1899"/>
            <p:cNvSpPr txBox="1"/>
            <p:nvPr/>
          </p:nvSpPr>
          <p:spPr>
            <a:xfrm>
              <a:off x="1066800" y="16002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r14</a:t>
              </a:r>
              <a:endParaRPr b="0" i="0" sz="1400" u="none" cap="none" strike="noStrike">
                <a:solidFill>
                  <a:srgbClr val="000000"/>
                </a:solidFill>
                <a:latin typeface="Arial"/>
                <a:ea typeface="Arial"/>
                <a:cs typeface="Arial"/>
                <a:sym typeface="Arial"/>
              </a:endParaRPr>
            </a:p>
          </p:txBody>
        </p:sp>
        <p:sp>
          <p:nvSpPr>
            <p:cNvPr id="1559" name="Google Shape;1559;g23d4a897f4b_0_1899"/>
            <p:cNvSpPr txBox="1"/>
            <p:nvPr/>
          </p:nvSpPr>
          <p:spPr>
            <a:xfrm>
              <a:off x="1066800" y="19050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r13</a:t>
              </a:r>
              <a:endParaRPr b="0" i="0" sz="1400" u="none" cap="none" strike="noStrike">
                <a:solidFill>
                  <a:srgbClr val="000000"/>
                </a:solidFill>
                <a:latin typeface="Arial"/>
                <a:ea typeface="Arial"/>
                <a:cs typeface="Arial"/>
                <a:sym typeface="Arial"/>
              </a:endParaRPr>
            </a:p>
          </p:txBody>
        </p:sp>
        <p:sp>
          <p:nvSpPr>
            <p:cNvPr id="1560" name="Google Shape;1560;g23d4a897f4b_0_1899"/>
            <p:cNvSpPr txBox="1"/>
            <p:nvPr/>
          </p:nvSpPr>
          <p:spPr>
            <a:xfrm>
              <a:off x="1066800" y="22098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r12</a:t>
              </a:r>
              <a:endParaRPr b="0" i="0" sz="1400" u="none" cap="none" strike="noStrike">
                <a:solidFill>
                  <a:srgbClr val="000000"/>
                </a:solidFill>
                <a:latin typeface="Arial"/>
                <a:ea typeface="Arial"/>
                <a:cs typeface="Arial"/>
                <a:sym typeface="Arial"/>
              </a:endParaRPr>
            </a:p>
          </p:txBody>
        </p:sp>
        <p:sp>
          <p:nvSpPr>
            <p:cNvPr id="1561" name="Google Shape;1561;g23d4a897f4b_0_1899"/>
            <p:cNvSpPr txBox="1"/>
            <p:nvPr/>
          </p:nvSpPr>
          <p:spPr>
            <a:xfrm>
              <a:off x="1066800" y="25146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r11</a:t>
              </a:r>
              <a:endParaRPr b="0" i="0" sz="1400" u="none" cap="none" strike="noStrike">
                <a:solidFill>
                  <a:srgbClr val="000000"/>
                </a:solidFill>
                <a:latin typeface="Arial"/>
                <a:ea typeface="Arial"/>
                <a:cs typeface="Arial"/>
                <a:sym typeface="Arial"/>
              </a:endParaRPr>
            </a:p>
          </p:txBody>
        </p:sp>
        <p:sp>
          <p:nvSpPr>
            <p:cNvPr id="1562" name="Google Shape;1562;g23d4a897f4b_0_1899"/>
            <p:cNvSpPr txBox="1"/>
            <p:nvPr/>
          </p:nvSpPr>
          <p:spPr>
            <a:xfrm>
              <a:off x="1066800" y="2819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r10</a:t>
              </a:r>
              <a:endParaRPr b="0" i="0" sz="1400" u="none" cap="none" strike="noStrike">
                <a:solidFill>
                  <a:srgbClr val="000000"/>
                </a:solidFill>
                <a:latin typeface="Arial"/>
                <a:ea typeface="Arial"/>
                <a:cs typeface="Arial"/>
                <a:sym typeface="Arial"/>
              </a:endParaRPr>
            </a:p>
          </p:txBody>
        </p:sp>
        <p:sp>
          <p:nvSpPr>
            <p:cNvPr id="1563" name="Google Shape;1563;g23d4a897f4b_0_1899"/>
            <p:cNvSpPr txBox="1"/>
            <p:nvPr/>
          </p:nvSpPr>
          <p:spPr>
            <a:xfrm>
              <a:off x="1143000" y="3124200"/>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r9</a:t>
              </a:r>
              <a:endParaRPr b="0" i="0" sz="1400" u="none" cap="none" strike="noStrike">
                <a:solidFill>
                  <a:srgbClr val="000000"/>
                </a:solidFill>
                <a:latin typeface="Arial"/>
                <a:ea typeface="Arial"/>
                <a:cs typeface="Arial"/>
                <a:sym typeface="Arial"/>
              </a:endParaRPr>
            </a:p>
          </p:txBody>
        </p:sp>
        <p:sp>
          <p:nvSpPr>
            <p:cNvPr id="1564" name="Google Shape;1564;g23d4a897f4b_0_1899"/>
            <p:cNvSpPr txBox="1"/>
            <p:nvPr/>
          </p:nvSpPr>
          <p:spPr>
            <a:xfrm>
              <a:off x="1143000" y="3429000"/>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r8</a:t>
              </a:r>
              <a:endParaRPr b="0" i="0" sz="1400" u="none" cap="none" strike="noStrike">
                <a:solidFill>
                  <a:srgbClr val="000000"/>
                </a:solidFill>
                <a:latin typeface="Arial"/>
                <a:ea typeface="Arial"/>
                <a:cs typeface="Arial"/>
                <a:sym typeface="Arial"/>
              </a:endParaRPr>
            </a:p>
          </p:txBody>
        </p:sp>
        <p:sp>
          <p:nvSpPr>
            <p:cNvPr id="1565" name="Google Shape;1565;g23d4a897f4b_0_1899"/>
            <p:cNvSpPr txBox="1"/>
            <p:nvPr/>
          </p:nvSpPr>
          <p:spPr>
            <a:xfrm>
              <a:off x="1154988" y="3700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r7</a:t>
              </a:r>
              <a:endParaRPr b="0" i="0" sz="1400" u="none" cap="none" strike="noStrike">
                <a:solidFill>
                  <a:srgbClr val="000000"/>
                </a:solidFill>
                <a:latin typeface="Arial"/>
                <a:ea typeface="Arial"/>
                <a:cs typeface="Arial"/>
                <a:sym typeface="Arial"/>
              </a:endParaRPr>
            </a:p>
          </p:txBody>
        </p:sp>
        <p:sp>
          <p:nvSpPr>
            <p:cNvPr id="1566" name="Google Shape;1566;g23d4a897f4b_0_1899"/>
            <p:cNvSpPr txBox="1"/>
            <p:nvPr/>
          </p:nvSpPr>
          <p:spPr>
            <a:xfrm>
              <a:off x="1154988" y="4004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r6</a:t>
              </a:r>
              <a:endParaRPr b="0" i="0" sz="1400" u="none" cap="none" strike="noStrike">
                <a:solidFill>
                  <a:srgbClr val="000000"/>
                </a:solidFill>
                <a:latin typeface="Arial"/>
                <a:ea typeface="Arial"/>
                <a:cs typeface="Arial"/>
                <a:sym typeface="Arial"/>
              </a:endParaRPr>
            </a:p>
          </p:txBody>
        </p:sp>
        <p:sp>
          <p:nvSpPr>
            <p:cNvPr id="1567" name="Google Shape;1567;g23d4a897f4b_0_1899"/>
            <p:cNvSpPr txBox="1"/>
            <p:nvPr/>
          </p:nvSpPr>
          <p:spPr>
            <a:xfrm>
              <a:off x="1154988" y="43096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r5</a:t>
              </a:r>
              <a:endParaRPr b="0" i="0" sz="1400" u="none" cap="none" strike="noStrike">
                <a:solidFill>
                  <a:srgbClr val="000000"/>
                </a:solidFill>
                <a:latin typeface="Arial"/>
                <a:ea typeface="Arial"/>
                <a:cs typeface="Arial"/>
                <a:sym typeface="Arial"/>
              </a:endParaRPr>
            </a:p>
          </p:txBody>
        </p:sp>
        <p:sp>
          <p:nvSpPr>
            <p:cNvPr id="1568" name="Google Shape;1568;g23d4a897f4b_0_1899"/>
            <p:cNvSpPr txBox="1"/>
            <p:nvPr/>
          </p:nvSpPr>
          <p:spPr>
            <a:xfrm>
              <a:off x="1154988" y="46144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r4</a:t>
              </a:r>
              <a:endParaRPr b="0" i="0" sz="1400" u="none" cap="none" strike="noStrike">
                <a:solidFill>
                  <a:srgbClr val="000000"/>
                </a:solidFill>
                <a:latin typeface="Arial"/>
                <a:ea typeface="Arial"/>
                <a:cs typeface="Arial"/>
                <a:sym typeface="Arial"/>
              </a:endParaRPr>
            </a:p>
          </p:txBody>
        </p:sp>
        <p:sp>
          <p:nvSpPr>
            <p:cNvPr id="1569" name="Google Shape;1569;g23d4a897f4b_0_1899"/>
            <p:cNvSpPr txBox="1"/>
            <p:nvPr/>
          </p:nvSpPr>
          <p:spPr>
            <a:xfrm>
              <a:off x="1154988" y="49192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r3</a:t>
              </a:r>
              <a:endParaRPr b="0" i="0" sz="1400" u="none" cap="none" strike="noStrike">
                <a:solidFill>
                  <a:srgbClr val="000000"/>
                </a:solidFill>
                <a:latin typeface="Arial"/>
                <a:ea typeface="Arial"/>
                <a:cs typeface="Arial"/>
                <a:sym typeface="Arial"/>
              </a:endParaRPr>
            </a:p>
          </p:txBody>
        </p:sp>
        <p:sp>
          <p:nvSpPr>
            <p:cNvPr id="1570" name="Google Shape;1570;g23d4a897f4b_0_1899"/>
            <p:cNvSpPr txBox="1"/>
            <p:nvPr/>
          </p:nvSpPr>
          <p:spPr>
            <a:xfrm>
              <a:off x="1154988" y="5224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r2</a:t>
              </a:r>
              <a:endParaRPr b="0" i="0" sz="1400" u="none" cap="none" strike="noStrike">
                <a:solidFill>
                  <a:srgbClr val="000000"/>
                </a:solidFill>
                <a:latin typeface="Arial"/>
                <a:ea typeface="Arial"/>
                <a:cs typeface="Arial"/>
                <a:sym typeface="Arial"/>
              </a:endParaRPr>
            </a:p>
          </p:txBody>
        </p:sp>
        <p:sp>
          <p:nvSpPr>
            <p:cNvPr id="1571" name="Google Shape;1571;g23d4a897f4b_0_1899"/>
            <p:cNvSpPr txBox="1"/>
            <p:nvPr/>
          </p:nvSpPr>
          <p:spPr>
            <a:xfrm>
              <a:off x="1154988" y="5528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a:t>
              </a:r>
              <a:endParaRPr b="0" i="0" sz="1400" u="none" cap="none" strike="noStrike">
                <a:solidFill>
                  <a:srgbClr val="000000"/>
                </a:solidFill>
                <a:latin typeface="Arial"/>
                <a:ea typeface="Arial"/>
                <a:cs typeface="Arial"/>
                <a:sym typeface="Arial"/>
              </a:endParaRPr>
            </a:p>
          </p:txBody>
        </p:sp>
        <p:sp>
          <p:nvSpPr>
            <p:cNvPr id="1572" name="Google Shape;1572;g23d4a897f4b_0_1899"/>
            <p:cNvSpPr txBox="1"/>
            <p:nvPr/>
          </p:nvSpPr>
          <p:spPr>
            <a:xfrm>
              <a:off x="1154988" y="5833646"/>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r0</a:t>
              </a:r>
              <a:endParaRPr b="0" i="0" sz="1400" u="none" cap="none" strike="noStrike">
                <a:solidFill>
                  <a:srgbClr val="000000"/>
                </a:solidFill>
                <a:latin typeface="Arial"/>
                <a:ea typeface="Arial"/>
                <a:cs typeface="Arial"/>
                <a:sym typeface="Arial"/>
              </a:endParaRPr>
            </a:p>
          </p:txBody>
        </p:sp>
      </p:grpSp>
      <p:grpSp>
        <p:nvGrpSpPr>
          <p:cNvPr id="1573" name="Google Shape;1573;g23d4a897f4b_0_1899"/>
          <p:cNvGrpSpPr/>
          <p:nvPr/>
        </p:nvGrpSpPr>
        <p:grpSpPr>
          <a:xfrm>
            <a:off x="4076075" y="3198803"/>
            <a:ext cx="1102751" cy="1050282"/>
            <a:chOff x="4267200" y="2379077"/>
            <a:chExt cx="1066800" cy="897600"/>
          </a:xfrm>
        </p:grpSpPr>
        <p:cxnSp>
          <p:nvCxnSpPr>
            <p:cNvPr id="1574" name="Google Shape;1574;g23d4a897f4b_0_1899"/>
            <p:cNvCxnSpPr/>
            <p:nvPr/>
          </p:nvCxnSpPr>
          <p:spPr>
            <a:xfrm>
              <a:off x="4495800" y="23790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575" name="Google Shape;1575;g23d4a897f4b_0_1899"/>
            <p:cNvCxnSpPr/>
            <p:nvPr/>
          </p:nvCxnSpPr>
          <p:spPr>
            <a:xfrm>
              <a:off x="4495800" y="2971800"/>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576" name="Google Shape;1576;g23d4a897f4b_0_1899"/>
            <p:cNvCxnSpPr/>
            <p:nvPr/>
          </p:nvCxnSpPr>
          <p:spPr>
            <a:xfrm>
              <a:off x="5105400" y="26838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577" name="Google Shape;1577;g23d4a897f4b_0_1899"/>
            <p:cNvCxnSpPr/>
            <p:nvPr/>
          </p:nvCxnSpPr>
          <p:spPr>
            <a:xfrm>
              <a:off x="4495800" y="2379077"/>
              <a:ext cx="609600" cy="304800"/>
            </a:xfrm>
            <a:prstGeom prst="straightConnector1">
              <a:avLst/>
            </a:prstGeom>
            <a:noFill/>
            <a:ln cap="flat" cmpd="sng" w="19050">
              <a:solidFill>
                <a:schemeClr val="accent1"/>
              </a:solidFill>
              <a:prstDash val="solid"/>
              <a:round/>
              <a:headEnd len="sm" w="sm" type="none"/>
              <a:tailEnd len="sm" w="sm" type="none"/>
            </a:ln>
          </p:spPr>
        </p:cxnSp>
        <p:cxnSp>
          <p:nvCxnSpPr>
            <p:cNvPr id="1578" name="Google Shape;1578;g23d4a897f4b_0_1899"/>
            <p:cNvCxnSpPr/>
            <p:nvPr/>
          </p:nvCxnSpPr>
          <p:spPr>
            <a:xfrm flipH="1">
              <a:off x="4495800" y="2988677"/>
              <a:ext cx="609600" cy="288000"/>
            </a:xfrm>
            <a:prstGeom prst="straightConnector1">
              <a:avLst/>
            </a:prstGeom>
            <a:noFill/>
            <a:ln cap="flat" cmpd="sng" w="19050">
              <a:solidFill>
                <a:schemeClr val="accent1"/>
              </a:solidFill>
              <a:prstDash val="solid"/>
              <a:round/>
              <a:headEnd len="sm" w="sm" type="none"/>
              <a:tailEnd len="sm" w="sm" type="none"/>
            </a:ln>
          </p:spPr>
        </p:cxnSp>
        <p:cxnSp>
          <p:nvCxnSpPr>
            <p:cNvPr id="1579" name="Google Shape;1579;g23d4a897f4b_0_1899"/>
            <p:cNvCxnSpPr/>
            <p:nvPr/>
          </p:nvCxnSpPr>
          <p:spPr>
            <a:xfrm>
              <a:off x="4495800" y="2667000"/>
              <a:ext cx="152400" cy="169200"/>
            </a:xfrm>
            <a:prstGeom prst="straightConnector1">
              <a:avLst/>
            </a:prstGeom>
            <a:noFill/>
            <a:ln cap="flat" cmpd="sng" w="19050">
              <a:solidFill>
                <a:schemeClr val="accent1"/>
              </a:solidFill>
              <a:prstDash val="solid"/>
              <a:round/>
              <a:headEnd len="sm" w="sm" type="none"/>
              <a:tailEnd len="sm" w="sm" type="none"/>
            </a:ln>
          </p:spPr>
        </p:cxnSp>
        <p:cxnSp>
          <p:nvCxnSpPr>
            <p:cNvPr id="1580" name="Google Shape;1580;g23d4a897f4b_0_1899"/>
            <p:cNvCxnSpPr/>
            <p:nvPr/>
          </p:nvCxnSpPr>
          <p:spPr>
            <a:xfrm flipH="1" rot="10800000">
              <a:off x="4495800" y="2836277"/>
              <a:ext cx="152400" cy="152400"/>
            </a:xfrm>
            <a:prstGeom prst="straightConnector1">
              <a:avLst/>
            </a:prstGeom>
            <a:noFill/>
            <a:ln cap="flat" cmpd="sng" w="19050">
              <a:solidFill>
                <a:schemeClr val="accent1"/>
              </a:solidFill>
              <a:prstDash val="solid"/>
              <a:round/>
              <a:headEnd len="sm" w="sm" type="none"/>
              <a:tailEnd len="sm" w="sm" type="none"/>
            </a:ln>
          </p:spPr>
        </p:cxnSp>
        <p:cxnSp>
          <p:nvCxnSpPr>
            <p:cNvPr id="1581" name="Google Shape;1581;g23d4a897f4b_0_1899"/>
            <p:cNvCxnSpPr/>
            <p:nvPr/>
          </p:nvCxnSpPr>
          <p:spPr>
            <a:xfrm rot="10800000">
              <a:off x="4267200" y="2531477"/>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582" name="Google Shape;1582;g23d4a897f4b_0_1899"/>
            <p:cNvCxnSpPr/>
            <p:nvPr/>
          </p:nvCxnSpPr>
          <p:spPr>
            <a:xfrm rot="10800000">
              <a:off x="4267200" y="3124200"/>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583" name="Google Shape;1583;g23d4a897f4b_0_1899"/>
            <p:cNvCxnSpPr/>
            <p:nvPr/>
          </p:nvCxnSpPr>
          <p:spPr>
            <a:xfrm rot="10800000">
              <a:off x="5105400" y="2843625"/>
              <a:ext cx="228600" cy="0"/>
            </a:xfrm>
            <a:prstGeom prst="straightConnector1">
              <a:avLst/>
            </a:prstGeom>
            <a:noFill/>
            <a:ln cap="flat" cmpd="sng" w="19050">
              <a:solidFill>
                <a:schemeClr val="accent1"/>
              </a:solidFill>
              <a:prstDash val="solid"/>
              <a:round/>
              <a:headEnd len="sm" w="sm" type="none"/>
              <a:tailEnd len="sm" w="sm" type="none"/>
            </a:ln>
          </p:spPr>
        </p:cxnSp>
        <p:sp>
          <p:nvSpPr>
            <p:cNvPr id="1584" name="Google Shape;1584;g23d4a897f4b_0_1899"/>
            <p:cNvSpPr txBox="1"/>
            <p:nvPr/>
          </p:nvSpPr>
          <p:spPr>
            <a:xfrm>
              <a:off x="4591297" y="2665420"/>
              <a:ext cx="582300" cy="26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Libre Franklin"/>
                  <a:ea typeface="Libre Franklin"/>
                  <a:cs typeface="Libre Franklin"/>
                  <a:sym typeface="Libre Franklin"/>
                </a:rPr>
                <a:t>ALU</a:t>
              </a:r>
              <a:endParaRPr b="0" i="0" sz="1400" u="none" cap="none" strike="noStrike">
                <a:solidFill>
                  <a:srgbClr val="000000"/>
                </a:solidFill>
                <a:latin typeface="Arial"/>
                <a:ea typeface="Arial"/>
                <a:cs typeface="Arial"/>
                <a:sym typeface="Arial"/>
              </a:endParaRPr>
            </a:p>
          </p:txBody>
        </p:sp>
      </p:grpSp>
      <p:sp>
        <p:nvSpPr>
          <p:cNvPr id="1585" name="Google Shape;1585;g23d4a897f4b_0_1899"/>
          <p:cNvSpPr/>
          <p:nvPr/>
        </p:nvSpPr>
        <p:spPr>
          <a:xfrm>
            <a:off x="5877151" y="1437200"/>
            <a:ext cx="1381200" cy="49557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586" name="Google Shape;1586;g23d4a897f4b_0_1899"/>
          <p:cNvSpPr/>
          <p:nvPr/>
        </p:nvSpPr>
        <p:spPr>
          <a:xfrm>
            <a:off x="6159750" y="3205525"/>
            <a:ext cx="968700" cy="1663200"/>
          </a:xfrm>
          <a:prstGeom prst="rect">
            <a:avLst/>
          </a:prstGeom>
          <a:solidFill>
            <a:schemeClr val="lt1"/>
          </a:solidFill>
          <a:ln cap="flat" cmpd="sng" w="349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4770 </a:t>
            </a:r>
            <a:r>
              <a:rPr b="1" i="0" lang="en-US" sz="1800" u="none" cap="none" strike="noStrike">
                <a:solidFill>
                  <a:srgbClr val="FF0000"/>
                </a:solidFill>
                <a:latin typeface="Libre Franklin"/>
                <a:ea typeface="Libre Franklin"/>
                <a:cs typeface="Libre Franklin"/>
                <a:sym typeface="Libre Franklin"/>
              </a:rPr>
              <a:t>200</a:t>
            </a:r>
            <a:r>
              <a:rPr b="1" lang="en-US" sz="1800">
                <a:solidFill>
                  <a:srgbClr val="FF0000"/>
                </a:solidFill>
                <a:latin typeface="Libre Franklin"/>
                <a:ea typeface="Libre Franklin"/>
                <a:cs typeface="Libre Franklin"/>
                <a:sym typeface="Libre Franklin"/>
              </a:rPr>
              <a:t>3</a:t>
            </a:r>
            <a:endParaRPr b="1" i="0" sz="1800" u="none" cap="none" strike="noStrike">
              <a:solidFill>
                <a:srgbClr val="FF0000"/>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188B</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2201</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2100</a:t>
            </a:r>
            <a:endParaRPr b="0" i="0" sz="1400" u="none" cap="none" strike="noStrike">
              <a:solidFill>
                <a:srgbClr val="000000"/>
              </a:solidFill>
              <a:latin typeface="Arial"/>
              <a:ea typeface="Arial"/>
              <a:cs typeface="Arial"/>
              <a:sym typeface="Arial"/>
            </a:endParaRPr>
          </a:p>
        </p:txBody>
      </p:sp>
      <p:sp>
        <p:nvSpPr>
          <p:cNvPr id="1587" name="Google Shape;1587;g23d4a897f4b_0_1899"/>
          <p:cNvSpPr txBox="1"/>
          <p:nvPr/>
        </p:nvSpPr>
        <p:spPr>
          <a:xfrm>
            <a:off x="3734588" y="1331275"/>
            <a:ext cx="528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pc</a:t>
            </a:r>
            <a:endParaRPr b="0" i="0" sz="1400" u="none" cap="none" strike="noStrike">
              <a:solidFill>
                <a:srgbClr val="000000"/>
              </a:solidFill>
              <a:latin typeface="Arial"/>
              <a:ea typeface="Arial"/>
              <a:cs typeface="Arial"/>
              <a:sym typeface="Arial"/>
            </a:endParaRPr>
          </a:p>
        </p:txBody>
      </p:sp>
      <p:sp>
        <p:nvSpPr>
          <p:cNvPr id="1588" name="Google Shape;1588;g23d4a897f4b_0_1899"/>
          <p:cNvSpPr txBox="1"/>
          <p:nvPr/>
        </p:nvSpPr>
        <p:spPr>
          <a:xfrm>
            <a:off x="3143250" y="1649275"/>
            <a:ext cx="514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lr</a:t>
            </a:r>
            <a:endParaRPr b="0" i="0" sz="1800" u="none" cap="none" strike="noStrike">
              <a:solidFill>
                <a:schemeClr val="dk1"/>
              </a:solidFill>
              <a:latin typeface="Libre Franklin"/>
              <a:ea typeface="Libre Franklin"/>
              <a:cs typeface="Libre Franklin"/>
              <a:sym typeface="Libre Franklin"/>
            </a:endParaRPr>
          </a:p>
        </p:txBody>
      </p:sp>
      <p:sp>
        <p:nvSpPr>
          <p:cNvPr id="1589" name="Google Shape;1589;g23d4a897f4b_0_1899"/>
          <p:cNvSpPr txBox="1"/>
          <p:nvPr/>
        </p:nvSpPr>
        <p:spPr>
          <a:xfrm>
            <a:off x="3143250" y="1954075"/>
            <a:ext cx="514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sp</a:t>
            </a:r>
            <a:endParaRPr b="0" i="0" sz="1800" u="none" cap="none" strike="noStrike">
              <a:solidFill>
                <a:schemeClr val="dk1"/>
              </a:solidFill>
              <a:latin typeface="Libre Franklin"/>
              <a:ea typeface="Libre Franklin"/>
              <a:cs typeface="Libre Franklin"/>
              <a:sym typeface="Libre Franklin"/>
            </a:endParaRPr>
          </a:p>
        </p:txBody>
      </p:sp>
      <p:sp>
        <p:nvSpPr>
          <p:cNvPr id="1590" name="Google Shape;1590;g23d4a897f4b_0_1899"/>
          <p:cNvSpPr txBox="1"/>
          <p:nvPr/>
        </p:nvSpPr>
        <p:spPr>
          <a:xfrm>
            <a:off x="7213475" y="6024925"/>
            <a:ext cx="179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0x00000000</a:t>
            </a:r>
            <a:endParaRPr b="0" i="0" sz="1400" u="none" cap="none" strike="noStrike">
              <a:solidFill>
                <a:srgbClr val="000000"/>
              </a:solidFill>
              <a:latin typeface="Arial"/>
              <a:ea typeface="Arial"/>
              <a:cs typeface="Arial"/>
              <a:sym typeface="Arial"/>
            </a:endParaRPr>
          </a:p>
        </p:txBody>
      </p:sp>
      <p:sp>
        <p:nvSpPr>
          <p:cNvPr id="1591" name="Google Shape;1591;g23d4a897f4b_0_1899"/>
          <p:cNvSpPr txBox="1"/>
          <p:nvPr/>
        </p:nvSpPr>
        <p:spPr>
          <a:xfrm>
            <a:off x="7104553" y="1481475"/>
            <a:ext cx="179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0xFFFFFFFF</a:t>
            </a:r>
            <a:endParaRPr b="0" i="0" sz="1400" u="none" cap="none" strike="noStrike">
              <a:solidFill>
                <a:srgbClr val="000000"/>
              </a:solidFill>
              <a:latin typeface="Arial"/>
              <a:ea typeface="Arial"/>
              <a:cs typeface="Arial"/>
              <a:sym typeface="Arial"/>
            </a:endParaRPr>
          </a:p>
        </p:txBody>
      </p:sp>
      <p:sp>
        <p:nvSpPr>
          <p:cNvPr id="1592" name="Google Shape;1592;g23d4a897f4b_0_1899"/>
          <p:cNvSpPr txBox="1"/>
          <p:nvPr/>
        </p:nvSpPr>
        <p:spPr>
          <a:xfrm>
            <a:off x="2306804" y="6279825"/>
            <a:ext cx="1381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Registers</a:t>
            </a:r>
            <a:endParaRPr b="0" i="0" sz="1400" u="none" cap="none" strike="noStrike">
              <a:solidFill>
                <a:srgbClr val="000000"/>
              </a:solidFill>
              <a:latin typeface="Arial"/>
              <a:ea typeface="Arial"/>
              <a:cs typeface="Arial"/>
              <a:sym typeface="Arial"/>
            </a:endParaRPr>
          </a:p>
        </p:txBody>
      </p:sp>
      <p:sp>
        <p:nvSpPr>
          <p:cNvPr id="1593" name="Google Shape;1593;g23d4a897f4b_0_1899"/>
          <p:cNvSpPr txBox="1"/>
          <p:nvPr/>
        </p:nvSpPr>
        <p:spPr>
          <a:xfrm>
            <a:off x="5951400" y="6329725"/>
            <a:ext cx="150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Memory</a:t>
            </a:r>
            <a:endParaRPr b="0" i="0" sz="1400" u="none" cap="none" strike="noStrike">
              <a:solidFill>
                <a:srgbClr val="000000"/>
              </a:solidFill>
              <a:latin typeface="Arial"/>
              <a:ea typeface="Arial"/>
              <a:cs typeface="Arial"/>
              <a:sym typeface="Arial"/>
            </a:endParaRPr>
          </a:p>
        </p:txBody>
      </p:sp>
      <p:sp>
        <p:nvSpPr>
          <p:cNvPr id="1594" name="Google Shape;1594;g23d4a897f4b_0_1899"/>
          <p:cNvSpPr txBox="1"/>
          <p:nvPr/>
        </p:nvSpPr>
        <p:spPr>
          <a:xfrm>
            <a:off x="7128554" y="1077588"/>
            <a:ext cx="1270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Address</a:t>
            </a:r>
            <a:endParaRPr b="0" i="0" sz="1400" u="none" cap="none" strike="noStrike">
              <a:solidFill>
                <a:srgbClr val="000000"/>
              </a:solidFill>
              <a:latin typeface="Arial"/>
              <a:ea typeface="Arial"/>
              <a:cs typeface="Arial"/>
              <a:sym typeface="Arial"/>
            </a:endParaRPr>
          </a:p>
        </p:txBody>
      </p:sp>
      <p:sp>
        <p:nvSpPr>
          <p:cNvPr id="1595" name="Google Shape;1595;g23d4a897f4b_0_1899"/>
          <p:cNvSpPr txBox="1"/>
          <p:nvPr/>
        </p:nvSpPr>
        <p:spPr>
          <a:xfrm>
            <a:off x="5951388" y="1007425"/>
            <a:ext cx="131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Data</a:t>
            </a:r>
            <a:endParaRPr b="0" i="0" sz="1400" u="none" cap="none" strike="noStrike">
              <a:solidFill>
                <a:srgbClr val="000000"/>
              </a:solidFill>
              <a:latin typeface="Arial"/>
              <a:ea typeface="Arial"/>
              <a:cs typeface="Arial"/>
              <a:sym typeface="Arial"/>
            </a:endParaRPr>
          </a:p>
        </p:txBody>
      </p:sp>
      <p:sp>
        <p:nvSpPr>
          <p:cNvPr id="1596" name="Google Shape;1596;g23d4a897f4b_0_1899"/>
          <p:cNvSpPr txBox="1"/>
          <p:nvPr/>
        </p:nvSpPr>
        <p:spPr>
          <a:xfrm>
            <a:off x="4500675" y="5909422"/>
            <a:ext cx="770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CPU</a:t>
            </a:r>
            <a:endParaRPr b="0" i="0" sz="1400" u="none" cap="none" strike="noStrike">
              <a:solidFill>
                <a:srgbClr val="000000"/>
              </a:solidFill>
              <a:latin typeface="Arial"/>
              <a:ea typeface="Arial"/>
              <a:cs typeface="Arial"/>
              <a:sym typeface="Arial"/>
            </a:endParaRPr>
          </a:p>
        </p:txBody>
      </p:sp>
      <p:cxnSp>
        <p:nvCxnSpPr>
          <p:cNvPr id="1597" name="Google Shape;1597;g23d4a897f4b_0_1899"/>
          <p:cNvCxnSpPr/>
          <p:nvPr/>
        </p:nvCxnSpPr>
        <p:spPr>
          <a:xfrm>
            <a:off x="3371475" y="1519282"/>
            <a:ext cx="3029100" cy="2171700"/>
          </a:xfrm>
          <a:prstGeom prst="bentConnector3">
            <a:avLst>
              <a:gd fmla="val 72388" name="adj1"/>
            </a:avLst>
          </a:prstGeom>
          <a:noFill/>
          <a:ln cap="flat" cmpd="sng" w="34925">
            <a:solidFill>
              <a:srgbClr val="FF0000"/>
            </a:solidFill>
            <a:prstDash val="solid"/>
            <a:round/>
            <a:headEnd len="sm" w="sm" type="none"/>
            <a:tailEnd len="lg" w="lg" type="triangle"/>
          </a:ln>
        </p:spPr>
      </p:cxnSp>
      <p:sp>
        <p:nvSpPr>
          <p:cNvPr id="1598" name="Google Shape;1598;g23d4a897f4b_0_1899"/>
          <p:cNvSpPr/>
          <p:nvPr/>
        </p:nvSpPr>
        <p:spPr>
          <a:xfrm>
            <a:off x="7183650" y="3251200"/>
            <a:ext cx="1876500" cy="198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sp>
        <p:nvSpPr>
          <p:cNvPr id="1603" name="Google Shape;1603;g23d4a897f4b_0_1968"/>
          <p:cNvSpPr/>
          <p:nvPr/>
        </p:nvSpPr>
        <p:spPr>
          <a:xfrm>
            <a:off x="1657350" y="1175266"/>
            <a:ext cx="3714900" cy="5392500"/>
          </a:xfrm>
          <a:prstGeom prst="rect">
            <a:avLst/>
          </a:prstGeom>
          <a:solidFill>
            <a:srgbClr val="F2F2F2"/>
          </a:solid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
        <p:nvSpPr>
          <p:cNvPr id="1604" name="Google Shape;1604;g23d4a897f4b_0_1968"/>
          <p:cNvSpPr txBox="1"/>
          <p:nvPr>
            <p:ph type="title"/>
          </p:nvPr>
        </p:nvSpPr>
        <p:spPr>
          <a:xfrm>
            <a:off x="1447374" y="10818"/>
            <a:ext cx="7320600" cy="17184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3960"/>
              <a:buFont typeface="Libre Franklin"/>
              <a:buNone/>
            </a:pPr>
            <a:r>
              <a:rPr lang="en-US" sz="3259"/>
              <a:t>Fetch Next Instruction: pc = pc + 2</a:t>
            </a:r>
            <a:br>
              <a:rPr lang="en-US" sz="3259"/>
            </a:br>
            <a:r>
              <a:rPr lang="en-US" sz="3259"/>
              <a:t>Decode &amp; Decode: 4770 = </a:t>
            </a:r>
            <a:r>
              <a:rPr lang="en-US" sz="3259">
                <a:solidFill>
                  <a:srgbClr val="FF0000"/>
                </a:solidFill>
              </a:rPr>
              <a:t>BX lr</a:t>
            </a:r>
            <a:endParaRPr sz="3259">
              <a:solidFill>
                <a:srgbClr val="FF0000"/>
              </a:solidFill>
            </a:endParaRPr>
          </a:p>
        </p:txBody>
      </p:sp>
      <p:sp>
        <p:nvSpPr>
          <p:cNvPr id="1605" name="Google Shape;1605;g23d4a897f4b_0_1968"/>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606" name="Google Shape;1606;g23d4a897f4b_0_1968"/>
          <p:cNvSpPr/>
          <p:nvPr/>
        </p:nvSpPr>
        <p:spPr>
          <a:xfrm>
            <a:off x="2286000" y="1295400"/>
            <a:ext cx="1362000" cy="2781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0x080001B4</a:t>
            </a:r>
            <a:endParaRPr b="0" i="0" sz="1400" u="none" cap="none" strike="noStrike">
              <a:solidFill>
                <a:srgbClr val="000000"/>
              </a:solidFill>
              <a:latin typeface="Arial"/>
              <a:ea typeface="Arial"/>
              <a:cs typeface="Arial"/>
              <a:sym typeface="Arial"/>
            </a:endParaRPr>
          </a:p>
        </p:txBody>
      </p:sp>
      <p:sp>
        <p:nvSpPr>
          <p:cNvPr id="1607" name="Google Shape;1607;g23d4a897f4b_0_1968"/>
          <p:cNvSpPr/>
          <p:nvPr/>
        </p:nvSpPr>
        <p:spPr>
          <a:xfrm>
            <a:off x="2286000" y="1600200"/>
            <a:ext cx="16668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solidFill>
                  <a:schemeClr val="dk1"/>
                </a:solidFill>
                <a:latin typeface="Libre Franklin"/>
                <a:ea typeface="Libre Franklin"/>
                <a:cs typeface="Libre Franklin"/>
                <a:sym typeface="Libre Franklin"/>
              </a:rPr>
              <a:t>0x080002ba</a:t>
            </a:r>
            <a:endParaRPr b="0" i="0" sz="1800" u="none" cap="none" strike="noStrike">
              <a:solidFill>
                <a:schemeClr val="dk1"/>
              </a:solidFill>
              <a:latin typeface="Libre Franklin"/>
              <a:ea typeface="Libre Franklin"/>
              <a:cs typeface="Libre Franklin"/>
              <a:sym typeface="Libre Franklin"/>
            </a:endParaRPr>
          </a:p>
        </p:txBody>
      </p:sp>
      <p:sp>
        <p:nvSpPr>
          <p:cNvPr id="1608" name="Google Shape;1608;g23d4a897f4b_0_1968"/>
          <p:cNvSpPr/>
          <p:nvPr/>
        </p:nvSpPr>
        <p:spPr>
          <a:xfrm>
            <a:off x="2286000" y="19050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09" name="Google Shape;1609;g23d4a897f4b_0_1968"/>
          <p:cNvSpPr/>
          <p:nvPr/>
        </p:nvSpPr>
        <p:spPr>
          <a:xfrm>
            <a:off x="2286000" y="22098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10" name="Google Shape;1610;g23d4a897f4b_0_1968"/>
          <p:cNvSpPr/>
          <p:nvPr/>
        </p:nvSpPr>
        <p:spPr>
          <a:xfrm>
            <a:off x="2286000" y="25146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11" name="Google Shape;1611;g23d4a897f4b_0_1968"/>
          <p:cNvSpPr/>
          <p:nvPr/>
        </p:nvSpPr>
        <p:spPr>
          <a:xfrm>
            <a:off x="2286000" y="28194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12" name="Google Shape;1612;g23d4a897f4b_0_1968"/>
          <p:cNvSpPr/>
          <p:nvPr/>
        </p:nvSpPr>
        <p:spPr>
          <a:xfrm>
            <a:off x="2286000" y="31242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13" name="Google Shape;1613;g23d4a897f4b_0_1968"/>
          <p:cNvSpPr/>
          <p:nvPr/>
        </p:nvSpPr>
        <p:spPr>
          <a:xfrm>
            <a:off x="2286000" y="34290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14" name="Google Shape;1614;g23d4a897f4b_0_1968"/>
          <p:cNvSpPr/>
          <p:nvPr/>
        </p:nvSpPr>
        <p:spPr>
          <a:xfrm>
            <a:off x="2286000" y="37338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15" name="Google Shape;1615;g23d4a897f4b_0_1968"/>
          <p:cNvSpPr/>
          <p:nvPr/>
        </p:nvSpPr>
        <p:spPr>
          <a:xfrm>
            <a:off x="2286000" y="4038600"/>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16" name="Google Shape;1616;g23d4a897f4b_0_1968"/>
          <p:cNvSpPr/>
          <p:nvPr/>
        </p:nvSpPr>
        <p:spPr>
          <a:xfrm>
            <a:off x="2286000" y="43426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17" name="Google Shape;1617;g23d4a897f4b_0_1968"/>
          <p:cNvSpPr/>
          <p:nvPr/>
        </p:nvSpPr>
        <p:spPr>
          <a:xfrm>
            <a:off x="2286000" y="46474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18" name="Google Shape;1618;g23d4a897f4b_0_1968"/>
          <p:cNvSpPr/>
          <p:nvPr/>
        </p:nvSpPr>
        <p:spPr>
          <a:xfrm>
            <a:off x="2286000" y="4952232"/>
            <a:ext cx="857400" cy="3048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19" name="Google Shape;1619;g23d4a897f4b_0_1968"/>
          <p:cNvSpPr/>
          <p:nvPr/>
        </p:nvSpPr>
        <p:spPr>
          <a:xfrm>
            <a:off x="2286000" y="5257025"/>
            <a:ext cx="1508100" cy="3324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0x00000001</a:t>
            </a:r>
            <a:endParaRPr b="0" i="0" sz="1400" u="none" cap="none" strike="noStrike">
              <a:solidFill>
                <a:schemeClr val="dk1"/>
              </a:solidFill>
              <a:latin typeface="Libre Franklin"/>
              <a:ea typeface="Libre Franklin"/>
              <a:cs typeface="Libre Franklin"/>
              <a:sym typeface="Libre Franklin"/>
            </a:endParaRPr>
          </a:p>
        </p:txBody>
      </p:sp>
      <p:sp>
        <p:nvSpPr>
          <p:cNvPr id="1620" name="Google Shape;1620;g23d4a897f4b_0_1968"/>
          <p:cNvSpPr/>
          <p:nvPr/>
        </p:nvSpPr>
        <p:spPr>
          <a:xfrm>
            <a:off x="2286000" y="5562600"/>
            <a:ext cx="1508100" cy="2781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0x00000000</a:t>
            </a:r>
            <a:endParaRPr b="0" i="0" sz="1400" u="none" cap="none" strike="noStrike">
              <a:solidFill>
                <a:schemeClr val="dk1"/>
              </a:solidFill>
              <a:latin typeface="Libre Franklin"/>
              <a:ea typeface="Libre Franklin"/>
              <a:cs typeface="Libre Franklin"/>
              <a:sym typeface="Libre Franklin"/>
            </a:endParaRPr>
          </a:p>
        </p:txBody>
      </p:sp>
      <p:sp>
        <p:nvSpPr>
          <p:cNvPr id="1621" name="Google Shape;1621;g23d4a897f4b_0_1968"/>
          <p:cNvSpPr/>
          <p:nvPr/>
        </p:nvSpPr>
        <p:spPr>
          <a:xfrm>
            <a:off x="2286000" y="5867400"/>
            <a:ext cx="1508100" cy="3033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Libre Franklin"/>
                <a:ea typeface="Libre Franklin"/>
                <a:cs typeface="Libre Franklin"/>
                <a:sym typeface="Libre Franklin"/>
              </a:rPr>
              <a:t>0x0000000</a:t>
            </a:r>
            <a:r>
              <a:rPr lang="en-US">
                <a:solidFill>
                  <a:srgbClr val="FF0000"/>
                </a:solidFill>
                <a:latin typeface="Libre Franklin"/>
                <a:ea typeface="Libre Franklin"/>
                <a:cs typeface="Libre Franklin"/>
                <a:sym typeface="Libre Franklin"/>
              </a:rPr>
              <a:t>1</a:t>
            </a:r>
            <a:endParaRPr b="0" i="0" sz="1400" u="none" cap="none" strike="noStrike">
              <a:solidFill>
                <a:schemeClr val="dk1"/>
              </a:solidFill>
              <a:latin typeface="Libre Franklin"/>
              <a:ea typeface="Libre Franklin"/>
              <a:cs typeface="Libre Franklin"/>
              <a:sym typeface="Libre Franklin"/>
            </a:endParaRPr>
          </a:p>
        </p:txBody>
      </p:sp>
      <p:grpSp>
        <p:nvGrpSpPr>
          <p:cNvPr id="1622" name="Google Shape;1622;g23d4a897f4b_0_1968"/>
          <p:cNvGrpSpPr/>
          <p:nvPr/>
        </p:nvGrpSpPr>
        <p:grpSpPr>
          <a:xfrm>
            <a:off x="1782335" y="1295399"/>
            <a:ext cx="514516" cy="4876946"/>
            <a:chOff x="1066800" y="1295400"/>
            <a:chExt cx="471600" cy="4876946"/>
          </a:xfrm>
        </p:grpSpPr>
        <p:sp>
          <p:nvSpPr>
            <p:cNvPr id="1623" name="Google Shape;1623;g23d4a897f4b_0_1968"/>
            <p:cNvSpPr txBox="1"/>
            <p:nvPr/>
          </p:nvSpPr>
          <p:spPr>
            <a:xfrm>
              <a:off x="1066800" y="1295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r15</a:t>
              </a:r>
              <a:endParaRPr b="0" i="0" sz="1400" u="none" cap="none" strike="noStrike">
                <a:solidFill>
                  <a:srgbClr val="000000"/>
                </a:solidFill>
                <a:latin typeface="Arial"/>
                <a:ea typeface="Arial"/>
                <a:cs typeface="Arial"/>
                <a:sym typeface="Arial"/>
              </a:endParaRPr>
            </a:p>
          </p:txBody>
        </p:sp>
        <p:sp>
          <p:nvSpPr>
            <p:cNvPr id="1624" name="Google Shape;1624;g23d4a897f4b_0_1968"/>
            <p:cNvSpPr txBox="1"/>
            <p:nvPr/>
          </p:nvSpPr>
          <p:spPr>
            <a:xfrm>
              <a:off x="1066800" y="16002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r14</a:t>
              </a:r>
              <a:endParaRPr b="0" i="0" sz="1400" u="none" cap="none" strike="noStrike">
                <a:solidFill>
                  <a:srgbClr val="000000"/>
                </a:solidFill>
                <a:latin typeface="Arial"/>
                <a:ea typeface="Arial"/>
                <a:cs typeface="Arial"/>
                <a:sym typeface="Arial"/>
              </a:endParaRPr>
            </a:p>
          </p:txBody>
        </p:sp>
        <p:sp>
          <p:nvSpPr>
            <p:cNvPr id="1625" name="Google Shape;1625;g23d4a897f4b_0_1968"/>
            <p:cNvSpPr txBox="1"/>
            <p:nvPr/>
          </p:nvSpPr>
          <p:spPr>
            <a:xfrm>
              <a:off x="1066800" y="19050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r13</a:t>
              </a:r>
              <a:endParaRPr b="0" i="0" sz="1400" u="none" cap="none" strike="noStrike">
                <a:solidFill>
                  <a:srgbClr val="000000"/>
                </a:solidFill>
                <a:latin typeface="Arial"/>
                <a:ea typeface="Arial"/>
                <a:cs typeface="Arial"/>
                <a:sym typeface="Arial"/>
              </a:endParaRPr>
            </a:p>
          </p:txBody>
        </p:sp>
        <p:sp>
          <p:nvSpPr>
            <p:cNvPr id="1626" name="Google Shape;1626;g23d4a897f4b_0_1968"/>
            <p:cNvSpPr txBox="1"/>
            <p:nvPr/>
          </p:nvSpPr>
          <p:spPr>
            <a:xfrm>
              <a:off x="1066800" y="22098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r12</a:t>
              </a:r>
              <a:endParaRPr b="0" i="0" sz="1400" u="none" cap="none" strike="noStrike">
                <a:solidFill>
                  <a:srgbClr val="000000"/>
                </a:solidFill>
                <a:latin typeface="Arial"/>
                <a:ea typeface="Arial"/>
                <a:cs typeface="Arial"/>
                <a:sym typeface="Arial"/>
              </a:endParaRPr>
            </a:p>
          </p:txBody>
        </p:sp>
        <p:sp>
          <p:nvSpPr>
            <p:cNvPr id="1627" name="Google Shape;1627;g23d4a897f4b_0_1968"/>
            <p:cNvSpPr txBox="1"/>
            <p:nvPr/>
          </p:nvSpPr>
          <p:spPr>
            <a:xfrm>
              <a:off x="1066800" y="25146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r11</a:t>
              </a:r>
              <a:endParaRPr b="0" i="0" sz="1400" u="none" cap="none" strike="noStrike">
                <a:solidFill>
                  <a:srgbClr val="000000"/>
                </a:solidFill>
                <a:latin typeface="Arial"/>
                <a:ea typeface="Arial"/>
                <a:cs typeface="Arial"/>
                <a:sym typeface="Arial"/>
              </a:endParaRPr>
            </a:p>
          </p:txBody>
        </p:sp>
        <p:sp>
          <p:nvSpPr>
            <p:cNvPr id="1628" name="Google Shape;1628;g23d4a897f4b_0_1968"/>
            <p:cNvSpPr txBox="1"/>
            <p:nvPr/>
          </p:nvSpPr>
          <p:spPr>
            <a:xfrm>
              <a:off x="1066800" y="2819400"/>
              <a:ext cx="471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r10</a:t>
              </a:r>
              <a:endParaRPr b="0" i="0" sz="1400" u="none" cap="none" strike="noStrike">
                <a:solidFill>
                  <a:srgbClr val="000000"/>
                </a:solidFill>
                <a:latin typeface="Arial"/>
                <a:ea typeface="Arial"/>
                <a:cs typeface="Arial"/>
                <a:sym typeface="Arial"/>
              </a:endParaRPr>
            </a:p>
          </p:txBody>
        </p:sp>
        <p:sp>
          <p:nvSpPr>
            <p:cNvPr id="1629" name="Google Shape;1629;g23d4a897f4b_0_1968"/>
            <p:cNvSpPr txBox="1"/>
            <p:nvPr/>
          </p:nvSpPr>
          <p:spPr>
            <a:xfrm>
              <a:off x="1143000" y="3124200"/>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r9</a:t>
              </a:r>
              <a:endParaRPr b="0" i="0" sz="1400" u="none" cap="none" strike="noStrike">
                <a:solidFill>
                  <a:srgbClr val="000000"/>
                </a:solidFill>
                <a:latin typeface="Arial"/>
                <a:ea typeface="Arial"/>
                <a:cs typeface="Arial"/>
                <a:sym typeface="Arial"/>
              </a:endParaRPr>
            </a:p>
          </p:txBody>
        </p:sp>
        <p:sp>
          <p:nvSpPr>
            <p:cNvPr id="1630" name="Google Shape;1630;g23d4a897f4b_0_1968"/>
            <p:cNvSpPr txBox="1"/>
            <p:nvPr/>
          </p:nvSpPr>
          <p:spPr>
            <a:xfrm>
              <a:off x="1143000" y="3429000"/>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r8</a:t>
              </a:r>
              <a:endParaRPr b="0" i="0" sz="1400" u="none" cap="none" strike="noStrike">
                <a:solidFill>
                  <a:srgbClr val="000000"/>
                </a:solidFill>
                <a:latin typeface="Arial"/>
                <a:ea typeface="Arial"/>
                <a:cs typeface="Arial"/>
                <a:sym typeface="Arial"/>
              </a:endParaRPr>
            </a:p>
          </p:txBody>
        </p:sp>
        <p:sp>
          <p:nvSpPr>
            <p:cNvPr id="1631" name="Google Shape;1631;g23d4a897f4b_0_1968"/>
            <p:cNvSpPr txBox="1"/>
            <p:nvPr/>
          </p:nvSpPr>
          <p:spPr>
            <a:xfrm>
              <a:off x="1154988" y="3700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r7</a:t>
              </a:r>
              <a:endParaRPr b="0" i="0" sz="1400" u="none" cap="none" strike="noStrike">
                <a:solidFill>
                  <a:srgbClr val="000000"/>
                </a:solidFill>
                <a:latin typeface="Arial"/>
                <a:ea typeface="Arial"/>
                <a:cs typeface="Arial"/>
                <a:sym typeface="Arial"/>
              </a:endParaRPr>
            </a:p>
          </p:txBody>
        </p:sp>
        <p:sp>
          <p:nvSpPr>
            <p:cNvPr id="1632" name="Google Shape;1632;g23d4a897f4b_0_1968"/>
            <p:cNvSpPr txBox="1"/>
            <p:nvPr/>
          </p:nvSpPr>
          <p:spPr>
            <a:xfrm>
              <a:off x="1154988" y="4004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r6</a:t>
              </a:r>
              <a:endParaRPr b="0" i="0" sz="1400" u="none" cap="none" strike="noStrike">
                <a:solidFill>
                  <a:srgbClr val="000000"/>
                </a:solidFill>
                <a:latin typeface="Arial"/>
                <a:ea typeface="Arial"/>
                <a:cs typeface="Arial"/>
                <a:sym typeface="Arial"/>
              </a:endParaRPr>
            </a:p>
          </p:txBody>
        </p:sp>
        <p:sp>
          <p:nvSpPr>
            <p:cNvPr id="1633" name="Google Shape;1633;g23d4a897f4b_0_1968"/>
            <p:cNvSpPr txBox="1"/>
            <p:nvPr/>
          </p:nvSpPr>
          <p:spPr>
            <a:xfrm>
              <a:off x="1154988" y="43096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r5</a:t>
              </a:r>
              <a:endParaRPr b="0" i="0" sz="1400" u="none" cap="none" strike="noStrike">
                <a:solidFill>
                  <a:srgbClr val="000000"/>
                </a:solidFill>
                <a:latin typeface="Arial"/>
                <a:ea typeface="Arial"/>
                <a:cs typeface="Arial"/>
                <a:sym typeface="Arial"/>
              </a:endParaRPr>
            </a:p>
          </p:txBody>
        </p:sp>
        <p:sp>
          <p:nvSpPr>
            <p:cNvPr id="1634" name="Google Shape;1634;g23d4a897f4b_0_1968"/>
            <p:cNvSpPr txBox="1"/>
            <p:nvPr/>
          </p:nvSpPr>
          <p:spPr>
            <a:xfrm>
              <a:off x="1154988" y="46144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r4</a:t>
              </a:r>
              <a:endParaRPr b="0" i="0" sz="1400" u="none" cap="none" strike="noStrike">
                <a:solidFill>
                  <a:srgbClr val="000000"/>
                </a:solidFill>
                <a:latin typeface="Arial"/>
                <a:ea typeface="Arial"/>
                <a:cs typeface="Arial"/>
                <a:sym typeface="Arial"/>
              </a:endParaRPr>
            </a:p>
          </p:txBody>
        </p:sp>
        <p:sp>
          <p:nvSpPr>
            <p:cNvPr id="1635" name="Google Shape;1635;g23d4a897f4b_0_1968"/>
            <p:cNvSpPr txBox="1"/>
            <p:nvPr/>
          </p:nvSpPr>
          <p:spPr>
            <a:xfrm>
              <a:off x="1154988" y="49192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r3</a:t>
              </a:r>
              <a:endParaRPr b="0" i="0" sz="1400" u="none" cap="none" strike="noStrike">
                <a:solidFill>
                  <a:srgbClr val="000000"/>
                </a:solidFill>
                <a:latin typeface="Arial"/>
                <a:ea typeface="Arial"/>
                <a:cs typeface="Arial"/>
                <a:sym typeface="Arial"/>
              </a:endParaRPr>
            </a:p>
          </p:txBody>
        </p:sp>
        <p:sp>
          <p:nvSpPr>
            <p:cNvPr id="1636" name="Google Shape;1636;g23d4a897f4b_0_1968"/>
            <p:cNvSpPr txBox="1"/>
            <p:nvPr/>
          </p:nvSpPr>
          <p:spPr>
            <a:xfrm>
              <a:off x="1154988" y="52240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r2</a:t>
              </a:r>
              <a:endParaRPr b="0" i="0" sz="1400" u="none" cap="none" strike="noStrike">
                <a:solidFill>
                  <a:srgbClr val="000000"/>
                </a:solidFill>
                <a:latin typeface="Arial"/>
                <a:ea typeface="Arial"/>
                <a:cs typeface="Arial"/>
                <a:sym typeface="Arial"/>
              </a:endParaRPr>
            </a:p>
          </p:txBody>
        </p:sp>
        <p:sp>
          <p:nvSpPr>
            <p:cNvPr id="1637" name="Google Shape;1637;g23d4a897f4b_0_1968"/>
            <p:cNvSpPr txBox="1"/>
            <p:nvPr/>
          </p:nvSpPr>
          <p:spPr>
            <a:xfrm>
              <a:off x="1154988" y="5528846"/>
              <a:ext cx="36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r1</a:t>
              </a:r>
              <a:endParaRPr b="0" i="0" sz="1400" u="none" cap="none" strike="noStrike">
                <a:solidFill>
                  <a:srgbClr val="000000"/>
                </a:solidFill>
                <a:latin typeface="Arial"/>
                <a:ea typeface="Arial"/>
                <a:cs typeface="Arial"/>
                <a:sym typeface="Arial"/>
              </a:endParaRPr>
            </a:p>
          </p:txBody>
        </p:sp>
        <p:sp>
          <p:nvSpPr>
            <p:cNvPr id="1638" name="Google Shape;1638;g23d4a897f4b_0_1968"/>
            <p:cNvSpPr txBox="1"/>
            <p:nvPr/>
          </p:nvSpPr>
          <p:spPr>
            <a:xfrm>
              <a:off x="1154988" y="5833646"/>
              <a:ext cx="369000" cy="338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Libre Franklin"/>
                  <a:ea typeface="Libre Franklin"/>
                  <a:cs typeface="Libre Franklin"/>
                  <a:sym typeface="Libre Franklin"/>
                </a:rPr>
                <a:t>r0</a:t>
              </a:r>
              <a:endParaRPr b="0" i="0" sz="1400" u="none" cap="none" strike="noStrike">
                <a:solidFill>
                  <a:srgbClr val="000000"/>
                </a:solidFill>
                <a:latin typeface="Arial"/>
                <a:ea typeface="Arial"/>
                <a:cs typeface="Arial"/>
                <a:sym typeface="Arial"/>
              </a:endParaRPr>
            </a:p>
          </p:txBody>
        </p:sp>
      </p:grpSp>
      <p:grpSp>
        <p:nvGrpSpPr>
          <p:cNvPr id="1639" name="Google Shape;1639;g23d4a897f4b_0_1968"/>
          <p:cNvGrpSpPr/>
          <p:nvPr/>
        </p:nvGrpSpPr>
        <p:grpSpPr>
          <a:xfrm>
            <a:off x="4076447" y="3117485"/>
            <a:ext cx="1083869" cy="1165534"/>
            <a:chOff x="4267200" y="2379077"/>
            <a:chExt cx="1066800" cy="897600"/>
          </a:xfrm>
        </p:grpSpPr>
        <p:cxnSp>
          <p:nvCxnSpPr>
            <p:cNvPr id="1640" name="Google Shape;1640;g23d4a897f4b_0_1968"/>
            <p:cNvCxnSpPr/>
            <p:nvPr/>
          </p:nvCxnSpPr>
          <p:spPr>
            <a:xfrm>
              <a:off x="4495800" y="23790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641" name="Google Shape;1641;g23d4a897f4b_0_1968"/>
            <p:cNvCxnSpPr/>
            <p:nvPr/>
          </p:nvCxnSpPr>
          <p:spPr>
            <a:xfrm>
              <a:off x="4495800" y="2971800"/>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642" name="Google Shape;1642;g23d4a897f4b_0_1968"/>
            <p:cNvCxnSpPr/>
            <p:nvPr/>
          </p:nvCxnSpPr>
          <p:spPr>
            <a:xfrm>
              <a:off x="5105400" y="2683877"/>
              <a:ext cx="0" cy="304800"/>
            </a:xfrm>
            <a:prstGeom prst="straightConnector1">
              <a:avLst/>
            </a:prstGeom>
            <a:noFill/>
            <a:ln cap="flat" cmpd="sng" w="19050">
              <a:solidFill>
                <a:schemeClr val="accent1"/>
              </a:solidFill>
              <a:prstDash val="solid"/>
              <a:round/>
              <a:headEnd len="sm" w="sm" type="none"/>
              <a:tailEnd len="sm" w="sm" type="none"/>
            </a:ln>
          </p:spPr>
        </p:cxnSp>
        <p:cxnSp>
          <p:nvCxnSpPr>
            <p:cNvPr id="1643" name="Google Shape;1643;g23d4a897f4b_0_1968"/>
            <p:cNvCxnSpPr/>
            <p:nvPr/>
          </p:nvCxnSpPr>
          <p:spPr>
            <a:xfrm>
              <a:off x="4495800" y="2379077"/>
              <a:ext cx="609600" cy="304800"/>
            </a:xfrm>
            <a:prstGeom prst="straightConnector1">
              <a:avLst/>
            </a:prstGeom>
            <a:noFill/>
            <a:ln cap="flat" cmpd="sng" w="19050">
              <a:solidFill>
                <a:schemeClr val="accent1"/>
              </a:solidFill>
              <a:prstDash val="solid"/>
              <a:round/>
              <a:headEnd len="sm" w="sm" type="none"/>
              <a:tailEnd len="sm" w="sm" type="none"/>
            </a:ln>
          </p:spPr>
        </p:cxnSp>
        <p:cxnSp>
          <p:nvCxnSpPr>
            <p:cNvPr id="1644" name="Google Shape;1644;g23d4a897f4b_0_1968"/>
            <p:cNvCxnSpPr/>
            <p:nvPr/>
          </p:nvCxnSpPr>
          <p:spPr>
            <a:xfrm flipH="1">
              <a:off x="4495800" y="2988677"/>
              <a:ext cx="609600" cy="288000"/>
            </a:xfrm>
            <a:prstGeom prst="straightConnector1">
              <a:avLst/>
            </a:prstGeom>
            <a:noFill/>
            <a:ln cap="flat" cmpd="sng" w="19050">
              <a:solidFill>
                <a:schemeClr val="accent1"/>
              </a:solidFill>
              <a:prstDash val="solid"/>
              <a:round/>
              <a:headEnd len="sm" w="sm" type="none"/>
              <a:tailEnd len="sm" w="sm" type="none"/>
            </a:ln>
          </p:spPr>
        </p:cxnSp>
        <p:cxnSp>
          <p:nvCxnSpPr>
            <p:cNvPr id="1645" name="Google Shape;1645;g23d4a897f4b_0_1968"/>
            <p:cNvCxnSpPr/>
            <p:nvPr/>
          </p:nvCxnSpPr>
          <p:spPr>
            <a:xfrm>
              <a:off x="4495800" y="2667000"/>
              <a:ext cx="152400" cy="169200"/>
            </a:xfrm>
            <a:prstGeom prst="straightConnector1">
              <a:avLst/>
            </a:prstGeom>
            <a:noFill/>
            <a:ln cap="flat" cmpd="sng" w="19050">
              <a:solidFill>
                <a:schemeClr val="accent1"/>
              </a:solidFill>
              <a:prstDash val="solid"/>
              <a:round/>
              <a:headEnd len="sm" w="sm" type="none"/>
              <a:tailEnd len="sm" w="sm" type="none"/>
            </a:ln>
          </p:spPr>
        </p:cxnSp>
        <p:cxnSp>
          <p:nvCxnSpPr>
            <p:cNvPr id="1646" name="Google Shape;1646;g23d4a897f4b_0_1968"/>
            <p:cNvCxnSpPr/>
            <p:nvPr/>
          </p:nvCxnSpPr>
          <p:spPr>
            <a:xfrm flipH="1" rot="10800000">
              <a:off x="4495800" y="2836277"/>
              <a:ext cx="152400" cy="152400"/>
            </a:xfrm>
            <a:prstGeom prst="straightConnector1">
              <a:avLst/>
            </a:prstGeom>
            <a:noFill/>
            <a:ln cap="flat" cmpd="sng" w="19050">
              <a:solidFill>
                <a:schemeClr val="accent1"/>
              </a:solidFill>
              <a:prstDash val="solid"/>
              <a:round/>
              <a:headEnd len="sm" w="sm" type="none"/>
              <a:tailEnd len="sm" w="sm" type="none"/>
            </a:ln>
          </p:spPr>
        </p:cxnSp>
        <p:cxnSp>
          <p:nvCxnSpPr>
            <p:cNvPr id="1647" name="Google Shape;1647;g23d4a897f4b_0_1968"/>
            <p:cNvCxnSpPr/>
            <p:nvPr/>
          </p:nvCxnSpPr>
          <p:spPr>
            <a:xfrm rot="10800000">
              <a:off x="4267200" y="2531477"/>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648" name="Google Shape;1648;g23d4a897f4b_0_1968"/>
            <p:cNvCxnSpPr/>
            <p:nvPr/>
          </p:nvCxnSpPr>
          <p:spPr>
            <a:xfrm rot="10800000">
              <a:off x="4267200" y="3124200"/>
              <a:ext cx="228600" cy="0"/>
            </a:xfrm>
            <a:prstGeom prst="straightConnector1">
              <a:avLst/>
            </a:prstGeom>
            <a:noFill/>
            <a:ln cap="flat" cmpd="sng" w="19050">
              <a:solidFill>
                <a:schemeClr val="accent1"/>
              </a:solidFill>
              <a:prstDash val="solid"/>
              <a:round/>
              <a:headEnd len="sm" w="sm" type="none"/>
              <a:tailEnd len="sm" w="sm" type="none"/>
            </a:ln>
          </p:spPr>
        </p:cxnSp>
        <p:cxnSp>
          <p:nvCxnSpPr>
            <p:cNvPr id="1649" name="Google Shape;1649;g23d4a897f4b_0_1968"/>
            <p:cNvCxnSpPr/>
            <p:nvPr/>
          </p:nvCxnSpPr>
          <p:spPr>
            <a:xfrm rot="10800000">
              <a:off x="5105400" y="2843625"/>
              <a:ext cx="228600" cy="0"/>
            </a:xfrm>
            <a:prstGeom prst="straightConnector1">
              <a:avLst/>
            </a:prstGeom>
            <a:noFill/>
            <a:ln cap="flat" cmpd="sng" w="19050">
              <a:solidFill>
                <a:schemeClr val="accent1"/>
              </a:solidFill>
              <a:prstDash val="solid"/>
              <a:round/>
              <a:headEnd len="sm" w="sm" type="none"/>
              <a:tailEnd len="sm" w="sm" type="none"/>
            </a:ln>
          </p:spPr>
        </p:cxnSp>
        <p:sp>
          <p:nvSpPr>
            <p:cNvPr id="1650" name="Google Shape;1650;g23d4a897f4b_0_1968"/>
            <p:cNvSpPr txBox="1"/>
            <p:nvPr/>
          </p:nvSpPr>
          <p:spPr>
            <a:xfrm>
              <a:off x="4591297" y="2665420"/>
              <a:ext cx="582300" cy="23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Libre Franklin"/>
                  <a:ea typeface="Libre Franklin"/>
                  <a:cs typeface="Libre Franklin"/>
                  <a:sym typeface="Libre Franklin"/>
                </a:rPr>
                <a:t>ALU</a:t>
              </a:r>
              <a:endParaRPr b="0" i="0" sz="1400" u="none" cap="none" strike="noStrike">
                <a:solidFill>
                  <a:srgbClr val="000000"/>
                </a:solidFill>
                <a:latin typeface="Arial"/>
                <a:ea typeface="Arial"/>
                <a:cs typeface="Arial"/>
                <a:sym typeface="Arial"/>
              </a:endParaRPr>
            </a:p>
          </p:txBody>
        </p:sp>
      </p:grpSp>
      <p:sp>
        <p:nvSpPr>
          <p:cNvPr id="1651" name="Google Shape;1651;g23d4a897f4b_0_1968"/>
          <p:cNvSpPr/>
          <p:nvPr/>
        </p:nvSpPr>
        <p:spPr>
          <a:xfrm>
            <a:off x="5980975" y="1359925"/>
            <a:ext cx="1083900" cy="49899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52" name="Google Shape;1652;g23d4a897f4b_0_1968"/>
          <p:cNvSpPr/>
          <p:nvPr/>
        </p:nvSpPr>
        <p:spPr>
          <a:xfrm>
            <a:off x="6007925" y="3124800"/>
            <a:ext cx="1034400" cy="1477200"/>
          </a:xfrm>
          <a:prstGeom prst="rect">
            <a:avLst/>
          </a:prstGeom>
          <a:solidFill>
            <a:schemeClr val="lt1"/>
          </a:solidFill>
          <a:ln cap="flat" cmpd="sng" w="349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4770 </a:t>
            </a:r>
            <a:r>
              <a:rPr b="0" i="0" lang="en-US" sz="1800" u="none" cap="none" strike="noStrike">
                <a:solidFill>
                  <a:schemeClr val="dk1"/>
                </a:solidFill>
                <a:latin typeface="Libre Franklin"/>
                <a:ea typeface="Libre Franklin"/>
                <a:cs typeface="Libre Franklin"/>
                <a:sym typeface="Libre Franklin"/>
              </a:rPr>
              <a:t>2000</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188B</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2201</a:t>
            </a:r>
            <a:endParaRPr b="0" i="0" sz="1800" u="none" cap="none" strike="noStrike">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2100</a:t>
            </a:r>
            <a:endParaRPr b="0" i="0" sz="1400" u="none" cap="none" strike="noStrike">
              <a:solidFill>
                <a:srgbClr val="000000"/>
              </a:solidFill>
              <a:latin typeface="Arial"/>
              <a:ea typeface="Arial"/>
              <a:cs typeface="Arial"/>
              <a:sym typeface="Arial"/>
            </a:endParaRPr>
          </a:p>
        </p:txBody>
      </p:sp>
      <p:sp>
        <p:nvSpPr>
          <p:cNvPr id="1653" name="Google Shape;1653;g23d4a897f4b_0_1968"/>
          <p:cNvSpPr txBox="1"/>
          <p:nvPr/>
        </p:nvSpPr>
        <p:spPr>
          <a:xfrm>
            <a:off x="3728556" y="1175275"/>
            <a:ext cx="514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pc</a:t>
            </a:r>
            <a:endParaRPr b="0" i="0" sz="1400" u="none" cap="none" strike="noStrike">
              <a:solidFill>
                <a:srgbClr val="000000"/>
              </a:solidFill>
              <a:latin typeface="Arial"/>
              <a:ea typeface="Arial"/>
              <a:cs typeface="Arial"/>
              <a:sym typeface="Arial"/>
            </a:endParaRPr>
          </a:p>
        </p:txBody>
      </p:sp>
      <p:sp>
        <p:nvSpPr>
          <p:cNvPr id="1654" name="Google Shape;1654;g23d4a897f4b_0_1968"/>
          <p:cNvSpPr txBox="1"/>
          <p:nvPr/>
        </p:nvSpPr>
        <p:spPr>
          <a:xfrm>
            <a:off x="4025250" y="1729225"/>
            <a:ext cx="693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lr</a:t>
            </a:r>
            <a:endParaRPr b="0" i="0" sz="1800" u="none" cap="none" strike="noStrike">
              <a:solidFill>
                <a:schemeClr val="dk1"/>
              </a:solidFill>
              <a:latin typeface="Libre Franklin"/>
              <a:ea typeface="Libre Franklin"/>
              <a:cs typeface="Libre Franklin"/>
              <a:sym typeface="Libre Franklin"/>
            </a:endParaRPr>
          </a:p>
        </p:txBody>
      </p:sp>
      <p:sp>
        <p:nvSpPr>
          <p:cNvPr id="1655" name="Google Shape;1655;g23d4a897f4b_0_1968"/>
          <p:cNvSpPr txBox="1"/>
          <p:nvPr/>
        </p:nvSpPr>
        <p:spPr>
          <a:xfrm>
            <a:off x="3222150" y="1937225"/>
            <a:ext cx="585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sp</a:t>
            </a:r>
            <a:endParaRPr b="0" i="0" sz="1800" u="none" cap="none" strike="noStrike">
              <a:solidFill>
                <a:schemeClr val="dk1"/>
              </a:solidFill>
              <a:latin typeface="Libre Franklin"/>
              <a:ea typeface="Libre Franklin"/>
              <a:cs typeface="Libre Franklin"/>
              <a:sym typeface="Libre Franklin"/>
            </a:endParaRPr>
          </a:p>
        </p:txBody>
      </p:sp>
      <p:sp>
        <p:nvSpPr>
          <p:cNvPr id="1656" name="Google Shape;1656;g23d4a897f4b_0_1968"/>
          <p:cNvSpPr txBox="1"/>
          <p:nvPr/>
        </p:nvSpPr>
        <p:spPr>
          <a:xfrm>
            <a:off x="7154299" y="6000525"/>
            <a:ext cx="184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0x00000000</a:t>
            </a:r>
            <a:endParaRPr b="0" i="0" sz="1400" u="none" cap="none" strike="noStrike">
              <a:solidFill>
                <a:srgbClr val="000000"/>
              </a:solidFill>
              <a:latin typeface="Arial"/>
              <a:ea typeface="Arial"/>
              <a:cs typeface="Arial"/>
              <a:sym typeface="Arial"/>
            </a:endParaRPr>
          </a:p>
        </p:txBody>
      </p:sp>
      <p:sp>
        <p:nvSpPr>
          <p:cNvPr id="1657" name="Google Shape;1657;g23d4a897f4b_0_1968"/>
          <p:cNvSpPr txBox="1"/>
          <p:nvPr/>
        </p:nvSpPr>
        <p:spPr>
          <a:xfrm>
            <a:off x="7101300" y="1359925"/>
            <a:ext cx="1666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0xFFFFFFFF</a:t>
            </a:r>
            <a:endParaRPr b="0" i="0" sz="1400" u="none" cap="none" strike="noStrike">
              <a:solidFill>
                <a:srgbClr val="000000"/>
              </a:solidFill>
              <a:latin typeface="Arial"/>
              <a:ea typeface="Arial"/>
              <a:cs typeface="Arial"/>
              <a:sym typeface="Arial"/>
            </a:endParaRPr>
          </a:p>
        </p:txBody>
      </p:sp>
      <p:sp>
        <p:nvSpPr>
          <p:cNvPr id="1658" name="Google Shape;1658;g23d4a897f4b_0_1968"/>
          <p:cNvSpPr txBox="1"/>
          <p:nvPr/>
        </p:nvSpPr>
        <p:spPr>
          <a:xfrm>
            <a:off x="2306804" y="6198500"/>
            <a:ext cx="136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Registers</a:t>
            </a:r>
            <a:endParaRPr b="0" i="0" sz="1400" u="none" cap="none" strike="noStrike">
              <a:solidFill>
                <a:srgbClr val="000000"/>
              </a:solidFill>
              <a:latin typeface="Arial"/>
              <a:ea typeface="Arial"/>
              <a:cs typeface="Arial"/>
              <a:sym typeface="Arial"/>
            </a:endParaRPr>
          </a:p>
        </p:txBody>
      </p:sp>
      <p:sp>
        <p:nvSpPr>
          <p:cNvPr id="1659" name="Google Shape;1659;g23d4a897f4b_0_1968"/>
          <p:cNvSpPr txBox="1"/>
          <p:nvPr/>
        </p:nvSpPr>
        <p:spPr>
          <a:xfrm>
            <a:off x="6051200" y="6349825"/>
            <a:ext cx="1197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Memory</a:t>
            </a:r>
            <a:endParaRPr b="0" i="0" sz="1400" u="none" cap="none" strike="noStrike">
              <a:solidFill>
                <a:srgbClr val="000000"/>
              </a:solidFill>
              <a:latin typeface="Arial"/>
              <a:ea typeface="Arial"/>
              <a:cs typeface="Arial"/>
              <a:sym typeface="Arial"/>
            </a:endParaRPr>
          </a:p>
        </p:txBody>
      </p:sp>
      <p:sp>
        <p:nvSpPr>
          <p:cNvPr id="1660" name="Google Shape;1660;g23d4a897f4b_0_1968"/>
          <p:cNvSpPr txBox="1"/>
          <p:nvPr/>
        </p:nvSpPr>
        <p:spPr>
          <a:xfrm>
            <a:off x="7183647" y="957913"/>
            <a:ext cx="1197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Address</a:t>
            </a:r>
            <a:endParaRPr b="0" i="0" sz="1400" u="none" cap="none" strike="noStrike">
              <a:solidFill>
                <a:srgbClr val="000000"/>
              </a:solidFill>
              <a:latin typeface="Arial"/>
              <a:ea typeface="Arial"/>
              <a:cs typeface="Arial"/>
              <a:sym typeface="Arial"/>
            </a:endParaRPr>
          </a:p>
        </p:txBody>
      </p:sp>
      <p:sp>
        <p:nvSpPr>
          <p:cNvPr id="1661" name="Google Shape;1661;g23d4a897f4b_0_1968"/>
          <p:cNvSpPr txBox="1"/>
          <p:nvPr/>
        </p:nvSpPr>
        <p:spPr>
          <a:xfrm>
            <a:off x="6240150" y="1052825"/>
            <a:ext cx="693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Data</a:t>
            </a:r>
            <a:endParaRPr b="0" i="0" sz="1400" u="none" cap="none" strike="noStrike">
              <a:solidFill>
                <a:srgbClr val="000000"/>
              </a:solidFill>
              <a:latin typeface="Arial"/>
              <a:ea typeface="Arial"/>
              <a:cs typeface="Arial"/>
              <a:sym typeface="Arial"/>
            </a:endParaRPr>
          </a:p>
        </p:txBody>
      </p:sp>
      <p:sp>
        <p:nvSpPr>
          <p:cNvPr id="1662" name="Google Shape;1662;g23d4a897f4b_0_1968"/>
          <p:cNvSpPr txBox="1"/>
          <p:nvPr/>
        </p:nvSpPr>
        <p:spPr>
          <a:xfrm>
            <a:off x="4743450" y="6096000"/>
            <a:ext cx="857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Libre Franklin"/>
                <a:ea typeface="Libre Franklin"/>
                <a:cs typeface="Libre Franklin"/>
                <a:sym typeface="Libre Franklin"/>
              </a:rPr>
              <a:t>CPU</a:t>
            </a:r>
            <a:endParaRPr b="0" i="0" sz="1400" u="none" cap="none" strike="noStrike">
              <a:solidFill>
                <a:srgbClr val="000000"/>
              </a:solidFill>
              <a:latin typeface="Arial"/>
              <a:ea typeface="Arial"/>
              <a:cs typeface="Arial"/>
              <a:sym typeface="Arial"/>
            </a:endParaRPr>
          </a:p>
        </p:txBody>
      </p:sp>
      <p:cxnSp>
        <p:nvCxnSpPr>
          <p:cNvPr id="1663" name="Google Shape;1663;g23d4a897f4b_0_1968"/>
          <p:cNvCxnSpPr/>
          <p:nvPr/>
        </p:nvCxnSpPr>
        <p:spPr>
          <a:xfrm>
            <a:off x="4025256" y="1365750"/>
            <a:ext cx="2214900" cy="1992900"/>
          </a:xfrm>
          <a:prstGeom prst="bentConnector3">
            <a:avLst>
              <a:gd fmla="val 50000" name="adj1"/>
            </a:avLst>
          </a:prstGeom>
          <a:noFill/>
          <a:ln cap="flat" cmpd="sng" w="34925">
            <a:solidFill>
              <a:srgbClr val="FF0000"/>
            </a:solidFill>
            <a:prstDash val="solid"/>
            <a:round/>
            <a:headEnd len="sm" w="sm" type="none"/>
            <a:tailEnd len="lg" w="lg" type="triangle"/>
          </a:ln>
        </p:spPr>
      </p:cxnSp>
      <p:sp>
        <p:nvSpPr>
          <p:cNvPr id="1664" name="Google Shape;1664;g23d4a897f4b_0_1968"/>
          <p:cNvSpPr/>
          <p:nvPr/>
        </p:nvSpPr>
        <p:spPr>
          <a:xfrm>
            <a:off x="7154299" y="3126275"/>
            <a:ext cx="2066100" cy="147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0x080001B0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0x080001AC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id="1669" name="Google Shape;1669;g23d4a897f4b_0_0"/>
          <p:cNvSpPr txBox="1"/>
          <p:nvPr>
            <p:ph type="title"/>
          </p:nvPr>
        </p:nvSpPr>
        <p:spPr>
          <a:xfrm>
            <a:off x="1028700" y="685800"/>
            <a:ext cx="7098900" cy="7467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sz="3400"/>
              <a:t>Example: Calculate the Sum of an Array</a:t>
            </a:r>
            <a:endParaRPr sz="3400"/>
          </a:p>
        </p:txBody>
      </p:sp>
      <p:sp>
        <p:nvSpPr>
          <p:cNvPr id="1670" name="Google Shape;1670;g23d4a897f4b_0_0"/>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671" name="Google Shape;1671;g23d4a897f4b_0_0"/>
          <p:cNvSpPr/>
          <p:nvPr/>
        </p:nvSpPr>
        <p:spPr>
          <a:xfrm>
            <a:off x="2936525" y="2068550"/>
            <a:ext cx="4085700" cy="37437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int a[10] = {1, 2, 3, 4, 5, 6, 7, 8, 9,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int total;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int main(void){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int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total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for (i = 0; i &lt; 10; i++) {</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total += a[i];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	while(1);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Franklin"/>
                <a:ea typeface="Libre Franklin"/>
                <a:cs typeface="Libre Franklin"/>
                <a:sym typeface="Libre Franklin"/>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sp>
        <p:nvSpPr>
          <p:cNvPr id="1677" name="Google Shape;1677;g23d4a897f4b_0_6"/>
          <p:cNvSpPr txBox="1"/>
          <p:nvPr>
            <p:ph type="title"/>
          </p:nvPr>
        </p:nvSpPr>
        <p:spPr>
          <a:xfrm>
            <a:off x="1028700" y="685800"/>
            <a:ext cx="7661700" cy="10293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chemeClr val="dk2"/>
              </a:buClr>
              <a:buSzPct val="110000"/>
              <a:buFont typeface="Libre Franklin"/>
              <a:buNone/>
            </a:pPr>
            <a:r>
              <a:rPr lang="en-US" sz="4000"/>
              <a:t>Example: Calculate the Sum of an Array</a:t>
            </a:r>
            <a:endParaRPr sz="4000"/>
          </a:p>
        </p:txBody>
      </p:sp>
      <p:sp>
        <p:nvSpPr>
          <p:cNvPr id="1678" name="Google Shape;1678;g23d4a897f4b_0_6"/>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679" name="Google Shape;1679;g23d4a897f4b_0_6"/>
          <p:cNvSpPr/>
          <p:nvPr/>
        </p:nvSpPr>
        <p:spPr>
          <a:xfrm>
            <a:off x="1371600" y="3289425"/>
            <a:ext cx="1235700" cy="12015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Libre Franklin"/>
                <a:ea typeface="Libre Franklin"/>
                <a:cs typeface="Libre Franklin"/>
                <a:sym typeface="Libre Franklin"/>
              </a:rPr>
              <a:t>CPU </a:t>
            </a:r>
            <a:endParaRPr b="0" i="0" sz="1400" u="none" cap="none" strike="noStrike">
              <a:solidFill>
                <a:srgbClr val="000000"/>
              </a:solidFill>
              <a:latin typeface="Arial"/>
              <a:ea typeface="Arial"/>
              <a:cs typeface="Arial"/>
              <a:sym typeface="Arial"/>
            </a:endParaRPr>
          </a:p>
        </p:txBody>
      </p:sp>
      <p:sp>
        <p:nvSpPr>
          <p:cNvPr id="1680" name="Google Shape;1680;g23d4a897f4b_0_6"/>
          <p:cNvSpPr/>
          <p:nvPr/>
        </p:nvSpPr>
        <p:spPr>
          <a:xfrm>
            <a:off x="4743450" y="1948232"/>
            <a:ext cx="1543200" cy="25428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Libre Franklin"/>
              <a:ea typeface="Libre Franklin"/>
              <a:cs typeface="Libre Franklin"/>
              <a:sym typeface="Libre Franklin"/>
            </a:endParaRPr>
          </a:p>
        </p:txBody>
      </p:sp>
      <p:sp>
        <p:nvSpPr>
          <p:cNvPr id="1681" name="Google Shape;1681;g23d4a897f4b_0_6"/>
          <p:cNvSpPr/>
          <p:nvPr/>
        </p:nvSpPr>
        <p:spPr>
          <a:xfrm>
            <a:off x="6400800" y="3289437"/>
            <a:ext cx="1543200" cy="11967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Libre Franklin"/>
                <a:ea typeface="Libre Franklin"/>
                <a:cs typeface="Libre Franklin"/>
                <a:sym typeface="Libre Franklin"/>
              </a:rPr>
              <a:t>I/O Devices</a:t>
            </a:r>
            <a:endParaRPr b="0" i="0" sz="1400" u="none" cap="none" strike="noStrike">
              <a:solidFill>
                <a:srgbClr val="000000"/>
              </a:solidFill>
              <a:latin typeface="Arial"/>
              <a:ea typeface="Arial"/>
              <a:cs typeface="Arial"/>
              <a:sym typeface="Arial"/>
            </a:endParaRPr>
          </a:p>
        </p:txBody>
      </p:sp>
      <p:sp>
        <p:nvSpPr>
          <p:cNvPr id="1682" name="Google Shape;1682;g23d4a897f4b_0_6"/>
          <p:cNvSpPr/>
          <p:nvPr/>
        </p:nvSpPr>
        <p:spPr>
          <a:xfrm>
            <a:off x="2028825" y="4491083"/>
            <a:ext cx="285900" cy="627300"/>
          </a:xfrm>
          <a:prstGeom prst="upDownArrow">
            <a:avLst>
              <a:gd fmla="val 50000" name="adj1"/>
              <a:gd fmla="val 50000" name="adj2"/>
            </a:avLst>
          </a:prstGeom>
          <a:solidFill>
            <a:schemeClr val="lt1"/>
          </a:solidFill>
          <a:ln cap="flat" cmpd="sng" w="349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83" name="Google Shape;1683;g23d4a897f4b_0_6"/>
          <p:cNvSpPr/>
          <p:nvPr/>
        </p:nvSpPr>
        <p:spPr>
          <a:xfrm>
            <a:off x="5372100" y="4503895"/>
            <a:ext cx="285900" cy="614400"/>
          </a:xfrm>
          <a:prstGeom prst="upDownArrow">
            <a:avLst>
              <a:gd fmla="val 50000" name="adj1"/>
              <a:gd fmla="val 50000" name="adj2"/>
            </a:avLst>
          </a:prstGeom>
          <a:solidFill>
            <a:schemeClr val="lt1"/>
          </a:solidFill>
          <a:ln cap="flat" cmpd="sng" w="349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84" name="Google Shape;1684;g23d4a897f4b_0_6"/>
          <p:cNvSpPr/>
          <p:nvPr/>
        </p:nvSpPr>
        <p:spPr>
          <a:xfrm>
            <a:off x="7029450" y="4491083"/>
            <a:ext cx="285900" cy="627300"/>
          </a:xfrm>
          <a:prstGeom prst="upDownArrow">
            <a:avLst>
              <a:gd fmla="val 50000" name="adj1"/>
              <a:gd fmla="val 50000" name="adj2"/>
            </a:avLst>
          </a:prstGeom>
          <a:solidFill>
            <a:schemeClr val="lt1"/>
          </a:solidFill>
          <a:ln cap="flat" cmpd="sng" w="349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85" name="Google Shape;1685;g23d4a897f4b_0_6"/>
          <p:cNvSpPr/>
          <p:nvPr/>
        </p:nvSpPr>
        <p:spPr>
          <a:xfrm>
            <a:off x="1600200" y="5042037"/>
            <a:ext cx="6057900" cy="304800"/>
          </a:xfrm>
          <a:prstGeom prst="leftRightArrow">
            <a:avLst>
              <a:gd fmla="val 50000" name="adj1"/>
              <a:gd fmla="val 50000" name="adj2"/>
            </a:avLst>
          </a:prstGeom>
          <a:solidFill>
            <a:schemeClr val="lt1"/>
          </a:solidFill>
          <a:ln cap="flat" cmpd="sng" w="349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86" name="Google Shape;1686;g23d4a897f4b_0_6"/>
          <p:cNvSpPr/>
          <p:nvPr/>
        </p:nvSpPr>
        <p:spPr>
          <a:xfrm>
            <a:off x="2687038" y="1948225"/>
            <a:ext cx="1942200" cy="25428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Libre Franklin"/>
              <a:ea typeface="Libre Franklin"/>
              <a:cs typeface="Libre Franklin"/>
              <a:sym typeface="Libre Franklin"/>
            </a:endParaRPr>
          </a:p>
        </p:txBody>
      </p:sp>
      <p:sp>
        <p:nvSpPr>
          <p:cNvPr id="1687" name="Google Shape;1687;g23d4a897f4b_0_6"/>
          <p:cNvSpPr/>
          <p:nvPr/>
        </p:nvSpPr>
        <p:spPr>
          <a:xfrm>
            <a:off x="3714750" y="4491083"/>
            <a:ext cx="285900" cy="627300"/>
          </a:xfrm>
          <a:prstGeom prst="upDownArrow">
            <a:avLst>
              <a:gd fmla="val 50000" name="adj1"/>
              <a:gd fmla="val 50000" name="adj2"/>
            </a:avLst>
          </a:prstGeom>
          <a:solidFill>
            <a:schemeClr val="lt1"/>
          </a:solidFill>
          <a:ln cap="flat" cmpd="sng" w="349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id="1688" name="Google Shape;1688;g23d4a897f4b_0_6"/>
          <p:cNvSpPr/>
          <p:nvPr/>
        </p:nvSpPr>
        <p:spPr>
          <a:xfrm>
            <a:off x="4743450" y="1936314"/>
            <a:ext cx="1543200" cy="646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Libre Franklin"/>
                <a:ea typeface="Libre Franklin"/>
                <a:cs typeface="Libre Franklin"/>
                <a:sym typeface="Libre Franklin"/>
              </a:rPr>
              <a:t>Data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Libre Franklin"/>
                <a:ea typeface="Libre Franklin"/>
                <a:cs typeface="Libre Franklin"/>
                <a:sym typeface="Libre Franklin"/>
              </a:rPr>
              <a:t>Memory (RAM)</a:t>
            </a:r>
            <a:endParaRPr b="0" i="0" sz="1400" u="none" cap="none" strike="noStrike">
              <a:solidFill>
                <a:srgbClr val="000000"/>
              </a:solidFill>
              <a:latin typeface="Arial"/>
              <a:ea typeface="Arial"/>
              <a:cs typeface="Arial"/>
              <a:sym typeface="Arial"/>
            </a:endParaRPr>
          </a:p>
        </p:txBody>
      </p:sp>
      <p:sp>
        <p:nvSpPr>
          <p:cNvPr id="1689" name="Google Shape;1689;g23d4a897f4b_0_6"/>
          <p:cNvSpPr/>
          <p:nvPr/>
        </p:nvSpPr>
        <p:spPr>
          <a:xfrm>
            <a:off x="3081387" y="1948233"/>
            <a:ext cx="1547700" cy="646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Libre Franklin"/>
                <a:ea typeface="Libre Franklin"/>
                <a:cs typeface="Libre Franklin"/>
                <a:sym typeface="Libre Franklin"/>
              </a:rPr>
              <a:t>Instruction Memory (Flash)</a:t>
            </a:r>
            <a:endParaRPr b="0" i="0" sz="1400" u="none" cap="none" strike="noStrike">
              <a:solidFill>
                <a:srgbClr val="000000"/>
              </a:solidFill>
              <a:latin typeface="Arial"/>
              <a:ea typeface="Arial"/>
              <a:cs typeface="Arial"/>
              <a:sym typeface="Arial"/>
            </a:endParaRPr>
          </a:p>
        </p:txBody>
      </p:sp>
      <p:sp>
        <p:nvSpPr>
          <p:cNvPr id="1690" name="Google Shape;1690;g23d4a897f4b_0_6"/>
          <p:cNvSpPr/>
          <p:nvPr/>
        </p:nvSpPr>
        <p:spPr>
          <a:xfrm>
            <a:off x="2814425" y="2921425"/>
            <a:ext cx="1814700" cy="156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int main(void){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int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total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for (i = 0; i &lt; 10; 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total += a[i];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while(1);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a:t>
            </a:r>
            <a:endParaRPr b="0" i="0" sz="1400" u="none" cap="none" strike="noStrike">
              <a:solidFill>
                <a:srgbClr val="000000"/>
              </a:solidFill>
              <a:latin typeface="Arial"/>
              <a:ea typeface="Arial"/>
              <a:cs typeface="Arial"/>
              <a:sym typeface="Arial"/>
            </a:endParaRPr>
          </a:p>
        </p:txBody>
      </p:sp>
      <p:sp>
        <p:nvSpPr>
          <p:cNvPr id="1691" name="Google Shape;1691;g23d4a897f4b_0_6"/>
          <p:cNvSpPr/>
          <p:nvPr/>
        </p:nvSpPr>
        <p:spPr>
          <a:xfrm>
            <a:off x="4743450" y="2989355"/>
            <a:ext cx="1543200" cy="6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Libre Franklin"/>
                <a:ea typeface="Libre Franklin"/>
                <a:cs typeface="Libre Franklin"/>
                <a:sym typeface="Libre Franklin"/>
              </a:rPr>
              <a:t>int a[10] = {1, 2, 3, 4, 5, 6, 7, 8, 9,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Libre Franklin"/>
                <a:ea typeface="Libre Franklin"/>
                <a:cs typeface="Libre Franklin"/>
                <a:sym typeface="Libre Franklin"/>
              </a:rPr>
              <a:t>int total;</a:t>
            </a:r>
            <a:endParaRPr b="0" i="0" sz="1400" u="none" cap="none" strike="noStrike">
              <a:solidFill>
                <a:srgbClr val="000000"/>
              </a:solidFill>
              <a:latin typeface="Arial"/>
              <a:ea typeface="Arial"/>
              <a:cs typeface="Arial"/>
              <a:sym typeface="Arial"/>
            </a:endParaRPr>
          </a:p>
        </p:txBody>
      </p:sp>
      <p:sp>
        <p:nvSpPr>
          <p:cNvPr id="1692" name="Google Shape;1692;g23d4a897f4b_0_6"/>
          <p:cNvSpPr txBox="1"/>
          <p:nvPr/>
        </p:nvSpPr>
        <p:spPr>
          <a:xfrm>
            <a:off x="2439166" y="4419600"/>
            <a:ext cx="1343400" cy="5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FF0000"/>
                </a:solidFill>
                <a:latin typeface="Libre Franklin"/>
                <a:ea typeface="Libre Franklin"/>
                <a:cs typeface="Libre Franklin"/>
                <a:sym typeface="Libre Franklin"/>
              </a:rPr>
              <a:t>Starting memory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FF0000"/>
                </a:solidFill>
                <a:latin typeface="Libre Franklin"/>
                <a:ea typeface="Libre Franklin"/>
                <a:cs typeface="Libre Franklin"/>
                <a:sym typeface="Libre Franklin"/>
              </a:rPr>
              <a:t>0x08000000</a:t>
            </a:r>
            <a:endParaRPr b="0" i="0" sz="1400" u="none" cap="none" strike="noStrike">
              <a:solidFill>
                <a:srgbClr val="000000"/>
              </a:solidFill>
              <a:latin typeface="Arial"/>
              <a:ea typeface="Arial"/>
              <a:cs typeface="Arial"/>
              <a:sym typeface="Arial"/>
            </a:endParaRPr>
          </a:p>
        </p:txBody>
      </p:sp>
      <p:sp>
        <p:nvSpPr>
          <p:cNvPr id="1693" name="Google Shape;1693;g23d4a897f4b_0_6"/>
          <p:cNvSpPr txBox="1"/>
          <p:nvPr/>
        </p:nvSpPr>
        <p:spPr>
          <a:xfrm>
            <a:off x="4782554" y="3842400"/>
            <a:ext cx="1343400" cy="5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FF0000"/>
                </a:solidFill>
                <a:latin typeface="Libre Franklin"/>
                <a:ea typeface="Libre Franklin"/>
                <a:cs typeface="Libre Franklin"/>
                <a:sym typeface="Libre Franklin"/>
              </a:rPr>
              <a:t>Starting memory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FF0000"/>
                </a:solidFill>
                <a:latin typeface="Libre Franklin"/>
                <a:ea typeface="Libre Franklin"/>
                <a:cs typeface="Libre Franklin"/>
                <a:sym typeface="Libre Franklin"/>
              </a:rPr>
              <a:t>0x20000000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8" name="Shape 1698"/>
        <p:cNvGrpSpPr/>
        <p:nvPr/>
      </p:nvGrpSpPr>
      <p:grpSpPr>
        <a:xfrm>
          <a:off x="0" y="0"/>
          <a:ext cx="0" cy="0"/>
          <a:chOff x="0" y="0"/>
          <a:chExt cx="0" cy="0"/>
        </a:xfrm>
      </p:grpSpPr>
      <p:sp>
        <p:nvSpPr>
          <p:cNvPr id="1699" name="Google Shape;1699;g23d4a897f4b_0_27"/>
          <p:cNvSpPr txBox="1"/>
          <p:nvPr>
            <p:ph type="title"/>
          </p:nvPr>
        </p:nvSpPr>
        <p:spPr>
          <a:xfrm>
            <a:off x="707100" y="867873"/>
            <a:ext cx="7200900" cy="8160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chemeClr val="dk2"/>
              </a:buClr>
              <a:buSzPct val="100000"/>
              <a:buFont typeface="Libre Franklin"/>
              <a:buNone/>
            </a:pPr>
            <a:r>
              <a:rPr lang="en-US" sz="3600"/>
              <a:t>Example: Calculate the Sum of an Array</a:t>
            </a:r>
            <a:endParaRPr/>
          </a:p>
        </p:txBody>
      </p:sp>
      <p:sp>
        <p:nvSpPr>
          <p:cNvPr id="1700" name="Google Shape;1700;g23d4a897f4b_0_27"/>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701" name="Google Shape;1701;g23d4a897f4b_0_27"/>
          <p:cNvSpPr/>
          <p:nvPr/>
        </p:nvSpPr>
        <p:spPr>
          <a:xfrm>
            <a:off x="879451" y="2049700"/>
            <a:ext cx="1643100" cy="28350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Libre Franklin"/>
              <a:ea typeface="Libre Franklin"/>
              <a:cs typeface="Libre Franklin"/>
              <a:sym typeface="Libre Franklin"/>
            </a:endParaRPr>
          </a:p>
        </p:txBody>
      </p:sp>
      <p:sp>
        <p:nvSpPr>
          <p:cNvPr id="1702" name="Google Shape;1702;g23d4a897f4b_0_27"/>
          <p:cNvSpPr/>
          <p:nvPr/>
        </p:nvSpPr>
        <p:spPr>
          <a:xfrm>
            <a:off x="1013001" y="2164426"/>
            <a:ext cx="1547700" cy="646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Libre Franklin"/>
                <a:ea typeface="Libre Franklin"/>
                <a:cs typeface="Libre Franklin"/>
                <a:sym typeface="Libre Franklin"/>
              </a:rPr>
              <a:t>Instruction Memory (Flash)</a:t>
            </a:r>
            <a:endParaRPr b="0" i="0" sz="1400" u="none" cap="none" strike="noStrike">
              <a:solidFill>
                <a:srgbClr val="000000"/>
              </a:solidFill>
              <a:latin typeface="Arial"/>
              <a:ea typeface="Arial"/>
              <a:cs typeface="Arial"/>
              <a:sym typeface="Arial"/>
            </a:endParaRPr>
          </a:p>
        </p:txBody>
      </p:sp>
      <p:sp>
        <p:nvSpPr>
          <p:cNvPr id="1703" name="Google Shape;1703;g23d4a897f4b_0_27"/>
          <p:cNvSpPr/>
          <p:nvPr/>
        </p:nvSpPr>
        <p:spPr>
          <a:xfrm>
            <a:off x="1056464" y="3146241"/>
            <a:ext cx="1543200" cy="156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int main(void){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int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total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for (i = 0; i &lt; 10; 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total += a[i];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    while(1);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Libre Franklin"/>
                <a:ea typeface="Libre Franklin"/>
                <a:cs typeface="Libre Franklin"/>
                <a:sym typeface="Libre Franklin"/>
              </a:rPr>
              <a:t>}</a:t>
            </a:r>
            <a:endParaRPr b="0" i="0" sz="1400" u="none" cap="none" strike="noStrike">
              <a:solidFill>
                <a:srgbClr val="000000"/>
              </a:solidFill>
              <a:latin typeface="Arial"/>
              <a:ea typeface="Arial"/>
              <a:cs typeface="Arial"/>
              <a:sym typeface="Arial"/>
            </a:endParaRPr>
          </a:p>
        </p:txBody>
      </p:sp>
      <p:sp>
        <p:nvSpPr>
          <p:cNvPr id="1704" name="Google Shape;1704;g23d4a897f4b_0_27"/>
          <p:cNvSpPr txBox="1"/>
          <p:nvPr/>
        </p:nvSpPr>
        <p:spPr>
          <a:xfrm>
            <a:off x="879454" y="5154468"/>
            <a:ext cx="1343400" cy="5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FF0000"/>
                </a:solidFill>
                <a:latin typeface="Libre Franklin"/>
                <a:ea typeface="Libre Franklin"/>
                <a:cs typeface="Libre Franklin"/>
                <a:sym typeface="Libre Franklin"/>
              </a:rPr>
              <a:t>Starting memory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FF0000"/>
                </a:solidFill>
                <a:latin typeface="Libre Franklin"/>
                <a:ea typeface="Libre Franklin"/>
                <a:cs typeface="Libre Franklin"/>
                <a:sym typeface="Libre Franklin"/>
              </a:rPr>
              <a:t>0x08000000</a:t>
            </a:r>
            <a:endParaRPr b="0" i="0" sz="1400" u="none" cap="none" strike="noStrike">
              <a:solidFill>
                <a:srgbClr val="000000"/>
              </a:solidFill>
              <a:latin typeface="Arial"/>
              <a:ea typeface="Arial"/>
              <a:cs typeface="Arial"/>
              <a:sym typeface="Arial"/>
            </a:endParaRPr>
          </a:p>
        </p:txBody>
      </p:sp>
      <p:graphicFrame>
        <p:nvGraphicFramePr>
          <p:cNvPr id="1705" name="Google Shape;1705;g23d4a897f4b_0_27"/>
          <p:cNvGraphicFramePr/>
          <p:nvPr/>
        </p:nvGraphicFramePr>
        <p:xfrm>
          <a:off x="3470000" y="1414819"/>
          <a:ext cx="3000000" cy="3000000"/>
        </p:xfrm>
        <a:graphic>
          <a:graphicData uri="http://schemas.openxmlformats.org/drawingml/2006/table">
            <a:tbl>
              <a:tblPr bandCol="1" bandRow="1" firstCol="1" firstRow="1">
                <a:noFill/>
                <a:tableStyleId>{1382893B-5562-418D-B9E1-4DB01A97DB84}</a:tableStyleId>
              </a:tblPr>
              <a:tblGrid>
                <a:gridCol w="1867900"/>
              </a:tblGrid>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0010 0001 0000 0000</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0100 1010 0000 1000</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0110 0000 0001 0001</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0010 0000 0000 0000</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1110 0000 0000 1000</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0100 1001 0000 0111</a:t>
                      </a:r>
                      <a:endParaRPr b="1" sz="1400" u="none" cap="none" strike="noStrike">
                        <a:latin typeface="Cambria"/>
                        <a:ea typeface="Cambria"/>
                        <a:cs typeface="Cambria"/>
                        <a:sym typeface="Cambria"/>
                      </a:endParaRPr>
                    </a:p>
                  </a:txBody>
                  <a:tcPr marT="0" marB="0" marR="68575" marL="68575"/>
                </a:tc>
              </a:tr>
              <a:tr h="5857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1111 1000 0101 0001</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0001 0000 0010 0000</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0100 1010 0000 0100</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0110 1000 0001 0010</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0100 0100 0001 0001</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0100 1010 0000 0011</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0110 0000 0001 0001</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0001 1100 0100 0000</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0010 1000 0000 1010</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1101 1011 1111 0100</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1011 1111 0000 0000</a:t>
                      </a:r>
                      <a:endParaRPr b="1" sz="1400" u="none" cap="none" strike="noStrike">
                        <a:latin typeface="Cambria"/>
                        <a:ea typeface="Cambria"/>
                        <a:cs typeface="Cambria"/>
                        <a:sym typeface="Cambria"/>
                      </a:endParaRPr>
                    </a:p>
                  </a:txBody>
                  <a:tcPr marT="0" marB="0" marR="68575" marL="68575"/>
                </a:tc>
              </a:tr>
              <a:tr h="292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1110 0111 1111 1110</a:t>
                      </a:r>
                      <a:endParaRPr b="1" sz="1400" u="none" cap="none" strike="noStrike">
                        <a:latin typeface="Cambria"/>
                        <a:ea typeface="Cambria"/>
                        <a:cs typeface="Cambria"/>
                        <a:sym typeface="Cambria"/>
                      </a:endParaRPr>
                    </a:p>
                  </a:txBody>
                  <a:tcPr marT="0" marB="0" marR="68575" marL="68575"/>
                </a:tc>
              </a:tr>
            </a:tbl>
          </a:graphicData>
        </a:graphic>
      </p:graphicFrame>
      <p:sp>
        <p:nvSpPr>
          <p:cNvPr id="1706" name="Google Shape;1706;g23d4a897f4b_0_27"/>
          <p:cNvSpPr/>
          <p:nvPr/>
        </p:nvSpPr>
        <p:spPr>
          <a:xfrm>
            <a:off x="3151825" y="1470525"/>
            <a:ext cx="2232600" cy="52713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cxnSp>
        <p:nvCxnSpPr>
          <p:cNvPr id="1707" name="Google Shape;1707;g23d4a897f4b_0_27"/>
          <p:cNvCxnSpPr/>
          <p:nvPr/>
        </p:nvCxnSpPr>
        <p:spPr>
          <a:xfrm flipH="1" rot="10800000">
            <a:off x="2512975" y="1295375"/>
            <a:ext cx="915900" cy="1945800"/>
          </a:xfrm>
          <a:prstGeom prst="straightConnector1">
            <a:avLst/>
          </a:prstGeom>
          <a:noFill/>
          <a:ln cap="flat" cmpd="sng" w="9525">
            <a:solidFill>
              <a:schemeClr val="accent1"/>
            </a:solidFill>
            <a:prstDash val="solid"/>
            <a:round/>
            <a:headEnd len="sm" w="sm" type="none"/>
            <a:tailEnd len="sm" w="sm" type="none"/>
          </a:ln>
        </p:spPr>
      </p:cxnSp>
      <p:cxnSp>
        <p:nvCxnSpPr>
          <p:cNvPr id="1708" name="Google Shape;1708;g23d4a897f4b_0_27"/>
          <p:cNvCxnSpPr/>
          <p:nvPr/>
        </p:nvCxnSpPr>
        <p:spPr>
          <a:xfrm>
            <a:off x="2503575" y="4098425"/>
            <a:ext cx="925200" cy="1769100"/>
          </a:xfrm>
          <a:prstGeom prst="straightConnector1">
            <a:avLst/>
          </a:prstGeom>
          <a:noFill/>
          <a:ln cap="flat" cmpd="sng" w="9525">
            <a:solidFill>
              <a:schemeClr val="accent1"/>
            </a:solidFill>
            <a:prstDash val="solid"/>
            <a:round/>
            <a:headEnd len="sm" w="sm" type="none"/>
            <a:tailEnd len="sm" w="sm" type="none"/>
          </a:ln>
        </p:spPr>
      </p:cxnSp>
      <p:sp>
        <p:nvSpPr>
          <p:cNvPr id="1709" name="Google Shape;1709;g23d4a897f4b_0_27"/>
          <p:cNvSpPr/>
          <p:nvPr/>
        </p:nvSpPr>
        <p:spPr>
          <a:xfrm>
            <a:off x="5423875" y="3326373"/>
            <a:ext cx="400200" cy="228600"/>
          </a:xfrm>
          <a:prstGeom prst="leftRightArrow">
            <a:avLst>
              <a:gd fmla="val 50000" name="adj1"/>
              <a:gd fmla="val 50000" name="adj2"/>
            </a:avLst>
          </a:prstGeom>
          <a:solidFill>
            <a:schemeClr val="accent1"/>
          </a:solid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graphicFrame>
        <p:nvGraphicFramePr>
          <p:cNvPr id="1710" name="Google Shape;1710;g23d4a897f4b_0_27"/>
          <p:cNvGraphicFramePr/>
          <p:nvPr/>
        </p:nvGraphicFramePr>
        <p:xfrm>
          <a:off x="5863525" y="2000150"/>
          <a:ext cx="3000000" cy="3000000"/>
        </p:xfrm>
        <a:graphic>
          <a:graphicData uri="http://schemas.openxmlformats.org/drawingml/2006/table">
            <a:tbl>
              <a:tblPr bandCol="1" bandRow="1" firstCol="1" firstRow="1">
                <a:noFill/>
                <a:tableStyleId>{1382893B-5562-418D-B9E1-4DB01A97DB84}</a:tableStyleId>
              </a:tblPr>
              <a:tblGrid>
                <a:gridCol w="3094500"/>
              </a:tblGrid>
              <a:tr h="2020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MOVS  r1, #0x00</a:t>
                      </a:r>
                      <a:endParaRPr b="1" sz="1400" u="none" cap="none" strike="noStrike">
                        <a:latin typeface="Cambria"/>
                        <a:ea typeface="Cambria"/>
                        <a:cs typeface="Cambria"/>
                        <a:sym typeface="Cambria"/>
                      </a:endParaRPr>
                    </a:p>
                  </a:txBody>
                  <a:tcPr marT="0" marB="0" marR="68575" marL="68575"/>
                </a:tc>
              </a:tr>
              <a:tr h="2864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LDR     r2, = total_addr</a:t>
                      </a:r>
                      <a:endParaRPr b="1" sz="1400" u="none" cap="none" strike="noStrike">
                        <a:latin typeface="Cambria"/>
                        <a:ea typeface="Cambria"/>
                        <a:cs typeface="Cambria"/>
                        <a:sym typeface="Cambria"/>
                      </a:endParaRPr>
                    </a:p>
                  </a:txBody>
                  <a:tcPr marT="0" marB="0" marR="68575" marL="68575"/>
                </a:tc>
              </a:tr>
              <a:tr h="2864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STR      r1, [r2, #0x00]</a:t>
                      </a:r>
                      <a:endParaRPr b="1" sz="1400" u="none" cap="none" strike="noStrike">
                        <a:latin typeface="Cambria"/>
                        <a:ea typeface="Cambria"/>
                        <a:cs typeface="Cambria"/>
                        <a:sym typeface="Cambria"/>
                      </a:endParaRPr>
                    </a:p>
                  </a:txBody>
                  <a:tcPr marT="0" marB="0" marR="68575" marL="68575"/>
                </a:tc>
              </a:tr>
              <a:tr h="2020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MOVS  r0, #0x00</a:t>
                      </a:r>
                      <a:endParaRPr b="1" sz="1400" u="none" cap="none" strike="noStrike">
                        <a:latin typeface="Cambria"/>
                        <a:ea typeface="Cambria"/>
                        <a:cs typeface="Cambria"/>
                        <a:sym typeface="Cambria"/>
                      </a:endParaRPr>
                    </a:p>
                  </a:txBody>
                  <a:tcPr marT="0" marB="0" marR="68575" marL="68575"/>
                </a:tc>
              </a:tr>
              <a:tr h="2020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B          Check</a:t>
                      </a:r>
                      <a:endParaRPr b="1" sz="1400" u="none" cap="none" strike="noStrike">
                        <a:latin typeface="Cambria"/>
                        <a:ea typeface="Cambria"/>
                        <a:cs typeface="Cambria"/>
                        <a:sym typeface="Cambria"/>
                      </a:endParaRPr>
                    </a:p>
                  </a:txBody>
                  <a:tcPr marT="0" marB="0" marR="68575" marL="68575"/>
                </a:tc>
              </a:tr>
              <a:tr h="2864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Loop: LDR      r1, = a_addr</a:t>
                      </a:r>
                      <a:endParaRPr b="1" sz="1400" u="none" cap="none" strike="noStrike">
                        <a:latin typeface="Cambria"/>
                        <a:ea typeface="Cambria"/>
                        <a:cs typeface="Cambria"/>
                        <a:sym typeface="Cambria"/>
                      </a:endParaRPr>
                    </a:p>
                  </a:txBody>
                  <a:tcPr marT="0" marB="0" marR="68575" marL="68575"/>
                </a:tc>
              </a:tr>
              <a:tr h="2864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LDR      r1, [r1, r0, LSL #2]</a:t>
                      </a:r>
                      <a:endParaRPr b="1" sz="1400" u="none" cap="none" strike="noStrike">
                        <a:latin typeface="Cambria"/>
                        <a:ea typeface="Cambria"/>
                        <a:cs typeface="Cambria"/>
                        <a:sym typeface="Cambria"/>
                      </a:endParaRPr>
                    </a:p>
                  </a:txBody>
                  <a:tcPr marT="0" marB="0" marR="68575" marL="68575"/>
                </a:tc>
              </a:tr>
              <a:tr h="2864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LDR      r2, = total_addr  </a:t>
                      </a:r>
                      <a:endParaRPr b="1" sz="1400" u="none" cap="none" strike="noStrike">
                        <a:latin typeface="Cambria"/>
                        <a:ea typeface="Cambria"/>
                        <a:cs typeface="Cambria"/>
                        <a:sym typeface="Cambria"/>
                      </a:endParaRPr>
                    </a:p>
                  </a:txBody>
                  <a:tcPr marT="0" marB="0" marR="68575" marL="68575"/>
                </a:tc>
              </a:tr>
              <a:tr h="2864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LDR      r2, [r2, #0x00]</a:t>
                      </a:r>
                      <a:endParaRPr b="1" sz="1400" u="none" cap="none" strike="noStrike">
                        <a:latin typeface="Cambria"/>
                        <a:ea typeface="Cambria"/>
                        <a:cs typeface="Cambria"/>
                        <a:sym typeface="Cambria"/>
                      </a:endParaRPr>
                    </a:p>
                  </a:txBody>
                  <a:tcPr marT="0" marB="0" marR="68575" marL="68575"/>
                </a:tc>
              </a:tr>
              <a:tr h="2020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ADD     r1, r1, r2</a:t>
                      </a:r>
                      <a:endParaRPr b="1" sz="1400" u="none" cap="none" strike="noStrike">
                        <a:latin typeface="Cambria"/>
                        <a:ea typeface="Cambria"/>
                        <a:cs typeface="Cambria"/>
                        <a:sym typeface="Cambria"/>
                      </a:endParaRPr>
                    </a:p>
                  </a:txBody>
                  <a:tcPr marT="0" marB="0" marR="68575" marL="68575"/>
                </a:tc>
              </a:tr>
              <a:tr h="2864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LDR      r2, = total_addr                     </a:t>
                      </a:r>
                      <a:endParaRPr b="1" sz="1400" u="none" cap="none" strike="noStrike">
                        <a:latin typeface="Cambria"/>
                        <a:ea typeface="Cambria"/>
                        <a:cs typeface="Cambria"/>
                        <a:sym typeface="Cambria"/>
                      </a:endParaRPr>
                    </a:p>
                  </a:txBody>
                  <a:tcPr marT="0" marB="0" marR="68575" marL="68575"/>
                </a:tc>
              </a:tr>
              <a:tr h="2864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STR      r1, [r2,#0x00]</a:t>
                      </a:r>
                      <a:endParaRPr b="1" sz="1400" u="none" cap="none" strike="noStrike">
                        <a:latin typeface="Cambria"/>
                        <a:ea typeface="Cambria"/>
                        <a:cs typeface="Cambria"/>
                        <a:sym typeface="Cambria"/>
                      </a:endParaRPr>
                    </a:p>
                  </a:txBody>
                  <a:tcPr marT="0" marB="0" marR="68575" marL="68575"/>
                </a:tc>
              </a:tr>
              <a:tr h="2020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ADDS   r0, r0, #1</a:t>
                      </a:r>
                      <a:endParaRPr b="1" sz="1400" u="none" cap="none" strike="noStrike">
                        <a:latin typeface="Cambria"/>
                        <a:ea typeface="Cambria"/>
                        <a:cs typeface="Cambria"/>
                        <a:sym typeface="Cambria"/>
                      </a:endParaRPr>
                    </a:p>
                  </a:txBody>
                  <a:tcPr marT="0" marB="0" marR="68575" marL="68575"/>
                </a:tc>
              </a:tr>
              <a:tr h="2020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Check: CMP   r0, #0x0A                          </a:t>
                      </a:r>
                      <a:endParaRPr b="1" sz="1400" u="none" cap="none" strike="noStrike">
                        <a:latin typeface="Cambria"/>
                        <a:ea typeface="Cambria"/>
                        <a:cs typeface="Cambria"/>
                        <a:sym typeface="Cambria"/>
                      </a:endParaRPr>
                    </a:p>
                  </a:txBody>
                  <a:tcPr marT="0" marB="0" marR="68575" marL="68575"/>
                </a:tc>
              </a:tr>
              <a:tr h="2020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BLT        Loop</a:t>
                      </a:r>
                      <a:endParaRPr b="1" sz="1400" u="none" cap="none" strike="noStrike">
                        <a:latin typeface="Cambria"/>
                        <a:ea typeface="Cambria"/>
                        <a:cs typeface="Cambria"/>
                        <a:sym typeface="Cambria"/>
                      </a:endParaRPr>
                    </a:p>
                  </a:txBody>
                  <a:tcPr marT="0" marB="0" marR="68575" marL="68575"/>
                </a:tc>
              </a:tr>
              <a:tr h="2020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         NOP      </a:t>
                      </a:r>
                      <a:endParaRPr b="1" sz="1400" u="none" cap="none" strike="noStrike">
                        <a:latin typeface="Cambria"/>
                        <a:ea typeface="Cambria"/>
                        <a:cs typeface="Cambria"/>
                        <a:sym typeface="Cambria"/>
                      </a:endParaRPr>
                    </a:p>
                  </a:txBody>
                  <a:tcPr marT="0" marB="0" marR="68575" marL="68575"/>
                </a:tc>
              </a:tr>
              <a:tr h="2020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Self:  B             Self</a:t>
                      </a:r>
                      <a:endParaRPr b="1" sz="1400" u="none" cap="none" strike="noStrike">
                        <a:latin typeface="Cambria"/>
                        <a:ea typeface="Cambria"/>
                        <a:cs typeface="Cambria"/>
                        <a:sym typeface="Cambria"/>
                      </a:endParaRPr>
                    </a:p>
                  </a:txBody>
                  <a:tcPr marT="0" marB="0" marR="68575" marL="68575"/>
                </a:tc>
              </a:tr>
            </a:tbl>
          </a:graphicData>
        </a:graphic>
      </p:graphicFrame>
      <p:sp>
        <p:nvSpPr>
          <p:cNvPr id="1711" name="Google Shape;1711;g23d4a897f4b_0_27"/>
          <p:cNvSpPr/>
          <p:nvPr/>
        </p:nvSpPr>
        <p:spPr>
          <a:xfrm>
            <a:off x="5705900" y="1546425"/>
            <a:ext cx="3094500" cy="51195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sp>
        <p:nvSpPr>
          <p:cNvPr id="1717" name="Google Shape;1717;g23d4a897f4b_0_44"/>
          <p:cNvSpPr txBox="1"/>
          <p:nvPr>
            <p:ph type="title"/>
          </p:nvPr>
        </p:nvSpPr>
        <p:spPr>
          <a:xfrm>
            <a:off x="760800" y="414450"/>
            <a:ext cx="7541100" cy="833100"/>
          </a:xfrm>
          <a:prstGeom prst="rect">
            <a:avLst/>
          </a:prstGeom>
          <a:noFill/>
          <a:ln>
            <a:noFill/>
          </a:ln>
        </p:spPr>
        <p:txBody>
          <a:bodyPr anchorCtr="0" anchor="t" bIns="45700" lIns="91425" spcFirstLastPara="1" rIns="91425" wrap="square" tIns="45700">
            <a:noAutofit/>
          </a:bodyPr>
          <a:lstStyle/>
          <a:p>
            <a:pPr indent="0" lvl="0" marL="0" rtl="0" algn="l">
              <a:lnSpc>
                <a:spcPct val="89000"/>
              </a:lnSpc>
              <a:spcBef>
                <a:spcPts val="0"/>
              </a:spcBef>
              <a:spcAft>
                <a:spcPts val="0"/>
              </a:spcAft>
              <a:buClr>
                <a:schemeClr val="dk2"/>
              </a:buClr>
              <a:buSzPts val="3960"/>
              <a:buFont typeface="Libre Franklin"/>
              <a:buNone/>
            </a:pPr>
            <a:r>
              <a:rPr lang="en-US" sz="3459"/>
              <a:t>Example: Calculate the Sum of an Array</a:t>
            </a:r>
            <a:endParaRPr sz="3459"/>
          </a:p>
        </p:txBody>
      </p:sp>
      <p:sp>
        <p:nvSpPr>
          <p:cNvPr id="1718" name="Google Shape;1718;g23d4a897f4b_0_44"/>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graphicFrame>
        <p:nvGraphicFramePr>
          <p:cNvPr id="1719" name="Google Shape;1719;g23d4a897f4b_0_44"/>
          <p:cNvGraphicFramePr/>
          <p:nvPr/>
        </p:nvGraphicFramePr>
        <p:xfrm>
          <a:off x="5238760" y="1314434"/>
          <a:ext cx="3000000" cy="3000000"/>
        </p:xfrm>
        <a:graphic>
          <a:graphicData uri="http://schemas.openxmlformats.org/drawingml/2006/table">
            <a:tbl>
              <a:tblPr bandCol="1" bandRow="1" firstCol="1" firstRow="1">
                <a:noFill/>
                <a:tableStyleId>{1382893B-5562-418D-B9E1-4DB01A97DB84}</a:tableStyleId>
              </a:tblPr>
              <a:tblGrid>
                <a:gridCol w="1330300"/>
              </a:tblGrid>
              <a:tr h="3131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0x00000001</a:t>
                      </a:r>
                      <a:endParaRPr b="1" sz="1200" u="none" cap="none" strike="noStrike">
                        <a:latin typeface="Cambria"/>
                        <a:ea typeface="Cambria"/>
                        <a:cs typeface="Cambria"/>
                        <a:sym typeface="Cambria"/>
                      </a:endParaRPr>
                    </a:p>
                  </a:txBody>
                  <a:tcPr marT="0" marB="0" marR="68575" marL="68575"/>
                </a:tc>
              </a:tr>
              <a:tr h="3131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0x00000002</a:t>
                      </a:r>
                      <a:endParaRPr b="1" sz="1200" u="none" cap="none" strike="noStrike">
                        <a:latin typeface="Cambria"/>
                        <a:ea typeface="Cambria"/>
                        <a:cs typeface="Cambria"/>
                        <a:sym typeface="Cambria"/>
                      </a:endParaRPr>
                    </a:p>
                  </a:txBody>
                  <a:tcPr marT="0" marB="0" marR="68575" marL="68575"/>
                </a:tc>
              </a:tr>
              <a:tr h="3131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0x00000003</a:t>
                      </a:r>
                      <a:endParaRPr b="1" sz="1200" u="none" cap="none" strike="noStrike">
                        <a:latin typeface="Cambria"/>
                        <a:ea typeface="Cambria"/>
                        <a:cs typeface="Cambria"/>
                        <a:sym typeface="Cambria"/>
                      </a:endParaRPr>
                    </a:p>
                  </a:txBody>
                  <a:tcPr marT="0" marB="0" marR="68575" marL="68575"/>
                </a:tc>
              </a:tr>
              <a:tr h="3131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0x00000004</a:t>
                      </a:r>
                      <a:endParaRPr b="1" sz="1200" u="none" cap="none" strike="noStrike">
                        <a:latin typeface="Cambria"/>
                        <a:ea typeface="Cambria"/>
                        <a:cs typeface="Cambria"/>
                        <a:sym typeface="Cambria"/>
                      </a:endParaRPr>
                    </a:p>
                  </a:txBody>
                  <a:tcPr marT="0" marB="0" marR="68575" marL="68575"/>
                </a:tc>
              </a:tr>
              <a:tr h="3131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0x00000005</a:t>
                      </a:r>
                      <a:endParaRPr b="1" sz="1200" u="none" cap="none" strike="noStrike">
                        <a:latin typeface="Cambria"/>
                        <a:ea typeface="Cambria"/>
                        <a:cs typeface="Cambria"/>
                        <a:sym typeface="Cambria"/>
                      </a:endParaRPr>
                    </a:p>
                  </a:txBody>
                  <a:tcPr marT="0" marB="0" marR="68575" marL="68575"/>
                </a:tc>
              </a:tr>
              <a:tr h="3131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0x00000006</a:t>
                      </a:r>
                      <a:endParaRPr b="1" sz="1200" u="none" cap="none" strike="noStrike">
                        <a:latin typeface="Cambria"/>
                        <a:ea typeface="Cambria"/>
                        <a:cs typeface="Cambria"/>
                        <a:sym typeface="Cambria"/>
                      </a:endParaRPr>
                    </a:p>
                  </a:txBody>
                  <a:tcPr marT="0" marB="0" marR="68575" marL="68575"/>
                </a:tc>
              </a:tr>
              <a:tr h="6262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0x00000007</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0x00000008</a:t>
                      </a:r>
                      <a:endParaRPr b="1" sz="1200" u="none" cap="none" strike="noStrike">
                        <a:latin typeface="Cambria"/>
                        <a:ea typeface="Cambria"/>
                        <a:cs typeface="Cambria"/>
                        <a:sym typeface="Cambria"/>
                      </a:endParaRPr>
                    </a:p>
                  </a:txBody>
                  <a:tcPr marT="0" marB="0" marR="68575" marL="68575"/>
                </a:tc>
              </a:tr>
              <a:tr h="3131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0x00000009</a:t>
                      </a:r>
                      <a:endParaRPr b="1" sz="1200" u="none" cap="none" strike="noStrike">
                        <a:latin typeface="Cambria"/>
                        <a:ea typeface="Cambria"/>
                        <a:cs typeface="Cambria"/>
                        <a:sym typeface="Cambria"/>
                      </a:endParaRPr>
                    </a:p>
                  </a:txBody>
                  <a:tcPr marT="0" marB="0" marR="68575" marL="68575"/>
                </a:tc>
              </a:tr>
              <a:tr h="3131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0x0000000A</a:t>
                      </a:r>
                      <a:endParaRPr b="1" sz="1200" u="none" cap="none" strike="noStrike">
                        <a:latin typeface="Cambria"/>
                        <a:ea typeface="Cambria"/>
                        <a:cs typeface="Cambria"/>
                        <a:sym typeface="Cambria"/>
                      </a:endParaRPr>
                    </a:p>
                  </a:txBody>
                  <a:tcPr marT="0" marB="0" marR="68575" marL="68575"/>
                </a:tc>
              </a:tr>
              <a:tr h="5486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0x00000000</a:t>
                      </a:r>
                      <a:endParaRPr b="1"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b="1" sz="1200" u="none" cap="none" strike="noStrike"/>
                    </a:p>
                    <a:p>
                      <a:pPr indent="0" lvl="0" marL="0" marR="0" rtl="0" algn="l">
                        <a:lnSpc>
                          <a:spcPct val="100000"/>
                        </a:lnSpc>
                        <a:spcBef>
                          <a:spcPts val="0"/>
                        </a:spcBef>
                        <a:spcAft>
                          <a:spcPts val="0"/>
                        </a:spcAft>
                        <a:buClr>
                          <a:srgbClr val="000000"/>
                        </a:buClr>
                        <a:buSzPts val="1200"/>
                        <a:buFont typeface="Arial"/>
                        <a:buNone/>
                      </a:pPr>
                      <a:r>
                        <a:rPr b="1" lang="en-US" sz="1200" u="none" cap="none" strike="noStrike"/>
                        <a:t>0x00000000</a:t>
                      </a:r>
                      <a:endParaRPr b="1" sz="1200" u="none" cap="none" strike="noStrike"/>
                    </a:p>
                  </a:txBody>
                  <a:tcPr marT="0" marB="0" marR="68575" marL="68575"/>
                </a:tc>
              </a:tr>
            </a:tbl>
          </a:graphicData>
        </a:graphic>
      </p:graphicFrame>
      <p:sp>
        <p:nvSpPr>
          <p:cNvPr id="1720" name="Google Shape;1720;g23d4a897f4b_0_44"/>
          <p:cNvSpPr/>
          <p:nvPr/>
        </p:nvSpPr>
        <p:spPr>
          <a:xfrm>
            <a:off x="3882175" y="1082175"/>
            <a:ext cx="2511900" cy="4259700"/>
          </a:xfrm>
          <a:prstGeom prst="rect">
            <a:avLst/>
          </a:prstGeom>
          <a:no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Franklin"/>
              <a:ea typeface="Libre Franklin"/>
              <a:cs typeface="Libre Franklin"/>
              <a:sym typeface="Libre Franklin"/>
            </a:endParaRPr>
          </a:p>
        </p:txBody>
      </p:sp>
      <p:cxnSp>
        <p:nvCxnSpPr>
          <p:cNvPr id="1721" name="Google Shape;1721;g23d4a897f4b_0_44"/>
          <p:cNvCxnSpPr/>
          <p:nvPr/>
        </p:nvCxnSpPr>
        <p:spPr>
          <a:xfrm flipH="1" rot="10800000">
            <a:off x="3486150" y="1295439"/>
            <a:ext cx="592800" cy="1690800"/>
          </a:xfrm>
          <a:prstGeom prst="straightConnector1">
            <a:avLst/>
          </a:prstGeom>
          <a:noFill/>
          <a:ln cap="flat" cmpd="sng" w="9525">
            <a:solidFill>
              <a:schemeClr val="accent1"/>
            </a:solidFill>
            <a:prstDash val="solid"/>
            <a:round/>
            <a:headEnd len="sm" w="sm" type="none"/>
            <a:tailEnd len="sm" w="sm" type="none"/>
          </a:ln>
        </p:spPr>
      </p:cxnSp>
      <p:cxnSp>
        <p:nvCxnSpPr>
          <p:cNvPr id="1722" name="Google Shape;1722;g23d4a897f4b_0_44"/>
          <p:cNvCxnSpPr/>
          <p:nvPr/>
        </p:nvCxnSpPr>
        <p:spPr>
          <a:xfrm>
            <a:off x="3486150" y="3619501"/>
            <a:ext cx="592800" cy="2176200"/>
          </a:xfrm>
          <a:prstGeom prst="straightConnector1">
            <a:avLst/>
          </a:prstGeom>
          <a:noFill/>
          <a:ln cap="flat" cmpd="sng" w="9525">
            <a:solidFill>
              <a:schemeClr val="accent1"/>
            </a:solidFill>
            <a:prstDash val="solid"/>
            <a:round/>
            <a:headEnd len="sm" w="sm" type="none"/>
            <a:tailEnd len="sm" w="sm" type="none"/>
          </a:ln>
        </p:spPr>
      </p:cxnSp>
      <p:sp>
        <p:nvSpPr>
          <p:cNvPr id="1723" name="Google Shape;1723;g23d4a897f4b_0_44"/>
          <p:cNvSpPr/>
          <p:nvPr/>
        </p:nvSpPr>
        <p:spPr>
          <a:xfrm>
            <a:off x="600650" y="1945125"/>
            <a:ext cx="2885400" cy="2542800"/>
          </a:xfrm>
          <a:prstGeom prst="rect">
            <a:avLst/>
          </a:prstGeom>
          <a:solidFill>
            <a:schemeClr val="lt1"/>
          </a:solidFill>
          <a:ln cap="flat" cmpd="sng" w="349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Libre Franklin"/>
              <a:ea typeface="Libre Franklin"/>
              <a:cs typeface="Libre Franklin"/>
              <a:sym typeface="Libre Franklin"/>
            </a:endParaRPr>
          </a:p>
        </p:txBody>
      </p:sp>
      <p:sp>
        <p:nvSpPr>
          <p:cNvPr id="1724" name="Google Shape;1724;g23d4a897f4b_0_44"/>
          <p:cNvSpPr/>
          <p:nvPr/>
        </p:nvSpPr>
        <p:spPr>
          <a:xfrm>
            <a:off x="1314450" y="1933198"/>
            <a:ext cx="2171700" cy="646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Libre Franklin"/>
                <a:ea typeface="Libre Franklin"/>
                <a:cs typeface="Libre Franklin"/>
                <a:sym typeface="Libre Franklin"/>
              </a:rPr>
              <a:t>Data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Libre Franklin"/>
                <a:ea typeface="Libre Franklin"/>
                <a:cs typeface="Libre Franklin"/>
                <a:sym typeface="Libre Franklin"/>
              </a:rPr>
              <a:t>Memory (RAM)</a:t>
            </a:r>
            <a:endParaRPr b="0" i="0" sz="1400" u="none" cap="none" strike="noStrike">
              <a:solidFill>
                <a:srgbClr val="000000"/>
              </a:solidFill>
              <a:latin typeface="Arial"/>
              <a:ea typeface="Arial"/>
              <a:cs typeface="Arial"/>
              <a:sym typeface="Arial"/>
            </a:endParaRPr>
          </a:p>
        </p:txBody>
      </p:sp>
      <p:sp>
        <p:nvSpPr>
          <p:cNvPr id="1725" name="Google Shape;1725;g23d4a897f4b_0_44"/>
          <p:cNvSpPr/>
          <p:nvPr/>
        </p:nvSpPr>
        <p:spPr>
          <a:xfrm>
            <a:off x="807900" y="2986250"/>
            <a:ext cx="2678400" cy="430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Libre Franklin"/>
                <a:ea typeface="Libre Franklin"/>
                <a:cs typeface="Libre Franklin"/>
                <a:sym typeface="Libre Franklin"/>
              </a:rPr>
              <a:t>int a[10] = {1, 2, 3, 4, 5, 6, 7, 8, 9,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Libre Franklin"/>
                <a:ea typeface="Libre Franklin"/>
                <a:cs typeface="Libre Franklin"/>
                <a:sym typeface="Libre Franklin"/>
              </a:rPr>
              <a:t>int total;</a:t>
            </a:r>
            <a:endParaRPr b="0" i="0" sz="1400" u="none" cap="none" strike="noStrike">
              <a:solidFill>
                <a:srgbClr val="000000"/>
              </a:solidFill>
              <a:latin typeface="Arial"/>
              <a:ea typeface="Arial"/>
              <a:cs typeface="Arial"/>
              <a:sym typeface="Arial"/>
            </a:endParaRPr>
          </a:p>
        </p:txBody>
      </p:sp>
      <p:sp>
        <p:nvSpPr>
          <p:cNvPr id="1726" name="Google Shape;1726;g23d4a897f4b_0_44"/>
          <p:cNvSpPr txBox="1"/>
          <p:nvPr/>
        </p:nvSpPr>
        <p:spPr>
          <a:xfrm>
            <a:off x="713700" y="4487975"/>
            <a:ext cx="27726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FF0000"/>
                </a:solidFill>
                <a:latin typeface="Libre Franklin"/>
                <a:ea typeface="Libre Franklin"/>
                <a:cs typeface="Libre Franklin"/>
                <a:sym typeface="Libre Franklin"/>
              </a:rPr>
              <a:t>Assume the starting memory address of the data memory is 0x20000000</a:t>
            </a:r>
            <a:endParaRPr b="1" i="0" sz="1050" u="none" cap="none" strike="noStrike">
              <a:solidFill>
                <a:srgbClr val="FF0000"/>
              </a:solidFill>
              <a:latin typeface="Libre Franklin"/>
              <a:ea typeface="Libre Franklin"/>
              <a:cs typeface="Libre Franklin"/>
              <a:sym typeface="Libre Franklin"/>
            </a:endParaRPr>
          </a:p>
        </p:txBody>
      </p:sp>
      <p:graphicFrame>
        <p:nvGraphicFramePr>
          <p:cNvPr id="1727" name="Google Shape;1727;g23d4a897f4b_0_44"/>
          <p:cNvGraphicFramePr/>
          <p:nvPr/>
        </p:nvGraphicFramePr>
        <p:xfrm>
          <a:off x="3303524" y="1333466"/>
          <a:ext cx="3000000" cy="3000000"/>
        </p:xfrm>
        <a:graphic>
          <a:graphicData uri="http://schemas.openxmlformats.org/drawingml/2006/table">
            <a:tbl>
              <a:tblPr bandCol="1" bandRow="1" firstCol="1" firstRow="1">
                <a:noFill/>
                <a:tableStyleId>{1382893B-5562-418D-B9E1-4DB01A97DB84}</a:tableStyleId>
              </a:tblPr>
              <a:tblGrid>
                <a:gridCol w="1664600"/>
              </a:tblGrid>
              <a:tr h="306525">
                <a:tc>
                  <a:txBody>
                    <a:bodyPr/>
                    <a:lstStyle/>
                    <a:p>
                      <a:pPr indent="0" lvl="0" marL="0" marR="0" rtl="0" algn="r">
                        <a:lnSpc>
                          <a:spcPct val="100000"/>
                        </a:lnSpc>
                        <a:spcBef>
                          <a:spcPts val="0"/>
                        </a:spcBef>
                        <a:spcAft>
                          <a:spcPts val="0"/>
                        </a:spcAft>
                        <a:buClr>
                          <a:srgbClr val="000000"/>
                        </a:buClr>
                        <a:buSzPts val="1200"/>
                        <a:buFont typeface="Arial"/>
                        <a:buNone/>
                      </a:pPr>
                      <a:r>
                        <a:rPr b="1" lang="en-US" sz="1200" u="none" cap="none" strike="noStrike">
                          <a:solidFill>
                            <a:srgbClr val="FF0000"/>
                          </a:solidFill>
                        </a:rPr>
                        <a:t>0x20000000</a:t>
                      </a:r>
                      <a:endParaRPr sz="1400" u="none" cap="none" strike="noStrike"/>
                    </a:p>
                  </a:txBody>
                  <a:tcPr marT="0" marB="0" marR="68575" marL="68575"/>
                </a:tc>
              </a:tr>
              <a:tr h="306525">
                <a:tc>
                  <a:txBody>
                    <a:bodyPr/>
                    <a:lstStyle/>
                    <a:p>
                      <a:pPr indent="0" lvl="0" marL="0" marR="0" rtl="0" algn="r">
                        <a:lnSpc>
                          <a:spcPct val="100000"/>
                        </a:lnSpc>
                        <a:spcBef>
                          <a:spcPts val="0"/>
                        </a:spcBef>
                        <a:spcAft>
                          <a:spcPts val="0"/>
                        </a:spcAft>
                        <a:buClr>
                          <a:srgbClr val="000000"/>
                        </a:buClr>
                        <a:buSzPts val="1200"/>
                        <a:buFont typeface="Arial"/>
                        <a:buNone/>
                      </a:pPr>
                      <a:r>
                        <a:rPr b="1" lang="en-US" sz="1200" u="none" cap="none" strike="noStrike">
                          <a:solidFill>
                            <a:srgbClr val="FF0000"/>
                          </a:solidFill>
                        </a:rPr>
                        <a:t>0x20000004</a:t>
                      </a:r>
                      <a:endParaRPr sz="1400" u="none" cap="none" strike="noStrike"/>
                    </a:p>
                  </a:txBody>
                  <a:tcPr marT="0" marB="0" marR="68575" marL="68575"/>
                </a:tc>
              </a:tr>
              <a:tr h="306525">
                <a:tc>
                  <a:txBody>
                    <a:bodyPr/>
                    <a:lstStyle/>
                    <a:p>
                      <a:pPr indent="0" lvl="0" marL="0" marR="0" rtl="0" algn="r">
                        <a:lnSpc>
                          <a:spcPct val="100000"/>
                        </a:lnSpc>
                        <a:spcBef>
                          <a:spcPts val="0"/>
                        </a:spcBef>
                        <a:spcAft>
                          <a:spcPts val="0"/>
                        </a:spcAft>
                        <a:buClr>
                          <a:srgbClr val="000000"/>
                        </a:buClr>
                        <a:buSzPts val="1200"/>
                        <a:buFont typeface="Arial"/>
                        <a:buNone/>
                      </a:pPr>
                      <a:r>
                        <a:rPr b="1" lang="en-US" sz="1200" u="none" cap="none" strike="noStrike">
                          <a:solidFill>
                            <a:srgbClr val="FF0000"/>
                          </a:solidFill>
                        </a:rPr>
                        <a:t>0x20000008</a:t>
                      </a:r>
                      <a:endParaRPr sz="1400" u="none" cap="none" strike="noStrike"/>
                    </a:p>
                  </a:txBody>
                  <a:tcPr marT="0" marB="0" marR="68575" marL="68575"/>
                </a:tc>
              </a:tr>
              <a:tr h="306525">
                <a:tc>
                  <a:txBody>
                    <a:bodyPr/>
                    <a:lstStyle/>
                    <a:p>
                      <a:pPr indent="0" lvl="0" marL="0" marR="0" rtl="0" algn="r">
                        <a:lnSpc>
                          <a:spcPct val="100000"/>
                        </a:lnSpc>
                        <a:spcBef>
                          <a:spcPts val="0"/>
                        </a:spcBef>
                        <a:spcAft>
                          <a:spcPts val="0"/>
                        </a:spcAft>
                        <a:buClr>
                          <a:srgbClr val="FF0000"/>
                        </a:buClr>
                        <a:buSzPts val="1200"/>
                        <a:buFont typeface="Libre Franklin"/>
                        <a:buNone/>
                      </a:pPr>
                      <a:r>
                        <a:rPr b="1" lang="en-US" sz="1200" u="none" cap="none" strike="noStrike">
                          <a:solidFill>
                            <a:srgbClr val="FF0000"/>
                          </a:solidFill>
                        </a:rPr>
                        <a:t>0x2000000C</a:t>
                      </a:r>
                      <a:endParaRPr sz="1400" u="none" cap="none" strike="noStrike"/>
                    </a:p>
                  </a:txBody>
                  <a:tcPr marT="0" marB="0" marR="68575" marL="68575"/>
                </a:tc>
              </a:tr>
              <a:tr h="306525">
                <a:tc>
                  <a:txBody>
                    <a:bodyPr/>
                    <a:lstStyle/>
                    <a:p>
                      <a:pPr indent="0" lvl="0" marL="0" marR="0" rtl="0" algn="r">
                        <a:lnSpc>
                          <a:spcPct val="100000"/>
                        </a:lnSpc>
                        <a:spcBef>
                          <a:spcPts val="0"/>
                        </a:spcBef>
                        <a:spcAft>
                          <a:spcPts val="0"/>
                        </a:spcAft>
                        <a:buClr>
                          <a:srgbClr val="000000"/>
                        </a:buClr>
                        <a:buSzPts val="1200"/>
                        <a:buFont typeface="Arial"/>
                        <a:buNone/>
                      </a:pPr>
                      <a:r>
                        <a:rPr b="1" lang="en-US" sz="1200" u="none" cap="none" strike="noStrike">
                          <a:solidFill>
                            <a:srgbClr val="FF0000"/>
                          </a:solidFill>
                        </a:rPr>
                        <a:t>0x20000010</a:t>
                      </a:r>
                      <a:endParaRPr sz="1400" u="none" cap="none" strike="noStrike"/>
                    </a:p>
                  </a:txBody>
                  <a:tcPr marT="0" marB="0" marR="68575" marL="68575"/>
                </a:tc>
              </a:tr>
              <a:tr h="613175">
                <a:tc>
                  <a:txBody>
                    <a:bodyPr/>
                    <a:lstStyle/>
                    <a:p>
                      <a:pPr indent="0" lvl="0" marL="0" marR="0" rtl="0" algn="r">
                        <a:lnSpc>
                          <a:spcPct val="100000"/>
                        </a:lnSpc>
                        <a:spcBef>
                          <a:spcPts val="0"/>
                        </a:spcBef>
                        <a:spcAft>
                          <a:spcPts val="0"/>
                        </a:spcAft>
                        <a:buClr>
                          <a:srgbClr val="FF0000"/>
                        </a:buClr>
                        <a:buSzPts val="1200"/>
                        <a:buFont typeface="Libre Franklin"/>
                        <a:buNone/>
                      </a:pPr>
                      <a:r>
                        <a:rPr b="1" lang="en-US" sz="1200" u="none" cap="none" strike="noStrike">
                          <a:solidFill>
                            <a:srgbClr val="FF0000"/>
                          </a:solidFill>
                        </a:rPr>
                        <a:t>0x20000018</a:t>
                      </a:r>
                      <a:endParaRPr b="1" sz="1200" u="none" cap="none" strike="noStrike"/>
                    </a:p>
                    <a:p>
                      <a:pPr indent="0" lvl="0" marL="0" marR="0" rtl="0" algn="r">
                        <a:lnSpc>
                          <a:spcPct val="100000"/>
                        </a:lnSpc>
                        <a:spcBef>
                          <a:spcPts val="0"/>
                        </a:spcBef>
                        <a:spcAft>
                          <a:spcPts val="0"/>
                        </a:spcAft>
                        <a:buClr>
                          <a:srgbClr val="FF0000"/>
                        </a:buClr>
                        <a:buSzPts val="1200"/>
                        <a:buFont typeface="Libre Franklin"/>
                        <a:buNone/>
                      </a:pPr>
                      <a:r>
                        <a:t/>
                      </a:r>
                      <a:endParaRPr b="1" sz="1200" u="none" cap="none" strike="noStrike">
                        <a:solidFill>
                          <a:srgbClr val="FF0000"/>
                        </a:solidFill>
                      </a:endParaRPr>
                    </a:p>
                    <a:p>
                      <a:pPr indent="0" lvl="0" marL="0" marR="0" rtl="0" algn="r">
                        <a:lnSpc>
                          <a:spcPct val="100000"/>
                        </a:lnSpc>
                        <a:spcBef>
                          <a:spcPts val="0"/>
                        </a:spcBef>
                        <a:spcAft>
                          <a:spcPts val="0"/>
                        </a:spcAft>
                        <a:buClr>
                          <a:srgbClr val="FF0000"/>
                        </a:buClr>
                        <a:buSzPts val="1200"/>
                        <a:buFont typeface="Libre Franklin"/>
                        <a:buNone/>
                      </a:pPr>
                      <a:r>
                        <a:rPr b="1" lang="en-US" sz="1200" u="none" cap="none" strike="noStrike">
                          <a:solidFill>
                            <a:srgbClr val="FF0000"/>
                          </a:solidFill>
                        </a:rPr>
                        <a:t>0x2000001C</a:t>
                      </a:r>
                      <a:endParaRPr sz="1400" u="none" cap="none" strike="noStrike"/>
                    </a:p>
                  </a:txBody>
                  <a:tcPr marT="0" marB="0" marR="68575" marL="68575"/>
                </a:tc>
              </a:tr>
              <a:tr h="306525">
                <a:tc>
                  <a:txBody>
                    <a:bodyPr/>
                    <a:lstStyle/>
                    <a:p>
                      <a:pPr indent="0" lvl="0" marL="0" marR="0" rtl="0" algn="r">
                        <a:lnSpc>
                          <a:spcPct val="100000"/>
                        </a:lnSpc>
                        <a:spcBef>
                          <a:spcPts val="0"/>
                        </a:spcBef>
                        <a:spcAft>
                          <a:spcPts val="0"/>
                        </a:spcAft>
                        <a:buClr>
                          <a:srgbClr val="000000"/>
                        </a:buClr>
                        <a:buSzPts val="1200"/>
                        <a:buFont typeface="Arial"/>
                        <a:buNone/>
                      </a:pPr>
                      <a:r>
                        <a:rPr b="1" lang="en-US" sz="1200" u="none" cap="none" strike="noStrike">
                          <a:solidFill>
                            <a:srgbClr val="FF0000"/>
                          </a:solidFill>
                        </a:rPr>
                        <a:t>0x20000020</a:t>
                      </a:r>
                      <a:endParaRPr sz="1400" u="none" cap="none" strike="noStrike"/>
                    </a:p>
                  </a:txBody>
                  <a:tcPr marT="0" marB="0" marR="68575" marL="68575"/>
                </a:tc>
              </a:tr>
              <a:tr h="306525">
                <a:tc>
                  <a:txBody>
                    <a:bodyPr/>
                    <a:lstStyle/>
                    <a:p>
                      <a:pPr indent="0" lvl="0" marL="0" marR="0" rtl="0" algn="r">
                        <a:lnSpc>
                          <a:spcPct val="100000"/>
                        </a:lnSpc>
                        <a:spcBef>
                          <a:spcPts val="0"/>
                        </a:spcBef>
                        <a:spcAft>
                          <a:spcPts val="0"/>
                        </a:spcAft>
                        <a:buClr>
                          <a:srgbClr val="FF0000"/>
                        </a:buClr>
                        <a:buSzPts val="1200"/>
                        <a:buFont typeface="Libre Franklin"/>
                        <a:buNone/>
                      </a:pPr>
                      <a:r>
                        <a:rPr b="1" lang="en-US" sz="1200" u="none" cap="none" strike="noStrike">
                          <a:solidFill>
                            <a:srgbClr val="FF0000"/>
                          </a:solidFill>
                        </a:rPr>
                        <a:t>0x20000024</a:t>
                      </a:r>
                      <a:endParaRPr sz="1400" u="none" cap="none" strike="noStrike"/>
                    </a:p>
                  </a:txBody>
                  <a:tcPr marT="0" marB="0" marR="68575" marL="68575"/>
                </a:tc>
              </a:tr>
              <a:tr h="306525">
                <a:tc>
                  <a:txBody>
                    <a:bodyPr/>
                    <a:lstStyle/>
                    <a:p>
                      <a:pPr indent="0" lvl="0" marL="0" marR="0" rtl="0" algn="r">
                        <a:lnSpc>
                          <a:spcPct val="100000"/>
                        </a:lnSpc>
                        <a:spcBef>
                          <a:spcPts val="0"/>
                        </a:spcBef>
                        <a:spcAft>
                          <a:spcPts val="0"/>
                        </a:spcAft>
                        <a:buClr>
                          <a:srgbClr val="FF0000"/>
                        </a:buClr>
                        <a:buSzPts val="1200"/>
                        <a:buFont typeface="Libre Franklin"/>
                        <a:buNone/>
                      </a:pPr>
                      <a:r>
                        <a:rPr b="1" lang="en-US" sz="1200" u="none" cap="none" strike="noStrike">
                          <a:solidFill>
                            <a:srgbClr val="FF0000"/>
                          </a:solidFill>
                        </a:rPr>
                        <a:t>0x20000028</a:t>
                      </a:r>
                      <a:endParaRPr sz="1400" u="none" cap="none" strike="noStrike"/>
                    </a:p>
                  </a:txBody>
                  <a:tcPr marT="0" marB="0" marR="68575" marL="68575"/>
                </a:tc>
              </a:tr>
              <a:tr h="306525">
                <a:tc>
                  <a:txBody>
                    <a:bodyPr/>
                    <a:lstStyle/>
                    <a:p>
                      <a:pPr indent="0" lvl="0" marL="0" marR="0" rtl="0" algn="r">
                        <a:lnSpc>
                          <a:spcPct val="100000"/>
                        </a:lnSpc>
                        <a:spcBef>
                          <a:spcPts val="0"/>
                        </a:spcBef>
                        <a:spcAft>
                          <a:spcPts val="0"/>
                        </a:spcAft>
                        <a:buClr>
                          <a:srgbClr val="000000"/>
                        </a:buClr>
                        <a:buSzPts val="1200"/>
                        <a:buFont typeface="Arial"/>
                        <a:buNone/>
                      </a:pPr>
                      <a:r>
                        <a:rPr b="1" lang="en-US" sz="1200" u="none" cap="none" strike="noStrike">
                          <a:solidFill>
                            <a:srgbClr val="FF0000"/>
                          </a:solidFill>
                        </a:rPr>
                        <a:t>0x2000002C</a:t>
                      </a:r>
                      <a:endParaRPr sz="1400" u="none" cap="none" strike="noStrike"/>
                    </a:p>
                  </a:txBody>
                  <a:tcPr marT="0" marB="0" marR="68575" marL="68575"/>
                </a:tc>
              </a:tr>
              <a:tr h="306525">
                <a:tc>
                  <a:txBody>
                    <a:bodyPr/>
                    <a:lstStyle/>
                    <a:p>
                      <a:pPr indent="0" lvl="0" marL="0" marR="0" rtl="0" algn="r">
                        <a:lnSpc>
                          <a:spcPct val="100000"/>
                        </a:lnSpc>
                        <a:spcBef>
                          <a:spcPts val="0"/>
                        </a:spcBef>
                        <a:spcAft>
                          <a:spcPts val="0"/>
                        </a:spcAft>
                        <a:buClr>
                          <a:srgbClr val="000000"/>
                        </a:buClr>
                        <a:buSzPts val="1200"/>
                        <a:buFont typeface="Arial"/>
                        <a:buNone/>
                      </a:pPr>
                      <a:r>
                        <a:rPr b="1" lang="en-US" sz="1200" u="none" cap="none" strike="noStrike">
                          <a:solidFill>
                            <a:srgbClr val="FF0000"/>
                          </a:solidFill>
                        </a:rPr>
                        <a:t>0x20000030</a:t>
                      </a:r>
                      <a:endParaRPr sz="1400" u="none" cap="none" strike="noStrike"/>
                    </a:p>
                  </a:txBody>
                  <a:tcPr marT="0" marB="0" marR="68575" marL="68575"/>
                </a:tc>
              </a:tr>
            </a:tbl>
          </a:graphicData>
        </a:graphic>
      </p:graphicFrame>
      <p:sp>
        <p:nvSpPr>
          <p:cNvPr id="1728" name="Google Shape;1728;g23d4a897f4b_0_44"/>
          <p:cNvSpPr txBox="1"/>
          <p:nvPr/>
        </p:nvSpPr>
        <p:spPr>
          <a:xfrm>
            <a:off x="4006242" y="5430400"/>
            <a:ext cx="9066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Libre Franklin"/>
                <a:ea typeface="Libre Franklin"/>
                <a:cs typeface="Libre Franklin"/>
                <a:sym typeface="Libre Franklin"/>
              </a:rPr>
              <a:t>Memory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Libre Franklin"/>
                <a:ea typeface="Libre Franklin"/>
                <a:cs typeface="Libre Franklin"/>
                <a:sym typeface="Libre Franklin"/>
              </a:rPr>
              <a:t>address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Libre Franklin"/>
                <a:ea typeface="Libre Franklin"/>
                <a:cs typeface="Libre Franklin"/>
                <a:sym typeface="Libre Franklin"/>
              </a:rPr>
              <a:t>in words</a:t>
            </a:r>
            <a:endParaRPr b="0" i="0" sz="1400" u="none" cap="none" strike="noStrike">
              <a:solidFill>
                <a:srgbClr val="000000"/>
              </a:solidFill>
              <a:latin typeface="Arial"/>
              <a:ea typeface="Arial"/>
              <a:cs typeface="Arial"/>
              <a:sym typeface="Arial"/>
            </a:endParaRPr>
          </a:p>
        </p:txBody>
      </p:sp>
      <p:sp>
        <p:nvSpPr>
          <p:cNvPr id="1729" name="Google Shape;1729;g23d4a897f4b_0_44"/>
          <p:cNvSpPr txBox="1"/>
          <p:nvPr/>
        </p:nvSpPr>
        <p:spPr>
          <a:xfrm>
            <a:off x="5415500" y="5497375"/>
            <a:ext cx="9768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Libre Franklin"/>
                <a:ea typeface="Libre Franklin"/>
                <a:cs typeface="Libre Franklin"/>
                <a:sym typeface="Libre Franklin"/>
              </a:rPr>
              <a:t>Memory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Libre Franklin"/>
                <a:ea typeface="Libre Franklin"/>
                <a:cs typeface="Libre Franklin"/>
                <a:sym typeface="Libre Franklin"/>
              </a:rPr>
              <a:t>content</a:t>
            </a:r>
            <a:endParaRPr b="0" i="0" sz="1400" u="none" cap="none" strike="noStrike">
              <a:solidFill>
                <a:srgbClr val="000000"/>
              </a:solidFill>
              <a:latin typeface="Arial"/>
              <a:ea typeface="Arial"/>
              <a:cs typeface="Arial"/>
              <a:sym typeface="Arial"/>
            </a:endParaRPr>
          </a:p>
        </p:txBody>
      </p:sp>
      <p:graphicFrame>
        <p:nvGraphicFramePr>
          <p:cNvPr id="1730" name="Google Shape;1730;g23d4a897f4b_0_44"/>
          <p:cNvGraphicFramePr/>
          <p:nvPr/>
        </p:nvGraphicFramePr>
        <p:xfrm>
          <a:off x="6662285" y="1325452"/>
          <a:ext cx="3000000" cy="3000000"/>
        </p:xfrm>
        <a:graphic>
          <a:graphicData uri="http://schemas.openxmlformats.org/drawingml/2006/table">
            <a:tbl>
              <a:tblPr bandCol="1" bandRow="1" firstCol="1" firstRow="1">
                <a:noFill/>
                <a:tableStyleId>{1382893B-5562-418D-B9E1-4DB01A97DB84}</a:tableStyleId>
              </a:tblPr>
              <a:tblGrid>
                <a:gridCol w="1964925"/>
              </a:tblGrid>
              <a:tr h="1567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a[0] = 0x00000001</a:t>
                      </a:r>
                      <a:endParaRPr b="1" sz="1200" u="none" cap="none" strike="noStrike">
                        <a:latin typeface="Cambria"/>
                        <a:ea typeface="Cambria"/>
                        <a:cs typeface="Cambria"/>
                        <a:sym typeface="Cambria"/>
                      </a:endParaRPr>
                    </a:p>
                  </a:txBody>
                  <a:tcPr marT="0" marB="0" marR="68575" marL="68575"/>
                </a:tc>
              </a:tr>
              <a:tr h="146225">
                <a:tc>
                  <a:txBody>
                    <a:bodyPr/>
                    <a:lstStyle/>
                    <a:p>
                      <a:pPr indent="0" lvl="0" marL="0" marR="0" rtl="0" algn="l">
                        <a:lnSpc>
                          <a:spcPct val="100000"/>
                        </a:lnSpc>
                        <a:spcBef>
                          <a:spcPts val="0"/>
                        </a:spcBef>
                        <a:spcAft>
                          <a:spcPts val="0"/>
                        </a:spcAft>
                        <a:buClr>
                          <a:srgbClr val="000000"/>
                        </a:buClr>
                        <a:buSzPts val="1200"/>
                        <a:buFont typeface="Arial"/>
                        <a:buNone/>
                      </a:pPr>
                      <a:r>
                        <a:t/>
                      </a:r>
                      <a:endParaRPr b="1" sz="1200" u="none" cap="none" strike="noStrike">
                        <a:latin typeface="Cambria"/>
                        <a:ea typeface="Cambria"/>
                        <a:cs typeface="Cambria"/>
                        <a:sym typeface="Cambria"/>
                      </a:endParaRPr>
                    </a:p>
                  </a:txBody>
                  <a:tcPr marT="0" marB="0" marR="68575" marL="68575"/>
                </a:tc>
              </a:tr>
              <a:tr h="156775">
                <a:tc>
                  <a:txBody>
                    <a:bodyPr/>
                    <a:lstStyle/>
                    <a:p>
                      <a:pPr indent="0" lvl="0" marL="0" marR="0" rtl="0" algn="l">
                        <a:lnSpc>
                          <a:spcPct val="100000"/>
                        </a:lnSpc>
                        <a:spcBef>
                          <a:spcPts val="0"/>
                        </a:spcBef>
                        <a:spcAft>
                          <a:spcPts val="0"/>
                        </a:spcAft>
                        <a:buClr>
                          <a:schemeClr val="dk1"/>
                        </a:buClr>
                        <a:buSzPts val="1200"/>
                        <a:buFont typeface="Libre Franklin"/>
                        <a:buNone/>
                      </a:pPr>
                      <a:r>
                        <a:rPr b="1" lang="en-US" sz="1200" u="none" cap="none" strike="noStrike"/>
                        <a:t>a[1] = 0x00000002</a:t>
                      </a:r>
                      <a:endParaRPr b="1" sz="1200" u="none" cap="none" strike="noStrike">
                        <a:latin typeface="Cambria"/>
                        <a:ea typeface="Cambria"/>
                        <a:cs typeface="Cambria"/>
                        <a:sym typeface="Cambria"/>
                      </a:endParaRPr>
                    </a:p>
                  </a:txBody>
                  <a:tcPr marT="0" marB="0" marR="68575" marL="68575"/>
                </a:tc>
              </a:tr>
              <a:tr h="146225">
                <a:tc>
                  <a:txBody>
                    <a:bodyPr/>
                    <a:lstStyle/>
                    <a:p>
                      <a:pPr indent="0" lvl="0" marL="0" marR="0" rtl="0" algn="l">
                        <a:lnSpc>
                          <a:spcPct val="100000"/>
                        </a:lnSpc>
                        <a:spcBef>
                          <a:spcPts val="0"/>
                        </a:spcBef>
                        <a:spcAft>
                          <a:spcPts val="0"/>
                        </a:spcAft>
                        <a:buClr>
                          <a:schemeClr val="dk1"/>
                        </a:buClr>
                        <a:buSzPts val="1200"/>
                        <a:buFont typeface="Libre Franklin"/>
                        <a:buNone/>
                      </a:pPr>
                      <a:r>
                        <a:t/>
                      </a:r>
                      <a:endParaRPr b="1" sz="1200" u="none" cap="none" strike="noStrike">
                        <a:latin typeface="Cambria"/>
                        <a:ea typeface="Cambria"/>
                        <a:cs typeface="Cambria"/>
                        <a:sym typeface="Cambria"/>
                      </a:endParaRPr>
                    </a:p>
                  </a:txBody>
                  <a:tcPr marT="0" marB="0" marR="68575" marL="68575"/>
                </a:tc>
              </a:tr>
              <a:tr h="1567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a[2] = 0x00000003</a:t>
                      </a:r>
                      <a:endParaRPr b="1" sz="1200" u="none" cap="none" strike="noStrike">
                        <a:latin typeface="Cambria"/>
                        <a:ea typeface="Cambria"/>
                        <a:cs typeface="Cambria"/>
                        <a:sym typeface="Cambria"/>
                      </a:endParaRPr>
                    </a:p>
                  </a:txBody>
                  <a:tcPr marT="0" marB="0" marR="68575" marL="68575"/>
                </a:tc>
              </a:tr>
              <a:tr h="146225">
                <a:tc>
                  <a:txBody>
                    <a:bodyPr/>
                    <a:lstStyle/>
                    <a:p>
                      <a:pPr indent="0" lvl="0" marL="0" marR="0" rtl="0" algn="l">
                        <a:lnSpc>
                          <a:spcPct val="100000"/>
                        </a:lnSpc>
                        <a:spcBef>
                          <a:spcPts val="0"/>
                        </a:spcBef>
                        <a:spcAft>
                          <a:spcPts val="0"/>
                        </a:spcAft>
                        <a:buClr>
                          <a:srgbClr val="000000"/>
                        </a:buClr>
                        <a:buSzPts val="1200"/>
                        <a:buFont typeface="Arial"/>
                        <a:buNone/>
                      </a:pPr>
                      <a:r>
                        <a:t/>
                      </a:r>
                      <a:endParaRPr b="1" sz="1200" u="none" cap="none" strike="noStrike">
                        <a:latin typeface="Cambria"/>
                        <a:ea typeface="Cambria"/>
                        <a:cs typeface="Cambria"/>
                        <a:sym typeface="Cambria"/>
                      </a:endParaRPr>
                    </a:p>
                  </a:txBody>
                  <a:tcPr marT="0" marB="0" marR="68575" marL="68575"/>
                </a:tc>
              </a:tr>
              <a:tr h="1757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a[3] = 0x00000004</a:t>
                      </a:r>
                      <a:endParaRPr b="1" sz="1200" u="none" cap="none" strike="noStrike">
                        <a:latin typeface="Cambria"/>
                        <a:ea typeface="Cambria"/>
                        <a:cs typeface="Cambria"/>
                        <a:sym typeface="Cambria"/>
                      </a:endParaRPr>
                    </a:p>
                  </a:txBody>
                  <a:tcPr marT="0" marB="0" marR="68575" marL="68575"/>
                </a:tc>
              </a:tr>
              <a:tr h="1567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a[4] = 0x00000005</a:t>
                      </a:r>
                      <a:endParaRPr b="1" sz="1200" u="none" cap="none" strike="noStrike">
                        <a:latin typeface="Cambria"/>
                        <a:ea typeface="Cambria"/>
                        <a:cs typeface="Cambria"/>
                        <a:sym typeface="Cambria"/>
                      </a:endParaRPr>
                    </a:p>
                  </a:txBody>
                  <a:tcPr marT="0" marB="0" marR="68575" marL="68575"/>
                </a:tc>
              </a:tr>
              <a:tr h="146225">
                <a:tc>
                  <a:txBody>
                    <a:bodyPr/>
                    <a:lstStyle/>
                    <a:p>
                      <a:pPr indent="0" lvl="0" marL="0" marR="0" rtl="0" algn="l">
                        <a:lnSpc>
                          <a:spcPct val="100000"/>
                        </a:lnSpc>
                        <a:spcBef>
                          <a:spcPts val="0"/>
                        </a:spcBef>
                        <a:spcAft>
                          <a:spcPts val="0"/>
                        </a:spcAft>
                        <a:buClr>
                          <a:srgbClr val="000000"/>
                        </a:buClr>
                        <a:buSzPts val="1200"/>
                        <a:buFont typeface="Arial"/>
                        <a:buNone/>
                      </a:pPr>
                      <a:r>
                        <a:t/>
                      </a:r>
                      <a:endParaRPr b="1" sz="1200" u="none" cap="none" strike="noStrike">
                        <a:latin typeface="Cambria"/>
                        <a:ea typeface="Cambria"/>
                        <a:cs typeface="Cambria"/>
                        <a:sym typeface="Cambria"/>
                      </a:endParaRPr>
                    </a:p>
                  </a:txBody>
                  <a:tcPr marT="0" marB="0" marR="68575" marL="68575"/>
                </a:tc>
              </a:tr>
              <a:tr h="1567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a[5] = 0x00000006</a:t>
                      </a:r>
                      <a:endParaRPr b="1" sz="1200" u="none" cap="none" strike="noStrike">
                        <a:latin typeface="Cambria"/>
                        <a:ea typeface="Cambria"/>
                        <a:cs typeface="Cambria"/>
                        <a:sym typeface="Cambria"/>
                      </a:endParaRPr>
                    </a:p>
                  </a:txBody>
                  <a:tcPr marT="0" marB="0" marR="68575" marL="68575"/>
                </a:tc>
              </a:tr>
              <a:tr h="146225">
                <a:tc>
                  <a:txBody>
                    <a:bodyPr/>
                    <a:lstStyle/>
                    <a:p>
                      <a:pPr indent="0" lvl="0" marL="0" marR="0" rtl="0" algn="l">
                        <a:lnSpc>
                          <a:spcPct val="100000"/>
                        </a:lnSpc>
                        <a:spcBef>
                          <a:spcPts val="0"/>
                        </a:spcBef>
                        <a:spcAft>
                          <a:spcPts val="0"/>
                        </a:spcAft>
                        <a:buClr>
                          <a:srgbClr val="000000"/>
                        </a:buClr>
                        <a:buSzPts val="1200"/>
                        <a:buFont typeface="Arial"/>
                        <a:buNone/>
                      </a:pPr>
                      <a:r>
                        <a:t/>
                      </a:r>
                      <a:endParaRPr b="1" sz="1200" u="none" cap="none" strike="noStrike">
                        <a:latin typeface="Cambria"/>
                        <a:ea typeface="Cambria"/>
                        <a:cs typeface="Cambria"/>
                        <a:sym typeface="Cambria"/>
                      </a:endParaRPr>
                    </a:p>
                  </a:txBody>
                  <a:tcPr marT="0" marB="0" marR="68575" marL="68575"/>
                </a:tc>
              </a:tr>
              <a:tr h="1567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a[6] = 0x00000007</a:t>
                      </a:r>
                      <a:endParaRPr b="1" sz="1200" u="none" cap="none" strike="noStrike">
                        <a:latin typeface="Cambria"/>
                        <a:ea typeface="Cambria"/>
                        <a:cs typeface="Cambria"/>
                        <a:sym typeface="Cambria"/>
                      </a:endParaRPr>
                    </a:p>
                  </a:txBody>
                  <a:tcPr marT="0" marB="0" marR="68575" marL="68575"/>
                </a:tc>
              </a:tr>
              <a:tr h="146225">
                <a:tc>
                  <a:txBody>
                    <a:bodyPr/>
                    <a:lstStyle/>
                    <a:p>
                      <a:pPr indent="0" lvl="0" marL="0" marR="0" rtl="0" algn="l">
                        <a:lnSpc>
                          <a:spcPct val="100000"/>
                        </a:lnSpc>
                        <a:spcBef>
                          <a:spcPts val="0"/>
                        </a:spcBef>
                        <a:spcAft>
                          <a:spcPts val="0"/>
                        </a:spcAft>
                        <a:buClr>
                          <a:srgbClr val="000000"/>
                        </a:buClr>
                        <a:buSzPts val="1200"/>
                        <a:buFont typeface="Arial"/>
                        <a:buNone/>
                      </a:pPr>
                      <a:r>
                        <a:t/>
                      </a:r>
                      <a:endParaRPr b="1" sz="1200" u="none" cap="none" strike="noStrike">
                        <a:latin typeface="Cambria"/>
                        <a:ea typeface="Cambria"/>
                        <a:cs typeface="Cambria"/>
                        <a:sym typeface="Cambria"/>
                      </a:endParaRPr>
                    </a:p>
                  </a:txBody>
                  <a:tcPr marT="0" marB="0" marR="68575" marL="68575"/>
                </a:tc>
              </a:tr>
              <a:tr h="1567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a[7] = 0x00000008</a:t>
                      </a:r>
                      <a:endParaRPr b="1" sz="1200" u="none" cap="none" strike="noStrike">
                        <a:latin typeface="Cambria"/>
                        <a:ea typeface="Cambria"/>
                        <a:cs typeface="Cambria"/>
                        <a:sym typeface="Cambria"/>
                      </a:endParaRPr>
                    </a:p>
                  </a:txBody>
                  <a:tcPr marT="0" marB="0" marR="68575" marL="68575"/>
                </a:tc>
              </a:tr>
              <a:tr h="146225">
                <a:tc>
                  <a:txBody>
                    <a:bodyPr/>
                    <a:lstStyle/>
                    <a:p>
                      <a:pPr indent="0" lvl="0" marL="0" marR="0" rtl="0" algn="l">
                        <a:lnSpc>
                          <a:spcPct val="100000"/>
                        </a:lnSpc>
                        <a:spcBef>
                          <a:spcPts val="0"/>
                        </a:spcBef>
                        <a:spcAft>
                          <a:spcPts val="0"/>
                        </a:spcAft>
                        <a:buClr>
                          <a:srgbClr val="000000"/>
                        </a:buClr>
                        <a:buSzPts val="1200"/>
                        <a:buFont typeface="Arial"/>
                        <a:buNone/>
                      </a:pPr>
                      <a:r>
                        <a:t/>
                      </a:r>
                      <a:endParaRPr b="1" sz="1200" u="none" cap="none" strike="noStrike">
                        <a:latin typeface="Cambria"/>
                        <a:ea typeface="Cambria"/>
                        <a:cs typeface="Cambria"/>
                        <a:sym typeface="Cambria"/>
                      </a:endParaRPr>
                    </a:p>
                  </a:txBody>
                  <a:tcPr marT="0" marB="0" marR="68575" marL="68575"/>
                </a:tc>
              </a:tr>
              <a:tr h="1567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a[8] = 0x00000009</a:t>
                      </a:r>
                      <a:endParaRPr b="1" sz="1200" u="none" cap="none" strike="noStrike">
                        <a:latin typeface="Cambria"/>
                        <a:ea typeface="Cambria"/>
                        <a:cs typeface="Cambria"/>
                        <a:sym typeface="Cambria"/>
                      </a:endParaRPr>
                    </a:p>
                  </a:txBody>
                  <a:tcPr marT="0" marB="0" marR="68575" marL="68575"/>
                </a:tc>
              </a:tr>
              <a:tr h="146225">
                <a:tc>
                  <a:txBody>
                    <a:bodyPr/>
                    <a:lstStyle/>
                    <a:p>
                      <a:pPr indent="0" lvl="0" marL="0" marR="0" rtl="0" algn="l">
                        <a:lnSpc>
                          <a:spcPct val="100000"/>
                        </a:lnSpc>
                        <a:spcBef>
                          <a:spcPts val="0"/>
                        </a:spcBef>
                        <a:spcAft>
                          <a:spcPts val="0"/>
                        </a:spcAft>
                        <a:buClr>
                          <a:srgbClr val="000000"/>
                        </a:buClr>
                        <a:buSzPts val="1200"/>
                        <a:buFont typeface="Arial"/>
                        <a:buNone/>
                      </a:pPr>
                      <a:r>
                        <a:t/>
                      </a:r>
                      <a:endParaRPr b="1" sz="1200" u="none" cap="none" strike="noStrike">
                        <a:latin typeface="Cambria"/>
                        <a:ea typeface="Cambria"/>
                        <a:cs typeface="Cambria"/>
                        <a:sym typeface="Cambria"/>
                      </a:endParaRPr>
                    </a:p>
                  </a:txBody>
                  <a:tcPr marT="0" marB="0" marR="68575" marL="68575"/>
                </a:tc>
              </a:tr>
              <a:tr h="1567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a[9] = 0x0000000A</a:t>
                      </a:r>
                      <a:endParaRPr b="1" sz="1200" u="none" cap="none" strike="noStrike">
                        <a:latin typeface="Cambria"/>
                        <a:ea typeface="Cambria"/>
                        <a:cs typeface="Cambria"/>
                        <a:sym typeface="Cambria"/>
                      </a:endParaRPr>
                    </a:p>
                  </a:txBody>
                  <a:tcPr marT="0" marB="0" marR="68575" marL="68575"/>
                </a:tc>
              </a:tr>
              <a:tr h="146225">
                <a:tc>
                  <a:txBody>
                    <a:bodyPr/>
                    <a:lstStyle/>
                    <a:p>
                      <a:pPr indent="0" lvl="0" marL="0" marR="0" rtl="0" algn="l">
                        <a:lnSpc>
                          <a:spcPct val="100000"/>
                        </a:lnSpc>
                        <a:spcBef>
                          <a:spcPts val="0"/>
                        </a:spcBef>
                        <a:spcAft>
                          <a:spcPts val="0"/>
                        </a:spcAft>
                        <a:buClr>
                          <a:srgbClr val="000000"/>
                        </a:buClr>
                        <a:buSzPts val="1200"/>
                        <a:buFont typeface="Arial"/>
                        <a:buNone/>
                      </a:pPr>
                      <a:r>
                        <a:t/>
                      </a:r>
                      <a:endParaRPr b="1" sz="1200" u="none" cap="none" strike="noStrike">
                        <a:latin typeface="Cambria"/>
                        <a:ea typeface="Cambria"/>
                        <a:cs typeface="Cambria"/>
                        <a:sym typeface="Cambria"/>
                      </a:endParaRPr>
                    </a:p>
                  </a:txBody>
                  <a:tcPr marT="0" marB="0" marR="68575" marL="68575"/>
                </a:tc>
              </a:tr>
              <a:tr h="1567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total= 0x00000000</a:t>
                      </a:r>
                      <a:endParaRPr b="1" sz="1200" u="none" cap="none" strike="noStrike">
                        <a:latin typeface="Cambria"/>
                        <a:ea typeface="Cambria"/>
                        <a:cs typeface="Cambria"/>
                        <a:sym typeface="Cambria"/>
                      </a:endParaRPr>
                    </a:p>
                  </a:txBody>
                  <a:tcPr marT="0" marB="0" marR="68575" marL="68575"/>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4" name="Shape 1734"/>
        <p:cNvGrpSpPr/>
        <p:nvPr/>
      </p:nvGrpSpPr>
      <p:grpSpPr>
        <a:xfrm>
          <a:off x="0" y="0"/>
          <a:ext cx="0" cy="0"/>
          <a:chOff x="0" y="0"/>
          <a:chExt cx="0" cy="0"/>
        </a:xfrm>
      </p:grpSpPr>
      <p:pic>
        <p:nvPicPr>
          <p:cNvPr descr="https://admissionblog.usc.edu/files/2013/05/Question-Mark.jpg" id="1735" name="Google Shape;1735;g23d4a897f4b_0_62"/>
          <p:cNvPicPr preferRelativeResize="0"/>
          <p:nvPr/>
        </p:nvPicPr>
        <p:blipFill rotWithShape="1">
          <a:blip r:embed="rId3">
            <a:alphaModFix/>
          </a:blip>
          <a:srcRect b="0" l="0" r="0" t="0"/>
          <a:stretch/>
        </p:blipFill>
        <p:spPr>
          <a:xfrm>
            <a:off x="4128668" y="2034745"/>
            <a:ext cx="742950" cy="927609"/>
          </a:xfrm>
          <a:prstGeom prst="rect">
            <a:avLst/>
          </a:prstGeom>
          <a:noFill/>
          <a:ln>
            <a:noFill/>
          </a:ln>
        </p:spPr>
      </p:pic>
      <p:sp>
        <p:nvSpPr>
          <p:cNvPr id="1736" name="Google Shape;1736;g23d4a897f4b_0_62"/>
          <p:cNvSpPr txBox="1"/>
          <p:nvPr>
            <p:ph type="title"/>
          </p:nvPr>
        </p:nvSpPr>
        <p:spPr>
          <a:xfrm>
            <a:off x="1028700" y="685800"/>
            <a:ext cx="72009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sz="3700"/>
              <a:t>Loading Code and Data into Memory</a:t>
            </a:r>
            <a:endParaRPr sz="3700"/>
          </a:p>
        </p:txBody>
      </p:sp>
      <p:sp>
        <p:nvSpPr>
          <p:cNvPr id="1737" name="Google Shape;1737;g23d4a897f4b_0_62"/>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1738" name="Google Shape;1738;g23d4a897f4b_0_62"/>
          <p:cNvPicPr preferRelativeResize="0"/>
          <p:nvPr/>
        </p:nvPicPr>
        <p:blipFill rotWithShape="1">
          <a:blip r:embed="rId4">
            <a:alphaModFix/>
          </a:blip>
          <a:srcRect b="0" l="0" r="0" t="0"/>
          <a:stretch/>
        </p:blipFill>
        <p:spPr>
          <a:xfrm>
            <a:off x="4246075" y="1377900"/>
            <a:ext cx="2809325" cy="4102200"/>
          </a:xfrm>
          <a:prstGeom prst="rect">
            <a:avLst/>
          </a:prstGeom>
          <a:noFill/>
          <a:ln>
            <a:noFill/>
          </a:ln>
        </p:spPr>
      </p:pic>
      <p:cxnSp>
        <p:nvCxnSpPr>
          <p:cNvPr id="1739" name="Google Shape;1739;g23d4a897f4b_0_62"/>
          <p:cNvCxnSpPr/>
          <p:nvPr/>
        </p:nvCxnSpPr>
        <p:spPr>
          <a:xfrm flipH="1" rot="10800000">
            <a:off x="3500438" y="2819332"/>
            <a:ext cx="1986000" cy="896700"/>
          </a:xfrm>
          <a:prstGeom prst="straightConnector1">
            <a:avLst/>
          </a:prstGeom>
          <a:noFill/>
          <a:ln cap="flat" cmpd="sng" w="38100">
            <a:solidFill>
              <a:schemeClr val="dk1"/>
            </a:solidFill>
            <a:prstDash val="solid"/>
            <a:round/>
            <a:headEnd len="sm" w="sm" type="none"/>
            <a:tailEnd len="med" w="med" type="stealth"/>
          </a:ln>
        </p:spPr>
      </p:cxnSp>
      <p:cxnSp>
        <p:nvCxnSpPr>
          <p:cNvPr id="1740" name="Google Shape;1740;g23d4a897f4b_0_62"/>
          <p:cNvCxnSpPr/>
          <p:nvPr/>
        </p:nvCxnSpPr>
        <p:spPr>
          <a:xfrm>
            <a:off x="3500438" y="3716032"/>
            <a:ext cx="1986000" cy="551100"/>
          </a:xfrm>
          <a:prstGeom prst="straightConnector1">
            <a:avLst/>
          </a:prstGeom>
          <a:noFill/>
          <a:ln cap="flat" cmpd="sng" w="38100">
            <a:solidFill>
              <a:schemeClr val="dk1"/>
            </a:solidFill>
            <a:prstDash val="solid"/>
            <a:round/>
            <a:headEnd len="sm" w="sm" type="none"/>
            <a:tailEnd len="med" w="med" type="stealth"/>
          </a:ln>
        </p:spPr>
      </p:cxnSp>
      <p:sp>
        <p:nvSpPr>
          <p:cNvPr descr="data:image/jpeg;base64,/9j/4AAQSkZJRgABAQAAAQABAAD/2wCEAAkGBw8QEBAQDxIQDw8QEBAUDxAPDxAPDg0QFBEWFxQVFBQYHCggGBolGxYUIjEiJTUsLi8uFx8zODQtNygtLysBCgoKDg0OGxAQGzQmICQsLCw3LzIsLCwsNCwsLCwsLCwsLCwtLCw0MDctLC4sLCwsLCwsLCw0LCwsLCwsLCwsN//AABEIAOEA4QMBEQACEQEDEQH/xAAcAAEAAQUBAQAAAAAAAAAAAAAAAQIDBQYHBAj/xABFEAABAwIDBAcEBwUFCQAAAAABAAIDBBEFEiEGMUFRBxMiYXGBkRQyQqEjUmJykrHBFYKTstEzQ3Oi4RYkRFNjs8Lw8f/EABsBAQACAwEBAAAAAAAAAAAAAAADBAECBQYH/8QANREBAAIBAgQDBgYCAQUBAAAAAAECAwQRBRIhMUFRoSJhcYGR4RMUscHR8AYy8SNCUmKyFf/aAAwDAQACEQMRAD8A7igICAgICAgICAgICAgICAgICAgICAgICAgICAgICAgICAgICAgIIc4DU6AbydwCDWsV29wynJaZxK8fDADL5Zh2QfNQW1GOvi6mDg+syxvFNo9/T07+jAy9LdJ8NPUuH2uqaf5iovzlfJfr/jefxvHr/EJi6WqP44Klv3RE7/yCRrK+MMW/xvP4Xr6/wzWH9IWFzEDr+qceE7HRj8RGX5qWupxz4qWXgusx9eTf4Tv6d/RssE7JGh8bmvYdzmODmnwIU0TE9nMtS1J2tG0riy1EBAQEBAQEBAQEBAQEBAQEBAQEBAQYHavaqnw+PNKc8rv7KFpGeQ8/st5k/PcosuauOOq/oOH5dZbavSI7z4R9/c4vtJtbWV7j1ryyG/ZgjJbEBwzfXPefKy5mTNbJ3e10fDsGlj2I6+c9/t8mBUS8ICMiD2YZilRSuz08skLuOR1mu+83c7zW1b2rO8SgzafFnry5KxLpey3Si1xbFiDQwmwFRGOwT/1GfD4jTuCvYtXv0v8AV5rXf4/NYm+nnf8A9Z7/ACn9p+sulRSNe0OaQ5rgC1zSC1wO4gjeFdid3mZiaztPdWjAgICAgICAgICAgICAgICAgICDA7YbSxYdAZHWdK64givrI/v5NGlz/UKLLljHXdf4foL6zJyx0rHefL7+X8OB4niMtTK+edxfI83JO4DgAOAHALk2tNp3l77DhphpGOkbRDyrVKICAgICAg27YTbSSgeIpS59G49pu90BJ1fH3c28fHfYwZ5xztPZx+KcLrq689Ol49fdP7T+zuVPOyRjXxuD2PaHMc03a5pFwQV1IneN4eHtS1LTW0bTC4stRAQEBAQEBAQEBAQEBAQEBB4MbxWKkgfPKeywaAe89x91re8laZLxSvNKxpNLk1OWMWPvPpHjMvn/AGmxuWtqHTSnuY0HsxtG5re4fM3PFci95vPNL6FptLj0uOMWPtHj5z5sStU4sMiCzPVMZ7xseW8reuO1uytm1eHD/vLz/tWL7XopPy91T/8AWwe/6PTT1LJNGG55cfRaWx2r3haxazDl6Vt+y6o1pKAg6R0S7UGN/sEx+jkJNMSfck3uZ4O1I7781d0uXaeSXm+PaDnr+Zp3jv8ADz+X6fB1xdB5EQEBAQEBAQEBAQEBAQEBAQcY6UdoDPUmBh+hpSW6HR8+558vd8nc1y9Vk5r8sdo/V7rgWjjBp/xbR7V//nw+vf6NBVd1xAQemkwPEKvs0VNLNzkADIm93WPIbfuurODDNus9nG4nxKuD/p1n2v0VzdFeO2zeyhxO8Cppi4f59fJXeSYeZnVUmd5lrGL4FWUjstVTzQEmwMkbmsefsu3O8isTGySt627S8cbTf8u5apYZ6inc4WfqeDuJ7nc/FVsuKJ6w7Wi11q+xknp+j0qq7ggqikc1zXNJa5pDmuGha4G4I807dmLRFomJ7S+jtlsXFZSQVA3vZ2wPhkacrx4ZgfKy7GK/PWJfOdbpp0+e2Lynp8PD0ZVSKogICAgICAgICAgICAgIMftBiPstLPUaXiic5oO5z7dgebrDzWmS3LWbLGkwfj56YvOYj5ePo+Y8QxYB5Bu83Je6+uYm537zzXMphm0by9xqeJUxX/DrG8R6e6EQ1kbtzhfkdD81i2K0N8Wvw5PHb4r6iXInfs9uDYa+qqIaaP3pnht9+Ru9zrdzQT5Lelee0VQ6rURgw2yz4R/x6vpHD6KOCKOGIZY4mNawcgBbU8T3rsRERG0PnOTJbJeb27z1ehZaLNXSxzMdHKxksbxZ7JGh7HDkWnQoROziXSP0bNo71dED7KT9NDcuNKSdHNO8x8NdW9492C9dusOppM8X9i3dowswKKXRrCqCTNfuKp5Y2s9Bosk2x7T4LijWxB1voUryYqqnP93IyRvhI0tIHmweqv6O3SYeT/yPFtkpk84mPp/y6WrrzYgICAgICAgICAgICAgIMFtpgUlfRyUscwp3PLDnLOsFmuDrWuLaga8FpekWjaVjTai2DJ+JXv19ejgmPdF+LUlz1PtUY+OlJlP8Owf8io5pMLtNVjt7mmSMLSWuBa5ps5rgQ5p5EHctViJiey5DVPZ7riByOo9CtJpFu8JcefJj/wBZ2dx6GtmKhl8Qq2CPPHlpmEESFriCZSD7oIFhzBJ3WvvhwRWeZW4jxO+fHGGfPfd1ZWXGEBBbnhbIxzHgOY9pa9pFw5rhYgjkQjMTMTvD5d2qw11JWVFKSSIZXBpJ1MZ7UZPflLVSv0nZ6fBb8SkX820bE9HlVWME0p9mp32LHOaXSyt5sZpofrHyBWsYJydZ6Q2txXHpN61jmt6fOf2dFpOjTC2Cz2zTHi58zmk+TMoU8aXHDnZOO6u07xMR8I/ndbr+jHDZB9EZoHcC2TrG+Yfe/kQsW0mOe3Rti4/qqz7W1vlt+mzzbBbLVWHYhM15EtPLTOyTMBDXPbKyzXN+F1i429CbFa4MNsd537bJeJ8Qw6zS1mvS0W7e6Yn6ujK28+ICAgICAgICAgICAgICAgIMXjWztFWjLV08U+lg57B1jR9l47TfIrExEtq3tXtLVcO6JcLgqm1LRK9rNWU8rxJA1+ljqMxA5OJ1WvJG6W2pvNdm/LdAICAgIOU4ns5HWbQVL5Wh0FOymdM0i4llMTerY7mLAE9zbcVXmnNkl141E4dFWI7zM7fDfq6F1ysOQjrkDrkFTZ7IMhDIHAEf+lBWgICAgICAgICAgICAgICAgICAgICAgolkaxrnOIa1oJc4mwa0C5JPKyMxEzO0NB2axBs7airH/FVUr230PVstHGD+6wepUWKeaJt5yu6/HOK9cU/9tY+s9Z9ZZn2lSqKPaUD2hBUKhBlMGmzZxysfz/0QZNAQEBAQEBAQEBAQEBAQEBAQEBAQEFueZkbXPkc1jGglznENa0DeSTuCxMxHWW1a2tMVrG8y410hbf8AteampCRTX+kk1Dqm3ADgzu48dNDQz6jm9mvZ63hnCYwbZc3W3hHhH39IXdgq69KWX1jkeD4O7QPzPop9LO9NvJyuPY5rqef/AMoj06Nk9pVlxT2lBIqEFYqEGf2YuRI7h2QPHUn8wgzqAgICAgICAgICAgICAgICAgICAgxO0W0NNQR9ZUPtcHJG2xllI4Nb6a7hdR5MlaRvK1pNHl1V+XHHxnwj4/3dxDa/bSpxFxa49VTA9iBp0PJzz8R+Q4Bc/Lmtkn3PYaLh+LSR7PW3n/HlHr5taUK+y2zeKezzXd/ZyANf3a9l3lr5EqfBk5Lde0ubxTR/mcPs/wC1esfvH98W+e08ium8RPR6MPq4cxE2Y3tlyuy+KDLyYW2RuamkufqSG3o4D80FwYDLlv1jQ7kWm3qCg2fBqdscLWAgkavPN53/ANPJB7kBAQEBAQEBAQEBAQEBAQEBAQEGsba7Xx4ewNaBLVSD6KK+jRuzycm7+82sOJEGbNGOPe6nDeGX1lt56UjvP7R7/wBHCsZxWaqldLM8yPdvcePIAfC0cAFzrWm07y9jjxY8NIx442iP7u8Cw3FgFkZnBMVma5kIa6YOIaxjAXS3O4MHHwVjDntX2e8ONxLhuLLE5Ynlt4z4T8f5/Vt1Zh08bi2RhY4WuCRpcX3g2Pkui8g9GGV0sYOt8tuOpHFBsuGY4H2BKDZsLaCXvudQ0W+Eb9fH+iDIoCAgICAgICAgICAgICAgICAgxO0+NsoaaSofqRpGy9utlPut/U9wKjy5IpXmWtFpbarNGOPnPlHjP98Xz3jGIyTySSyuL5ZXEvcfyHIAWAHJcqZm07y9/XHTDjjHSNohjUaiAgyOA4HU10ohpmZ3aZnHSOJv1nu4D5ngCt6Y7XnaFbU6vHp682Sfl4y7lsZsTT4c3MPpqpws+dw3Di2MfC35njwA6OPDWnxeQ1vEMmqnr0r5JrnMkkc42N9B4AWClUGNqMChk1acjjy3HyQRhuAmF93NBb9YEkX7wdyDYpZjCGvbuBAcOBaUGWhlD2hzdQUFaAgICAgICAgICAgICAgICAg450v4wZKplK09inYHPHOWQX18GZfxFc/V33ty+T1/ANPyYZyz3tPpH3/RzmZ1yq0Ozeeq2stS6DN7JbNzYjUCGPssaA6aUi7YWX+bjwHHXgCRJixTedlLW6yulx80957R/fB9AYDglPQwtgpmZWDVzjrJK7i57uJ/+Cw0XSrWKxtDxmfPkz358k7y98wJa62/KbeNlshc6diFjvQXI8S70HoZjLhuKCv9tXBDzcEWQZPA8Qy6HVp393eg2UFBKAgICAgICAgICAgICAgIBQfNGOV/tFTUT3v1s0jm/cLjkHk2w8lx7zzWmX0TTY/wsNMflER8/H1YklGZlCG5dGH0D0X4Q2mw6E2+kqR18h4nOOwPAMy6c7810sFeWkPF8Uzzl1NvKOn0+7bVM54g57jWEsE8osdX3FiR73at80GOfgjt4Jb4k39EFDMKdfVzvVBmKGiiY0gtzZhZxdqSOXcgyUVVCwWDWi3IBBsOFSF0TXHjmt4ZjZB60BAQEBAQEBAQEBAQEBAQY/aKp6mjqpRvjp5nDxbGSPmtbztWZT6anPmpXzmI9XzMTYa6WHkuQ+g2tEdZWgVlFExPYRlVDEXuaxvvPc1rfFxsPzWYjedmtrRWJtPg+qKeIMY1jdGsa1re4AWC68Pn0zvO8riMCDUsWnAme/gTa/gAP0+aDxmVBadI0IIdU30ZqePIeJQZjCtnoZWMlkdI4m92BwbHcOI4C/Dmg2VjA0BrQAAAABoABuAQVICAgICAgICAgICAgICAgxu0mGuqqSenY8RumjLA9zS4NvvuARwutb15qzCbT5vwctcm2+07uIYv0O4vclklLUNHutbI+J34XNsPVRVwxXsvZeI2zT7f2atXbA4zT6voqjT/AJIbUf8AaLkmksV1FfCWGkbVRvEb2yskcQGxvjcHuJNgA0i5N1pOOs+C3TW5Yjpd03YDo7xOSaCpq2tpIY5YpMkrT7TKGODsvVg9i9iO1YjkVmunjfdpl4veaTTvvEw7srLiCC1UuIY8jeGOI8QNEGnPaHjXigx0uGuvpI8DlcIKBhw+NzneJt+SCt8obZrbAcgg3XZ0/wC7Rnnn/nKDJICAgICAgICAgICAgICAgICC3UVDI2l8jmsY0Xc97g1rRzJOgWJmI6y2rS155axvMtMxDpTwuJ2VpmqLEgugiBYLd7y2/ldQTqaR73Ux8F1N43navxn+Il7cE2/wyse2NkvVyk9hk7ercSdLNd7pOu4G62pnpZDn4ZqMMc0xvHnHX7+jalM54gIBQafJHkc9g3Nc4DwBICCw9yDxVc2UEncBqgxEL3PdfhwQdRwqLJBE3lG2/iRc/NB6kBAQEBAQEBAQEBAQEBAQEGqbc7ZMw9oYwNkqpG3Yx3uRt3Z321tcGw42O5V8+eMfSO7rcL4XbWTzWnakePn7o/vRxTaPaGqrHXqJXSWNw33Y2dzWDQeO/vVGb2v1tL1VNPh00cmGu3nPjPxnv+zCrDKEY3dr6Itq31Ub6OocXzQNDonuN3SQ3tZx4lpIF+ThyV7T5JtHLLzHF9HXFaMtI6T3+P3dGVlxhAQalXn6WT77vzQeKQoMNi0m5vM6+AQKOPcBxQdSaLADkglAQEBAQEBAQEBAQEBAQEBB83bZ4m6evq3uP9/IxvcyNxYwejR81y8m9rzL3WimuLTUrHlE/OessC4rTZPvv1QghZYbj0SveMWgDdzmTiT7nVOP8waptPvzw5vFtvytt/d+v8bvoBdB5EQEGoVx+ll/xH/zFB4ZigwNS7NKeQsEGTwtl5Ixzewf5gg6QgICAgICAgICCm6BdAugXQLoF0C6BdB859IeGOpMRqWuBDZZHTxE7nMlcXaeDi5v7qpXptaXp9JqefBX3Rt9GuRvDrgbxrbiR3KK9PFewZ4n2ZFGtiMOu9DOzb4w+vmaW9azJTNcLExkguktyNmgdwJ3EK5p8e3tS83xjVxeYw1nt3+Pk6jmVpxDMgh8gAJO4C5QafVvu97vrOcfC5ug8E8gQYeMdo95QZvAmXnhA+u0/h1P5IN+ugXQLoF0C6BdBKBdAugt5kEZkEZ0DOgZ0EZ0EdYgjrEGv7Y7MU2Jw9VNdkjLmGdgBkhcd/3mmwu3jYbiARrasW7psOa2Kd4cYxXoqxeJ/wBC2OqbfsvimZGbcCWyFpB8L+Kj/DldjWVn3PfgnRZistjVSQUjOOYiom/Cw5T+Jafl4lLHFslI2jr8XQsC6OcOpi18gfVytNwZyOrB7om6H97Mt64KVV83E9RljbfaPd/d26dapnPOuQOtQeDGaqzA0b3HXwH+tkGqVk5QMLpHSNnld7kUUlvtSZDYeW/0QYmMaoNl2XZ9MD9Vjj+n6oNvzoGZBIcgkOQTmQLoJugXQLoLN0EEoKS5BSXIKS9BS6RBbMyC26oQeeSutz9EHnfituDvRBb/AGwOTvRBUMUvwd6ILra8ngfRBcbVFBdbOUGPxJxcb8AEGAla57srRckgDzPFBss7GQ0rox9RzRze5w1P5lBqMcJvuQbFgcgie5z9OwQNLkm45IM5DiDXcx42Qetr0FQcgnMgnMgnMgkOQTdAzIKbIIsgpIQQWoKSxBTkQQY0FBiCCkwjkgpMA5D0QUGAcggpMQ5IIyBBSbILM7xlIBDTwJ3IPEMTjb2X2DvEEHwKC43FmAWblHhYIMdjFdnYC0Fzmn3W6kg79PRBiI6943xS/wANx/RB6Bi/OOX+E/8AogvxYxwDJSf8N/8ARBs+H1B6tt99te65vZB7BKgqEiCsPQVByCQ5BVmQTdBcIQRZAsgjKgjKgZUEFqCksQRkQQY0EGNBT1SCDCgo9mQWpKFrt4ug8FRs1TP96MeIJafkg8/+x9Nw60eErv1QXqbZiCM3bnJ5ueXIPa3CmBBcbQBBcbRhBUKZBWIEEiFBPVoKhGgkMQTkQTlQXrIFkCyCLIFkCyBZBGVAyoGVALUEZUDIgZUEZUDIgZEE5EDKgZUE5UDKgnKgZUDKgZUDKgnKgZUFSAgIFkEIJsgiyBZAsgWQLIFkCyBZAsgWQLIFkCyBZBNkCyBZAQLICAgWQLIJQEBBCAgICAgICAgICAgFAQEBAQEBAQSgICAgICAg/9k=" id="1741" name="Google Shape;1741;g23d4a897f4b_0_62"/>
          <p:cNvSpPr/>
          <p:nvPr/>
        </p:nvSpPr>
        <p:spPr>
          <a:xfrm>
            <a:off x="1259681" y="-144463"/>
            <a:ext cx="2286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descr="data:image/jpeg;base64,/9j/4AAQSkZJRgABAQAAAQABAAD/2wCEAAkGBw8QEBAQDxIQDw8QEBAUDxAPDxAPDg0QFBEWFxQVFBQYHCggGBolGxYUIjEiJTUsLi8uFx8zODQtNygtLysBCgoKDg0OGxAQGzQmICQsLCw3LzIsLCwsNCwsLCwsLCwsLCwtLCw0MDctLC4sLCwsLCwsLCw0LCwsLCwsLCwsN//AABEIAOEA4QMBEQACEQEDEQH/xAAcAAEAAQUBAQAAAAAAAAAAAAAAAQIDBQYHBAj/xABFEAABAwIDBAcEBwUFCQAAAAABAAIDBBEFEiEGMUFRBxMiYXGBkRQyQqEjUmJykrHBFYKTstEzQ3Oi4RYkRFNjs8Lw8f/EABsBAQACAwEBAAAAAAAAAAAAAAADBAECBQYH/8QANREBAAIBAgQDBgYCAQUBAAAAAAECAwQRBRIhMUFRoSJhcYGR4RMUscHR8AYy8SNCUmKyFf/aAAwDAQACEQMRAD8A7igICAgICAgICAgICAgICAgICAgICAgICAgICAgICAgICAgICAgIIc4DU6AbydwCDWsV29wynJaZxK8fDADL5Zh2QfNQW1GOvi6mDg+syxvFNo9/T07+jAy9LdJ8NPUuH2uqaf5iovzlfJfr/jefxvHr/EJi6WqP44Klv3RE7/yCRrK+MMW/xvP4Xr6/wzWH9IWFzEDr+qceE7HRj8RGX5qWupxz4qWXgusx9eTf4Tv6d/RssE7JGh8bmvYdzmODmnwIU0TE9nMtS1J2tG0riy1EBAQEBAQEBAQEBAQEBAQEBAQEBAQYHavaqnw+PNKc8rv7KFpGeQ8/st5k/PcosuauOOq/oOH5dZbavSI7z4R9/c4vtJtbWV7j1ryyG/ZgjJbEBwzfXPefKy5mTNbJ3e10fDsGlj2I6+c9/t8mBUS8ICMiD2YZilRSuz08skLuOR1mu+83c7zW1b2rO8SgzafFnry5KxLpey3Si1xbFiDQwmwFRGOwT/1GfD4jTuCvYtXv0v8AV5rXf4/NYm+nnf8A9Z7/ACn9p+sulRSNe0OaQ5rgC1zSC1wO4gjeFdid3mZiaztPdWjAgICAgICAgICAgICAgICAgICDA7YbSxYdAZHWdK64givrI/v5NGlz/UKLLljHXdf4foL6zJyx0rHefL7+X8OB4niMtTK+edxfI83JO4DgAOAHALk2tNp3l77DhphpGOkbRDyrVKICAgICAg27YTbSSgeIpS59G49pu90BJ1fH3c28fHfYwZ5xztPZx+KcLrq689Ol49fdP7T+zuVPOyRjXxuD2PaHMc03a5pFwQV1IneN4eHtS1LTW0bTC4stRAQEBAQEBAQEBAQEBAQEBB4MbxWKkgfPKeywaAe89x91re8laZLxSvNKxpNLk1OWMWPvPpHjMvn/AGmxuWtqHTSnuY0HsxtG5re4fM3PFci95vPNL6FptLj0uOMWPtHj5z5sStU4sMiCzPVMZ7xseW8reuO1uytm1eHD/vLz/tWL7XopPy91T/8AWwe/6PTT1LJNGG55cfRaWx2r3haxazDl6Vt+y6o1pKAg6R0S7UGN/sEx+jkJNMSfck3uZ4O1I7781d0uXaeSXm+PaDnr+Zp3jv8ADz+X6fB1xdB5EQEBAQEBAQEBAQEBAQEBAQcY6UdoDPUmBh+hpSW6HR8+558vd8nc1y9Vk5r8sdo/V7rgWjjBp/xbR7V//nw+vf6NBVd1xAQemkwPEKvs0VNLNzkADIm93WPIbfuurODDNus9nG4nxKuD/p1n2v0VzdFeO2zeyhxO8Cppi4f59fJXeSYeZnVUmd5lrGL4FWUjstVTzQEmwMkbmsefsu3O8isTGySt627S8cbTf8u5apYZ6inc4WfqeDuJ7nc/FVsuKJ6w7Wi11q+xknp+j0qq7ggqikc1zXNJa5pDmuGha4G4I807dmLRFomJ7S+jtlsXFZSQVA3vZ2wPhkacrx4ZgfKy7GK/PWJfOdbpp0+e2Lynp8PD0ZVSKogICAgICAgICAgICAgIMftBiPstLPUaXiic5oO5z7dgebrDzWmS3LWbLGkwfj56YvOYj5ePo+Y8QxYB5Bu83Je6+uYm537zzXMphm0by9xqeJUxX/DrG8R6e6EQ1kbtzhfkdD81i2K0N8Wvw5PHb4r6iXInfs9uDYa+qqIaaP3pnht9+Ru9zrdzQT5Lelee0VQ6rURgw2yz4R/x6vpHD6KOCKOGIZY4mNawcgBbU8T3rsRERG0PnOTJbJeb27z1ehZaLNXSxzMdHKxksbxZ7JGh7HDkWnQoROziXSP0bNo71dED7KT9NDcuNKSdHNO8x8NdW9492C9dusOppM8X9i3dowswKKXRrCqCTNfuKp5Y2s9Bosk2x7T4LijWxB1voUryYqqnP93IyRvhI0tIHmweqv6O3SYeT/yPFtkpk84mPp/y6WrrzYgICAgICAgICAgICAgIMFtpgUlfRyUscwp3PLDnLOsFmuDrWuLaga8FpekWjaVjTai2DJ+JXv19ejgmPdF+LUlz1PtUY+OlJlP8Owf8io5pMLtNVjt7mmSMLSWuBa5ps5rgQ5p5EHctViJiey5DVPZ7riByOo9CtJpFu8JcefJj/wBZ2dx6GtmKhl8Qq2CPPHlpmEESFriCZSD7oIFhzBJ3WvvhwRWeZW4jxO+fHGGfPfd1ZWXGEBBbnhbIxzHgOY9pa9pFw5rhYgjkQjMTMTvD5d2qw11JWVFKSSIZXBpJ1MZ7UZPflLVSv0nZ6fBb8SkX820bE9HlVWME0p9mp32LHOaXSyt5sZpofrHyBWsYJydZ6Q2txXHpN61jmt6fOf2dFpOjTC2Cz2zTHi58zmk+TMoU8aXHDnZOO6u07xMR8I/ndbr+jHDZB9EZoHcC2TrG+Yfe/kQsW0mOe3Rti4/qqz7W1vlt+mzzbBbLVWHYhM15EtPLTOyTMBDXPbKyzXN+F1i429CbFa4MNsd537bJeJ8Qw6zS1mvS0W7e6Yn6ujK28+ICAgICAgICAgICAgICAgIMXjWztFWjLV08U+lg57B1jR9l47TfIrExEtq3tXtLVcO6JcLgqm1LRK9rNWU8rxJA1+ljqMxA5OJ1WvJG6W2pvNdm/LdAICAgIOU4ns5HWbQVL5Wh0FOymdM0i4llMTerY7mLAE9zbcVXmnNkl141E4dFWI7zM7fDfq6F1ysOQjrkDrkFTZ7IMhDIHAEf+lBWgICAgICAgICAgICAgICAgICAgICAgolkaxrnOIa1oJc4mwa0C5JPKyMxEzO0NB2axBs7airH/FVUr230PVstHGD+6wepUWKeaJt5yu6/HOK9cU/9tY+s9Z9ZZn2lSqKPaUD2hBUKhBlMGmzZxysfz/0QZNAQEBAQEBAQEBAQEBAQEBAQEBAQEFueZkbXPkc1jGglznENa0DeSTuCxMxHWW1a2tMVrG8y410hbf8AteampCRTX+kk1Dqm3ADgzu48dNDQz6jm9mvZ63hnCYwbZc3W3hHhH39IXdgq69KWX1jkeD4O7QPzPop9LO9NvJyuPY5rqef/AMoj06Nk9pVlxT2lBIqEFYqEGf2YuRI7h2QPHUn8wgzqAgICAgICAgICAgICAgICAgICAgxO0W0NNQR9ZUPtcHJG2xllI4Nb6a7hdR5MlaRvK1pNHl1V+XHHxnwj4/3dxDa/bSpxFxa49VTA9iBp0PJzz8R+Q4Bc/Lmtkn3PYaLh+LSR7PW3n/HlHr5taUK+y2zeKezzXd/ZyANf3a9l3lr5EqfBk5Lde0ubxTR/mcPs/wC1esfvH98W+e08ium8RPR6MPq4cxE2Y3tlyuy+KDLyYW2RuamkufqSG3o4D80FwYDLlv1jQ7kWm3qCg2fBqdscLWAgkavPN53/ANPJB7kBAQEBAQEBAQEBAQEBAQEBAQEGsba7Xx4ewNaBLVSD6KK+jRuzycm7+82sOJEGbNGOPe6nDeGX1lt56UjvP7R7/wBHCsZxWaqldLM8yPdvcePIAfC0cAFzrWm07y9jjxY8NIx442iP7u8Cw3FgFkZnBMVma5kIa6YOIaxjAXS3O4MHHwVjDntX2e8ONxLhuLLE5Ynlt4z4T8f5/Vt1Zh08bi2RhY4WuCRpcX3g2Pkui8g9GGV0sYOt8tuOpHFBsuGY4H2BKDZsLaCXvudQ0W+Eb9fH+iDIoCAgICAgICAgICAgICAgICAgxO0+NsoaaSofqRpGy9utlPut/U9wKjy5IpXmWtFpbarNGOPnPlHjP98Xz3jGIyTySSyuL5ZXEvcfyHIAWAHJcqZm07y9/XHTDjjHSNohjUaiAgyOA4HU10ohpmZ3aZnHSOJv1nu4D5ngCt6Y7XnaFbU6vHp682Sfl4y7lsZsTT4c3MPpqpws+dw3Di2MfC35njwA6OPDWnxeQ1vEMmqnr0r5JrnMkkc42N9B4AWClUGNqMChk1acjjy3HyQRhuAmF93NBb9YEkX7wdyDYpZjCGvbuBAcOBaUGWhlD2hzdQUFaAgICAgICAgICAgICAgICAg450v4wZKplK09inYHPHOWQX18GZfxFc/V33ty+T1/ANPyYZyz3tPpH3/RzmZ1yq0Ozeeq2stS6DN7JbNzYjUCGPssaA6aUi7YWX+bjwHHXgCRJixTedlLW6yulx80957R/fB9AYDglPQwtgpmZWDVzjrJK7i57uJ/+Cw0XSrWKxtDxmfPkz358k7y98wJa62/KbeNlshc6diFjvQXI8S70HoZjLhuKCv9tXBDzcEWQZPA8Qy6HVp393eg2UFBKAgICAgICAgICAgICAgIBQfNGOV/tFTUT3v1s0jm/cLjkHk2w8lx7zzWmX0TTY/wsNMflER8/H1YklGZlCG5dGH0D0X4Q2mw6E2+kqR18h4nOOwPAMy6c7810sFeWkPF8Uzzl1NvKOn0+7bVM54g57jWEsE8osdX3FiR73at80GOfgjt4Jb4k39EFDMKdfVzvVBmKGiiY0gtzZhZxdqSOXcgyUVVCwWDWi3IBBsOFSF0TXHjmt4ZjZB60BAQEBAQEBAQEBAQEBAQY/aKp6mjqpRvjp5nDxbGSPmtbztWZT6anPmpXzmI9XzMTYa6WHkuQ+g2tEdZWgVlFExPYRlVDEXuaxvvPc1rfFxsPzWYjedmtrRWJtPg+qKeIMY1jdGsa1re4AWC68Pn0zvO8riMCDUsWnAme/gTa/gAP0+aDxmVBadI0IIdU30ZqePIeJQZjCtnoZWMlkdI4m92BwbHcOI4C/Dmg2VjA0BrQAAAABoABuAQVICAgICAgICAgICAgICAgxu0mGuqqSenY8RumjLA9zS4NvvuARwutb15qzCbT5vwctcm2+07uIYv0O4vclklLUNHutbI+J34XNsPVRVwxXsvZeI2zT7f2atXbA4zT6voqjT/AJIbUf8AaLkmksV1FfCWGkbVRvEb2yskcQGxvjcHuJNgA0i5N1pOOs+C3TW5Yjpd03YDo7xOSaCpq2tpIY5YpMkrT7TKGODsvVg9i9iO1YjkVmunjfdpl4veaTTvvEw7srLiCC1UuIY8jeGOI8QNEGnPaHjXigx0uGuvpI8DlcIKBhw+NzneJt+SCt8obZrbAcgg3XZ0/wC7Rnnn/nKDJICAgICAgICAgICAgICAgICC3UVDI2l8jmsY0Xc97g1rRzJOgWJmI6y2rS155axvMtMxDpTwuJ2VpmqLEgugiBYLd7y2/ldQTqaR73Ux8F1N43navxn+Il7cE2/wyse2NkvVyk9hk7ercSdLNd7pOu4G62pnpZDn4ZqMMc0xvHnHX7+jalM54gIBQafJHkc9g3Nc4DwBICCw9yDxVc2UEncBqgxEL3PdfhwQdRwqLJBE3lG2/iRc/NB6kBAQEBAQEBAQEBAQEBAQEGqbc7ZMw9oYwNkqpG3Yx3uRt3Z321tcGw42O5V8+eMfSO7rcL4XbWTzWnakePn7o/vRxTaPaGqrHXqJXSWNw33Y2dzWDQeO/vVGb2v1tL1VNPh00cmGu3nPjPxnv+zCrDKEY3dr6Itq31Ub6OocXzQNDonuN3SQ3tZx4lpIF+ThyV7T5JtHLLzHF9HXFaMtI6T3+P3dGVlxhAQalXn6WT77vzQeKQoMNi0m5vM6+AQKOPcBxQdSaLADkglAQEBAQEBAQEBAQEBAQEBB83bZ4m6evq3uP9/IxvcyNxYwejR81y8m9rzL3WimuLTUrHlE/OessC4rTZPvv1QghZYbj0SveMWgDdzmTiT7nVOP8waptPvzw5vFtvytt/d+v8bvoBdB5EQEGoVx+ll/xH/zFB4ZigwNS7NKeQsEGTwtl5Ixzewf5gg6QgICAgICAgICCm6BdAugXQLoF0C6BdB859IeGOpMRqWuBDZZHTxE7nMlcXaeDi5v7qpXptaXp9JqefBX3Rt9GuRvDrgbxrbiR3KK9PFewZ4n2ZFGtiMOu9DOzb4w+vmaW9azJTNcLExkguktyNmgdwJ3EK5p8e3tS83xjVxeYw1nt3+Pk6jmVpxDMgh8gAJO4C5QafVvu97vrOcfC5ug8E8gQYeMdo95QZvAmXnhA+u0/h1P5IN+ugXQLoF0C6BdBKBdAugt5kEZkEZ0DOgZ0EZ0EdYgjrEGv7Y7MU2Jw9VNdkjLmGdgBkhcd/3mmwu3jYbiARrasW7psOa2Kd4cYxXoqxeJ/wBC2OqbfsvimZGbcCWyFpB8L+Kj/DldjWVn3PfgnRZistjVSQUjOOYiom/Cw5T+Jafl4lLHFslI2jr8XQsC6OcOpi18gfVytNwZyOrB7om6H97Mt64KVV83E9RljbfaPd/d26dapnPOuQOtQeDGaqzA0b3HXwH+tkGqVk5QMLpHSNnld7kUUlvtSZDYeW/0QYmMaoNl2XZ9MD9Vjj+n6oNvzoGZBIcgkOQTmQLoJugXQLoLN0EEoKS5BSXIKS9BS6RBbMyC26oQeeSutz9EHnfituDvRBb/AGwOTvRBUMUvwd6ILra8ngfRBcbVFBdbOUGPxJxcb8AEGAla57srRckgDzPFBss7GQ0rox9RzRze5w1P5lBqMcJvuQbFgcgie5z9OwQNLkm45IM5DiDXcx42Qetr0FQcgnMgnMgnMgkOQTdAzIKbIIsgpIQQWoKSxBTkQQY0FBiCCkwjkgpMA5D0QUGAcggpMQ5IIyBBSbILM7xlIBDTwJ3IPEMTjb2X2DvEEHwKC43FmAWblHhYIMdjFdnYC0Fzmn3W6kg79PRBiI6943xS/wANx/RB6Bi/OOX+E/8AogvxYxwDJSf8N/8ARBs+H1B6tt99te65vZB7BKgqEiCsPQVByCQ5BVmQTdBcIQRZAsgjKgjKgZUEFqCksQRkQQY0EGNBT1SCDCgo9mQWpKFrt4ug8FRs1TP96MeIJafkg8/+x9Nw60eErv1QXqbZiCM3bnJ5ueXIPa3CmBBcbQBBcbRhBUKZBWIEEiFBPVoKhGgkMQTkQTlQXrIFkCyCLIFkCyBZBGVAyoGVALUEZUDIgZUEZUDIgZEE5EDKgZUE5UDKgnKgZUDKgZUDKgnKgZUFSAgIFkEIJsgiyBZAsgWQLIFkCyBZAsgWQLIFkCyBZBNkCyBZAQLICAgWQLIJQEBBCAgICAgICAgICAgFAQEBAQEBAQSgICAgICAg/9k=" id="1742" name="Google Shape;1742;g23d4a897f4b_0_62"/>
          <p:cNvSpPr/>
          <p:nvPr/>
        </p:nvSpPr>
        <p:spPr>
          <a:xfrm>
            <a:off x="1373981" y="7938"/>
            <a:ext cx="2286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pic>
        <p:nvPicPr>
          <p:cNvPr id="1743" name="Google Shape;1743;g23d4a897f4b_0_62"/>
          <p:cNvPicPr preferRelativeResize="0"/>
          <p:nvPr/>
        </p:nvPicPr>
        <p:blipFill rotWithShape="1">
          <a:blip r:embed="rId5">
            <a:alphaModFix/>
          </a:blip>
          <a:srcRect b="0" l="0" r="0" t="0"/>
          <a:stretch/>
        </p:blipFill>
        <p:spPr>
          <a:xfrm>
            <a:off x="1471613" y="1981201"/>
            <a:ext cx="2014538" cy="2564606"/>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pic>
        <p:nvPicPr>
          <p:cNvPr descr="https://admissionblog.usc.edu/files/2013/05/Question-Mark.jpg" id="1748" name="Google Shape;1748;g23d4a897f4b_0_74"/>
          <p:cNvPicPr preferRelativeResize="0"/>
          <p:nvPr/>
        </p:nvPicPr>
        <p:blipFill rotWithShape="1">
          <a:blip r:embed="rId3">
            <a:alphaModFix/>
          </a:blip>
          <a:srcRect b="0" l="0" r="0" t="0"/>
          <a:stretch/>
        </p:blipFill>
        <p:spPr>
          <a:xfrm>
            <a:off x="4128668" y="2034745"/>
            <a:ext cx="742950" cy="927609"/>
          </a:xfrm>
          <a:prstGeom prst="rect">
            <a:avLst/>
          </a:prstGeom>
          <a:noFill/>
          <a:ln>
            <a:noFill/>
          </a:ln>
        </p:spPr>
      </p:pic>
      <p:sp>
        <p:nvSpPr>
          <p:cNvPr id="1749" name="Google Shape;1749;g23d4a897f4b_0_74"/>
          <p:cNvSpPr txBox="1"/>
          <p:nvPr>
            <p:ph type="title"/>
          </p:nvPr>
        </p:nvSpPr>
        <p:spPr>
          <a:xfrm>
            <a:off x="1028700" y="685800"/>
            <a:ext cx="7738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sz="3800"/>
              <a:t>Loading Code and Data into Memory</a:t>
            </a:r>
            <a:endParaRPr sz="3800"/>
          </a:p>
        </p:txBody>
      </p:sp>
      <p:sp>
        <p:nvSpPr>
          <p:cNvPr id="1750" name="Google Shape;1750;g23d4a897f4b_0_74"/>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1751" name="Google Shape;1751;g23d4a897f4b_0_74"/>
          <p:cNvPicPr preferRelativeResize="0"/>
          <p:nvPr/>
        </p:nvPicPr>
        <p:blipFill rotWithShape="1">
          <a:blip r:embed="rId4">
            <a:alphaModFix/>
          </a:blip>
          <a:srcRect b="0" l="0" r="0" t="0"/>
          <a:stretch/>
        </p:blipFill>
        <p:spPr>
          <a:xfrm>
            <a:off x="1485900" y="2006294"/>
            <a:ext cx="2014538" cy="2564606"/>
          </a:xfrm>
          <a:prstGeom prst="rect">
            <a:avLst/>
          </a:prstGeom>
          <a:noFill/>
          <a:ln>
            <a:noFill/>
          </a:ln>
        </p:spPr>
      </p:pic>
      <p:pic>
        <p:nvPicPr>
          <p:cNvPr id="1752" name="Google Shape;1752;g23d4a897f4b_0_74"/>
          <p:cNvPicPr preferRelativeResize="0"/>
          <p:nvPr/>
        </p:nvPicPr>
        <p:blipFill rotWithShape="1">
          <a:blip r:embed="rId5">
            <a:alphaModFix/>
          </a:blip>
          <a:srcRect b="0" l="0" r="0" t="0"/>
          <a:stretch/>
        </p:blipFill>
        <p:spPr>
          <a:xfrm>
            <a:off x="4085900" y="1343350"/>
            <a:ext cx="3164150" cy="4620325"/>
          </a:xfrm>
          <a:prstGeom prst="rect">
            <a:avLst/>
          </a:prstGeom>
          <a:noFill/>
          <a:ln>
            <a:noFill/>
          </a:ln>
        </p:spPr>
      </p:pic>
      <p:cxnSp>
        <p:nvCxnSpPr>
          <p:cNvPr id="1753" name="Google Shape;1753;g23d4a897f4b_0_74"/>
          <p:cNvCxnSpPr>
            <a:stCxn id="1751" idx="3"/>
          </p:cNvCxnSpPr>
          <p:nvPr/>
        </p:nvCxnSpPr>
        <p:spPr>
          <a:xfrm flipH="1" rot="10800000">
            <a:off x="3500438" y="2391897"/>
            <a:ext cx="1986000" cy="896700"/>
          </a:xfrm>
          <a:prstGeom prst="straightConnector1">
            <a:avLst/>
          </a:prstGeom>
          <a:noFill/>
          <a:ln cap="flat" cmpd="sng" w="38100">
            <a:solidFill>
              <a:schemeClr val="dk1"/>
            </a:solidFill>
            <a:prstDash val="solid"/>
            <a:round/>
            <a:headEnd len="sm" w="sm" type="none"/>
            <a:tailEnd len="med" w="med" type="stealth"/>
          </a:ln>
        </p:spPr>
      </p:cxnSp>
      <p:cxnSp>
        <p:nvCxnSpPr>
          <p:cNvPr id="1754" name="Google Shape;1754;g23d4a897f4b_0_74"/>
          <p:cNvCxnSpPr>
            <a:stCxn id="1751" idx="3"/>
          </p:cNvCxnSpPr>
          <p:nvPr/>
        </p:nvCxnSpPr>
        <p:spPr>
          <a:xfrm>
            <a:off x="3500438" y="3288597"/>
            <a:ext cx="1986000" cy="551100"/>
          </a:xfrm>
          <a:prstGeom prst="straightConnector1">
            <a:avLst/>
          </a:prstGeom>
          <a:noFill/>
          <a:ln cap="flat" cmpd="sng" w="38100">
            <a:solidFill>
              <a:schemeClr val="dk1"/>
            </a:solidFill>
            <a:prstDash val="solid"/>
            <a:round/>
            <a:headEnd len="sm" w="sm" type="none"/>
            <a:tailEnd len="med" w="med" type="stealth"/>
          </a:ln>
        </p:spPr>
      </p:cxnSp>
      <p:sp>
        <p:nvSpPr>
          <p:cNvPr descr="data:image/jpeg;base64,/9j/4AAQSkZJRgABAQAAAQABAAD/2wCEAAkGBw8QEBAQDxIQDw8QEBAUDxAPDxAPDg0QFBEWFxQVFBQYHCggGBolGxYUIjEiJTUsLi8uFx8zODQtNygtLysBCgoKDg0OGxAQGzQmICQsLCw3LzIsLCwsNCwsLCwsLCwsLCwtLCw0MDctLC4sLCwsLCwsLCw0LCwsLCwsLCwsN//AABEIAOEA4QMBEQACEQEDEQH/xAAcAAEAAQUBAQAAAAAAAAAAAAAAAQIDBQYHBAj/xABFEAABAwIDBAcEBwUFCQAAAAABAAIDBBEFEiEGMUFRBxMiYXGBkRQyQqEjUmJykrHBFYKTstEzQ3Oi4RYkRFNjs8Lw8f/EABsBAQACAwEBAAAAAAAAAAAAAAADBAECBQYH/8QANREBAAIBAgQDBgYCAQUBAAAAAAECAwQRBRIhMUFRoSJhcYGR4RMUscHR8AYy8SNCUmKyFf/aAAwDAQACEQMRAD8A7igICAgICAgICAgICAgICAgICAgICAgICAgICAgICAgICAgICAgIIc4DU6AbydwCDWsV29wynJaZxK8fDADL5Zh2QfNQW1GOvi6mDg+syxvFNo9/T07+jAy9LdJ8NPUuH2uqaf5iovzlfJfr/jefxvHr/EJi6WqP44Klv3RE7/yCRrK+MMW/xvP4Xr6/wzWH9IWFzEDr+qceE7HRj8RGX5qWupxz4qWXgusx9eTf4Tv6d/RssE7JGh8bmvYdzmODmnwIU0TE9nMtS1J2tG0riy1EBAQEBAQEBAQEBAQEBAQEBAQEBAQYHavaqnw+PNKc8rv7KFpGeQ8/st5k/PcosuauOOq/oOH5dZbavSI7z4R9/c4vtJtbWV7j1ryyG/ZgjJbEBwzfXPefKy5mTNbJ3e10fDsGlj2I6+c9/t8mBUS8ICMiD2YZilRSuz08skLuOR1mu+83c7zW1b2rO8SgzafFnry5KxLpey3Si1xbFiDQwmwFRGOwT/1GfD4jTuCvYtXv0v8AV5rXf4/NYm+nnf8A9Z7/ACn9p+sulRSNe0OaQ5rgC1zSC1wO4gjeFdid3mZiaztPdWjAgICAgICAgICAgICAgICAgICDA7YbSxYdAZHWdK64givrI/v5NGlz/UKLLljHXdf4foL6zJyx0rHefL7+X8OB4niMtTK+edxfI83JO4DgAOAHALk2tNp3l77DhphpGOkbRDyrVKICAgICAg27YTbSSgeIpS59G49pu90BJ1fH3c28fHfYwZ5xztPZx+KcLrq689Ol49fdP7T+zuVPOyRjXxuD2PaHMc03a5pFwQV1IneN4eHtS1LTW0bTC4stRAQEBAQEBAQEBAQEBAQEBB4MbxWKkgfPKeywaAe89x91re8laZLxSvNKxpNLk1OWMWPvPpHjMvn/AGmxuWtqHTSnuY0HsxtG5re4fM3PFci95vPNL6FptLj0uOMWPtHj5z5sStU4sMiCzPVMZ7xseW8reuO1uytm1eHD/vLz/tWL7XopPy91T/8AWwe/6PTT1LJNGG55cfRaWx2r3haxazDl6Vt+y6o1pKAg6R0S7UGN/sEx+jkJNMSfck3uZ4O1I7781d0uXaeSXm+PaDnr+Zp3jv8ADz+X6fB1xdB5EQEBAQEBAQEBAQEBAQEBAQcY6UdoDPUmBh+hpSW6HR8+558vd8nc1y9Vk5r8sdo/V7rgWjjBp/xbR7V//nw+vf6NBVd1xAQemkwPEKvs0VNLNzkADIm93WPIbfuurODDNus9nG4nxKuD/p1n2v0VzdFeO2zeyhxO8Cppi4f59fJXeSYeZnVUmd5lrGL4FWUjstVTzQEmwMkbmsefsu3O8isTGySt627S8cbTf8u5apYZ6inc4WfqeDuJ7nc/FVsuKJ6w7Wi11q+xknp+j0qq7ggqikc1zXNJa5pDmuGha4G4I807dmLRFomJ7S+jtlsXFZSQVA3vZ2wPhkacrx4ZgfKy7GK/PWJfOdbpp0+e2Lynp8PD0ZVSKogICAgICAgICAgICAgIMftBiPstLPUaXiic5oO5z7dgebrDzWmS3LWbLGkwfj56YvOYj5ePo+Y8QxYB5Bu83Je6+uYm537zzXMphm0by9xqeJUxX/DrG8R6e6EQ1kbtzhfkdD81i2K0N8Wvw5PHb4r6iXInfs9uDYa+qqIaaP3pnht9+Ru9zrdzQT5Lelee0VQ6rURgw2yz4R/x6vpHD6KOCKOGIZY4mNawcgBbU8T3rsRERG0PnOTJbJeb27z1ehZaLNXSxzMdHKxksbxZ7JGh7HDkWnQoROziXSP0bNo71dED7KT9NDcuNKSdHNO8x8NdW9492C9dusOppM8X9i3dowswKKXRrCqCTNfuKp5Y2s9Bosk2x7T4LijWxB1voUryYqqnP93IyRvhI0tIHmweqv6O3SYeT/yPFtkpk84mPp/y6WrrzYgICAgICAgICAgICAgIMFtpgUlfRyUscwp3PLDnLOsFmuDrWuLaga8FpekWjaVjTai2DJ+JXv19ejgmPdF+LUlz1PtUY+OlJlP8Owf8io5pMLtNVjt7mmSMLSWuBa5ps5rgQ5p5EHctViJiey5DVPZ7riByOo9CtJpFu8JcefJj/wBZ2dx6GtmKhl8Qq2CPPHlpmEESFriCZSD7oIFhzBJ3WvvhwRWeZW4jxO+fHGGfPfd1ZWXGEBBbnhbIxzHgOY9pa9pFw5rhYgjkQjMTMTvD5d2qw11JWVFKSSIZXBpJ1MZ7UZPflLVSv0nZ6fBb8SkX820bE9HlVWME0p9mp32LHOaXSyt5sZpofrHyBWsYJydZ6Q2txXHpN61jmt6fOf2dFpOjTC2Cz2zTHi58zmk+TMoU8aXHDnZOO6u07xMR8I/ndbr+jHDZB9EZoHcC2TrG+Yfe/kQsW0mOe3Rti4/qqz7W1vlt+mzzbBbLVWHYhM15EtPLTOyTMBDXPbKyzXN+F1i429CbFa4MNsd537bJeJ8Qw6zS1mvS0W7e6Yn6ujK28+ICAgICAgICAgICAgICAgIMXjWztFWjLV08U+lg57B1jR9l47TfIrExEtq3tXtLVcO6JcLgqm1LRK9rNWU8rxJA1+ljqMxA5OJ1WvJG6W2pvNdm/LdAICAgIOU4ns5HWbQVL5Wh0FOymdM0i4llMTerY7mLAE9zbcVXmnNkl141E4dFWI7zM7fDfq6F1ysOQjrkDrkFTZ7IMhDIHAEf+lBWgICAgICAgICAgICAgICAgICAgICAgolkaxrnOIa1oJc4mwa0C5JPKyMxEzO0NB2axBs7airH/FVUr230PVstHGD+6wepUWKeaJt5yu6/HOK9cU/9tY+s9Z9ZZn2lSqKPaUD2hBUKhBlMGmzZxysfz/0QZNAQEBAQEBAQEBAQEBAQEBAQEBAQEFueZkbXPkc1jGglznENa0DeSTuCxMxHWW1a2tMVrG8y410hbf8AteampCRTX+kk1Dqm3ADgzu48dNDQz6jm9mvZ63hnCYwbZc3W3hHhH39IXdgq69KWX1jkeD4O7QPzPop9LO9NvJyuPY5rqef/AMoj06Nk9pVlxT2lBIqEFYqEGf2YuRI7h2QPHUn8wgzqAgICAgICAgICAgICAgICAgICAgxO0W0NNQR9ZUPtcHJG2xllI4Nb6a7hdR5MlaRvK1pNHl1V+XHHxnwj4/3dxDa/bSpxFxa49VTA9iBp0PJzz8R+Q4Bc/Lmtkn3PYaLh+LSR7PW3n/HlHr5taUK+y2zeKezzXd/ZyANf3a9l3lr5EqfBk5Lde0ubxTR/mcPs/wC1esfvH98W+e08ium8RPR6MPq4cxE2Y3tlyuy+KDLyYW2RuamkufqSG3o4D80FwYDLlv1jQ7kWm3qCg2fBqdscLWAgkavPN53/ANPJB7kBAQEBAQEBAQEBAQEBAQEBAQEGsba7Xx4ewNaBLVSD6KK+jRuzycm7+82sOJEGbNGOPe6nDeGX1lt56UjvP7R7/wBHCsZxWaqldLM8yPdvcePIAfC0cAFzrWm07y9jjxY8NIx442iP7u8Cw3FgFkZnBMVma5kIa6YOIaxjAXS3O4MHHwVjDntX2e8ONxLhuLLE5Ynlt4z4T8f5/Vt1Zh08bi2RhY4WuCRpcX3g2Pkui8g9GGV0sYOt8tuOpHFBsuGY4H2BKDZsLaCXvudQ0W+Eb9fH+iDIoCAgICAgICAgICAgICAgICAgxO0+NsoaaSofqRpGy9utlPut/U9wKjy5IpXmWtFpbarNGOPnPlHjP98Xz3jGIyTySSyuL5ZXEvcfyHIAWAHJcqZm07y9/XHTDjjHSNohjUaiAgyOA4HU10ohpmZ3aZnHSOJv1nu4D5ngCt6Y7XnaFbU6vHp682Sfl4y7lsZsTT4c3MPpqpws+dw3Di2MfC35njwA6OPDWnxeQ1vEMmqnr0r5JrnMkkc42N9B4AWClUGNqMChk1acjjy3HyQRhuAmF93NBb9YEkX7wdyDYpZjCGvbuBAcOBaUGWhlD2hzdQUFaAgICAgICAgICAgICAgICAg450v4wZKplK09inYHPHOWQX18GZfxFc/V33ty+T1/ANPyYZyz3tPpH3/RzmZ1yq0Ozeeq2stS6DN7JbNzYjUCGPssaA6aUi7YWX+bjwHHXgCRJixTedlLW6yulx80957R/fB9AYDglPQwtgpmZWDVzjrJK7i57uJ/+Cw0XSrWKxtDxmfPkz358k7y98wJa62/KbeNlshc6diFjvQXI8S70HoZjLhuKCv9tXBDzcEWQZPA8Qy6HVp393eg2UFBKAgICAgICAgICAgICAgIBQfNGOV/tFTUT3v1s0jm/cLjkHk2w8lx7zzWmX0TTY/wsNMflER8/H1YklGZlCG5dGH0D0X4Q2mw6E2+kqR18h4nOOwPAMy6c7810sFeWkPF8Uzzl1NvKOn0+7bVM54g57jWEsE8osdX3FiR73at80GOfgjt4Jb4k39EFDMKdfVzvVBmKGiiY0gtzZhZxdqSOXcgyUVVCwWDWi3IBBsOFSF0TXHjmt4ZjZB60BAQEBAQEBAQEBAQEBAQY/aKp6mjqpRvjp5nDxbGSPmtbztWZT6anPmpXzmI9XzMTYa6WHkuQ+g2tEdZWgVlFExPYRlVDEXuaxvvPc1rfFxsPzWYjedmtrRWJtPg+qKeIMY1jdGsa1re4AWC68Pn0zvO8riMCDUsWnAme/gTa/gAP0+aDxmVBadI0IIdU30ZqePIeJQZjCtnoZWMlkdI4m92BwbHcOI4C/Dmg2VjA0BrQAAAABoABuAQVICAgICAgICAgICAgICAgxu0mGuqqSenY8RumjLA9zS4NvvuARwutb15qzCbT5vwctcm2+07uIYv0O4vclklLUNHutbI+J34XNsPVRVwxXsvZeI2zT7f2atXbA4zT6voqjT/AJIbUf8AaLkmksV1FfCWGkbVRvEb2yskcQGxvjcHuJNgA0i5N1pOOs+C3TW5Yjpd03YDo7xOSaCpq2tpIY5YpMkrT7TKGODsvVg9i9iO1YjkVmunjfdpl4veaTTvvEw7srLiCC1UuIY8jeGOI8QNEGnPaHjXigx0uGuvpI8DlcIKBhw+NzneJt+SCt8obZrbAcgg3XZ0/wC7Rnnn/nKDJICAgICAgICAgICAgICAgICC3UVDI2l8jmsY0Xc97g1rRzJOgWJmI6y2rS155axvMtMxDpTwuJ2VpmqLEgugiBYLd7y2/ldQTqaR73Ux8F1N43navxn+Il7cE2/wyse2NkvVyk9hk7ercSdLNd7pOu4G62pnpZDn4ZqMMc0xvHnHX7+jalM54gIBQafJHkc9g3Nc4DwBICCw9yDxVc2UEncBqgxEL3PdfhwQdRwqLJBE3lG2/iRc/NB6kBAQEBAQEBAQEBAQEBAQEGqbc7ZMw9oYwNkqpG3Yx3uRt3Z321tcGw42O5V8+eMfSO7rcL4XbWTzWnakePn7o/vRxTaPaGqrHXqJXSWNw33Y2dzWDQeO/vVGb2v1tL1VNPh00cmGu3nPjPxnv+zCrDKEY3dr6Itq31Ub6OocXzQNDonuN3SQ3tZx4lpIF+ThyV7T5JtHLLzHF9HXFaMtI6T3+P3dGVlxhAQalXn6WT77vzQeKQoMNi0m5vM6+AQKOPcBxQdSaLADkglAQEBAQEBAQEBAQEBAQEBB83bZ4m6evq3uP9/IxvcyNxYwejR81y8m9rzL3WimuLTUrHlE/OessC4rTZPvv1QghZYbj0SveMWgDdzmTiT7nVOP8waptPvzw5vFtvytt/d+v8bvoBdB5EQEGoVx+ll/xH/zFB4ZigwNS7NKeQsEGTwtl5Ixzewf5gg6QgICAgICAgICCm6BdAugXQLoF0C6BdB859IeGOpMRqWuBDZZHTxE7nMlcXaeDi5v7qpXptaXp9JqefBX3Rt9GuRvDrgbxrbiR3KK9PFewZ4n2ZFGtiMOu9DOzb4w+vmaW9azJTNcLExkguktyNmgdwJ3EK5p8e3tS83xjVxeYw1nt3+Pk6jmVpxDMgh8gAJO4C5QafVvu97vrOcfC5ug8E8gQYeMdo95QZvAmXnhA+u0/h1P5IN+ugXQLoF0C6BdBKBdAugt5kEZkEZ0DOgZ0EZ0EdYgjrEGv7Y7MU2Jw9VNdkjLmGdgBkhcd/3mmwu3jYbiARrasW7psOa2Kd4cYxXoqxeJ/wBC2OqbfsvimZGbcCWyFpB8L+Kj/DldjWVn3PfgnRZistjVSQUjOOYiom/Cw5T+Jafl4lLHFslI2jr8XQsC6OcOpi18gfVytNwZyOrB7om6H97Mt64KVV83E9RljbfaPd/d26dapnPOuQOtQeDGaqzA0b3HXwH+tkGqVk5QMLpHSNnld7kUUlvtSZDYeW/0QYmMaoNl2XZ9MD9Vjj+n6oNvzoGZBIcgkOQTmQLoJugXQLoLN0EEoKS5BSXIKS9BS6RBbMyC26oQeeSutz9EHnfituDvRBb/AGwOTvRBUMUvwd6ILra8ngfRBcbVFBdbOUGPxJxcb8AEGAla57srRckgDzPFBss7GQ0rox9RzRze5w1P5lBqMcJvuQbFgcgie5z9OwQNLkm45IM5DiDXcx42Qetr0FQcgnMgnMgnMgkOQTdAzIKbIIsgpIQQWoKSxBTkQQY0FBiCCkwjkgpMA5D0QUGAcggpMQ5IIyBBSbILM7xlIBDTwJ3IPEMTjb2X2DvEEHwKC43FmAWblHhYIMdjFdnYC0Fzmn3W6kg79PRBiI6943xS/wANx/RB6Bi/OOX+E/8AogvxYxwDJSf8N/8ARBs+H1B6tt99te65vZB7BKgqEiCsPQVByCQ5BVmQTdBcIQRZAsgjKgjKgZUEFqCksQRkQQY0EGNBT1SCDCgo9mQWpKFrt4ug8FRs1TP96MeIJafkg8/+x9Nw60eErv1QXqbZiCM3bnJ5ueXIPa3CmBBcbQBBcbRhBUKZBWIEEiFBPVoKhGgkMQTkQTlQXrIFkCyCLIFkCyBZBGVAyoGVALUEZUDIgZUEZUDIgZEE5EDKgZUE5UDKgnKgZUDKgZUDKgnKgZUFSAgIFkEIJsgiyBZAsgWQLIFkCyBZAsgWQLIFkCyBZBNkCyBZAQLICAgWQLIJQEBBCAgICAgICAgICAgFAQEBAQEBAQSgICAgICAg/9k=" id="1755" name="Google Shape;1755;g23d4a897f4b_0_74"/>
          <p:cNvSpPr/>
          <p:nvPr/>
        </p:nvSpPr>
        <p:spPr>
          <a:xfrm>
            <a:off x="1259681" y="-144463"/>
            <a:ext cx="2286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
        <p:nvSpPr>
          <p:cNvPr descr="data:image/jpeg;base64,/9j/4AAQSkZJRgABAQAAAQABAAD/2wCEAAkGBw8QEBAQDxIQDw8QEBAUDxAPDxAPDg0QFBEWFxQVFBQYHCggGBolGxYUIjEiJTUsLi8uFx8zODQtNygtLysBCgoKDg0OGxAQGzQmICQsLCw3LzIsLCwsNCwsLCwsLCwsLCwtLCw0MDctLC4sLCwsLCwsLCw0LCwsLCwsLCwsN//AABEIAOEA4QMBEQACEQEDEQH/xAAcAAEAAQUBAQAAAAAAAAAAAAAAAQIDBQYHBAj/xABFEAABAwIDBAcEBwUFCQAAAAABAAIDBBEFEiEGMUFRBxMiYXGBkRQyQqEjUmJykrHBFYKTstEzQ3Oi4RYkRFNjs8Lw8f/EABsBAQACAwEBAAAAAAAAAAAAAAADBAECBQYH/8QANREBAAIBAgQDBgYCAQUBAAAAAAECAwQRBRIhMUFRoSJhcYGR4RMUscHR8AYy8SNCUmKyFf/aAAwDAQACEQMRAD8A7igICAgICAgICAgICAgICAgICAgICAgICAgICAgICAgICAgICAgIIc4DU6AbydwCDWsV29wynJaZxK8fDADL5Zh2QfNQW1GOvi6mDg+syxvFNo9/T07+jAy9LdJ8NPUuH2uqaf5iovzlfJfr/jefxvHr/EJi6WqP44Klv3RE7/yCRrK+MMW/xvP4Xr6/wzWH9IWFzEDr+qceE7HRj8RGX5qWupxz4qWXgusx9eTf4Tv6d/RssE7JGh8bmvYdzmODmnwIU0TE9nMtS1J2tG0riy1EBAQEBAQEBAQEBAQEBAQEBAQEBAQYHavaqnw+PNKc8rv7KFpGeQ8/st5k/PcosuauOOq/oOH5dZbavSI7z4R9/c4vtJtbWV7j1ryyG/ZgjJbEBwzfXPefKy5mTNbJ3e10fDsGlj2I6+c9/t8mBUS8ICMiD2YZilRSuz08skLuOR1mu+83c7zW1b2rO8SgzafFnry5KxLpey3Si1xbFiDQwmwFRGOwT/1GfD4jTuCvYtXv0v8AV5rXf4/NYm+nnf8A9Z7/ACn9p+sulRSNe0OaQ5rgC1zSC1wO4gjeFdid3mZiaztPdWjAgICAgICAgICAgICAgICAgICDA7YbSxYdAZHWdK64givrI/v5NGlz/UKLLljHXdf4foL6zJyx0rHefL7+X8OB4niMtTK+edxfI83JO4DgAOAHALk2tNp3l77DhphpGOkbRDyrVKICAgICAg27YTbSSgeIpS59G49pu90BJ1fH3c28fHfYwZ5xztPZx+KcLrq689Ol49fdP7T+zuVPOyRjXxuD2PaHMc03a5pFwQV1IneN4eHtS1LTW0bTC4stRAQEBAQEBAQEBAQEBAQEBB4MbxWKkgfPKeywaAe89x91re8laZLxSvNKxpNLk1OWMWPvPpHjMvn/AGmxuWtqHTSnuY0HsxtG5re4fM3PFci95vPNL6FptLj0uOMWPtHj5z5sStU4sMiCzPVMZ7xseW8reuO1uytm1eHD/vLz/tWL7XopPy91T/8AWwe/6PTT1LJNGG55cfRaWx2r3haxazDl6Vt+y6o1pKAg6R0S7UGN/sEx+jkJNMSfck3uZ4O1I7781d0uXaeSXm+PaDnr+Zp3jv8ADz+X6fB1xdB5EQEBAQEBAQEBAQEBAQEBAQcY6UdoDPUmBh+hpSW6HR8+558vd8nc1y9Vk5r8sdo/V7rgWjjBp/xbR7V//nw+vf6NBVd1xAQemkwPEKvs0VNLNzkADIm93WPIbfuurODDNus9nG4nxKuD/p1n2v0VzdFeO2zeyhxO8Cppi4f59fJXeSYeZnVUmd5lrGL4FWUjstVTzQEmwMkbmsefsu3O8isTGySt627S8cbTf8u5apYZ6inc4WfqeDuJ7nc/FVsuKJ6w7Wi11q+xknp+j0qq7ggqikc1zXNJa5pDmuGha4G4I807dmLRFomJ7S+jtlsXFZSQVA3vZ2wPhkacrx4ZgfKy7GK/PWJfOdbpp0+e2Lynp8PD0ZVSKogICAgICAgICAgICAgIMftBiPstLPUaXiic5oO5z7dgebrDzWmS3LWbLGkwfj56YvOYj5ePo+Y8QxYB5Bu83Je6+uYm537zzXMphm0by9xqeJUxX/DrG8R6e6EQ1kbtzhfkdD81i2K0N8Wvw5PHb4r6iXInfs9uDYa+qqIaaP3pnht9+Ru9zrdzQT5Lelee0VQ6rURgw2yz4R/x6vpHD6KOCKOGIZY4mNawcgBbU8T3rsRERG0PnOTJbJeb27z1ehZaLNXSxzMdHKxksbxZ7JGh7HDkWnQoROziXSP0bNo71dED7KT9NDcuNKSdHNO8x8NdW9492C9dusOppM8X9i3dowswKKXRrCqCTNfuKp5Y2s9Bosk2x7T4LijWxB1voUryYqqnP93IyRvhI0tIHmweqv6O3SYeT/yPFtkpk84mPp/y6WrrzYgICAgICAgICAgICAgIMFtpgUlfRyUscwp3PLDnLOsFmuDrWuLaga8FpekWjaVjTai2DJ+JXv19ejgmPdF+LUlz1PtUY+OlJlP8Owf8io5pMLtNVjt7mmSMLSWuBa5ps5rgQ5p5EHctViJiey5DVPZ7riByOo9CtJpFu8JcefJj/wBZ2dx6GtmKhl8Qq2CPPHlpmEESFriCZSD7oIFhzBJ3WvvhwRWeZW4jxO+fHGGfPfd1ZWXGEBBbnhbIxzHgOY9pa9pFw5rhYgjkQjMTMTvD5d2qw11JWVFKSSIZXBpJ1MZ7UZPflLVSv0nZ6fBb8SkX820bE9HlVWME0p9mp32LHOaXSyt5sZpofrHyBWsYJydZ6Q2txXHpN61jmt6fOf2dFpOjTC2Cz2zTHi58zmk+TMoU8aXHDnZOO6u07xMR8I/ndbr+jHDZB9EZoHcC2TrG+Yfe/kQsW0mOe3Rti4/qqz7W1vlt+mzzbBbLVWHYhM15EtPLTOyTMBDXPbKyzXN+F1i429CbFa4MNsd537bJeJ8Qw6zS1mvS0W7e6Yn6ujK28+ICAgICAgICAgICAgICAgIMXjWztFWjLV08U+lg57B1jR9l47TfIrExEtq3tXtLVcO6JcLgqm1LRK9rNWU8rxJA1+ljqMxA5OJ1WvJG6W2pvNdm/LdAICAgIOU4ns5HWbQVL5Wh0FOymdM0i4llMTerY7mLAE9zbcVXmnNkl141E4dFWI7zM7fDfq6F1ysOQjrkDrkFTZ7IMhDIHAEf+lBWgICAgICAgICAgICAgICAgICAgICAgolkaxrnOIa1oJc4mwa0C5JPKyMxEzO0NB2axBs7airH/FVUr230PVstHGD+6wepUWKeaJt5yu6/HOK9cU/9tY+s9Z9ZZn2lSqKPaUD2hBUKhBlMGmzZxysfz/0QZNAQEBAQEBAQEBAQEBAQEBAQEBAQEFueZkbXPkc1jGglznENa0DeSTuCxMxHWW1a2tMVrG8y410hbf8AteampCRTX+kk1Dqm3ADgzu48dNDQz6jm9mvZ63hnCYwbZc3W3hHhH39IXdgq69KWX1jkeD4O7QPzPop9LO9NvJyuPY5rqef/AMoj06Nk9pVlxT2lBIqEFYqEGf2YuRI7h2QPHUn8wgzqAgICAgICAgICAgICAgICAgICAgxO0W0NNQR9ZUPtcHJG2xllI4Nb6a7hdR5MlaRvK1pNHl1V+XHHxnwj4/3dxDa/bSpxFxa49VTA9iBp0PJzz8R+Q4Bc/Lmtkn3PYaLh+LSR7PW3n/HlHr5taUK+y2zeKezzXd/ZyANf3a9l3lr5EqfBk5Lde0ubxTR/mcPs/wC1esfvH98W+e08ium8RPR6MPq4cxE2Y3tlyuy+KDLyYW2RuamkufqSG3o4D80FwYDLlv1jQ7kWm3qCg2fBqdscLWAgkavPN53/ANPJB7kBAQEBAQEBAQEBAQEBAQEBAQEGsba7Xx4ewNaBLVSD6KK+jRuzycm7+82sOJEGbNGOPe6nDeGX1lt56UjvP7R7/wBHCsZxWaqldLM8yPdvcePIAfC0cAFzrWm07y9jjxY8NIx442iP7u8Cw3FgFkZnBMVma5kIa6YOIaxjAXS3O4MHHwVjDntX2e8ONxLhuLLE5Ynlt4z4T8f5/Vt1Zh08bi2RhY4WuCRpcX3g2Pkui8g9GGV0sYOt8tuOpHFBsuGY4H2BKDZsLaCXvudQ0W+Eb9fH+iDIoCAgICAgICAgICAgICAgICAgxO0+NsoaaSofqRpGy9utlPut/U9wKjy5IpXmWtFpbarNGOPnPlHjP98Xz3jGIyTySSyuL5ZXEvcfyHIAWAHJcqZm07y9/XHTDjjHSNohjUaiAgyOA4HU10ohpmZ3aZnHSOJv1nu4D5ngCt6Y7XnaFbU6vHp682Sfl4y7lsZsTT4c3MPpqpws+dw3Di2MfC35njwA6OPDWnxeQ1vEMmqnr0r5JrnMkkc42N9B4AWClUGNqMChk1acjjy3HyQRhuAmF93NBb9YEkX7wdyDYpZjCGvbuBAcOBaUGWhlD2hzdQUFaAgICAgICAgICAgICAgICAg450v4wZKplK09inYHPHOWQX18GZfxFc/V33ty+T1/ANPyYZyz3tPpH3/RzmZ1yq0Ozeeq2stS6DN7JbNzYjUCGPssaA6aUi7YWX+bjwHHXgCRJixTedlLW6yulx80957R/fB9AYDglPQwtgpmZWDVzjrJK7i57uJ/+Cw0XSrWKxtDxmfPkz358k7y98wJa62/KbeNlshc6diFjvQXI8S70HoZjLhuKCv9tXBDzcEWQZPA8Qy6HVp393eg2UFBKAgICAgICAgICAgICAgIBQfNGOV/tFTUT3v1s0jm/cLjkHk2w8lx7zzWmX0TTY/wsNMflER8/H1YklGZlCG5dGH0D0X4Q2mw6E2+kqR18h4nOOwPAMy6c7810sFeWkPF8Uzzl1NvKOn0+7bVM54g57jWEsE8osdX3FiR73at80GOfgjt4Jb4k39EFDMKdfVzvVBmKGiiY0gtzZhZxdqSOXcgyUVVCwWDWi3IBBsOFSF0TXHjmt4ZjZB60BAQEBAQEBAQEBAQEBAQY/aKp6mjqpRvjp5nDxbGSPmtbztWZT6anPmpXzmI9XzMTYa6WHkuQ+g2tEdZWgVlFExPYRlVDEXuaxvvPc1rfFxsPzWYjedmtrRWJtPg+qKeIMY1jdGsa1re4AWC68Pn0zvO8riMCDUsWnAme/gTa/gAP0+aDxmVBadI0IIdU30ZqePIeJQZjCtnoZWMlkdI4m92BwbHcOI4C/Dmg2VjA0BrQAAAABoABuAQVICAgICAgICAgICAgICAgxu0mGuqqSenY8RumjLA9zS4NvvuARwutb15qzCbT5vwctcm2+07uIYv0O4vclklLUNHutbI+J34XNsPVRVwxXsvZeI2zT7f2atXbA4zT6voqjT/AJIbUf8AaLkmksV1FfCWGkbVRvEb2yskcQGxvjcHuJNgA0i5N1pOOs+C3TW5Yjpd03YDo7xOSaCpq2tpIY5YpMkrT7TKGODsvVg9i9iO1YjkVmunjfdpl4veaTTvvEw7srLiCC1UuIY8jeGOI8QNEGnPaHjXigx0uGuvpI8DlcIKBhw+NzneJt+SCt8obZrbAcgg3XZ0/wC7Rnnn/nKDJICAgICAgICAgICAgICAgICC3UVDI2l8jmsY0Xc97g1rRzJOgWJmI6y2rS155axvMtMxDpTwuJ2VpmqLEgugiBYLd7y2/ldQTqaR73Ux8F1N43navxn+Il7cE2/wyse2NkvVyk9hk7ercSdLNd7pOu4G62pnpZDn4ZqMMc0xvHnHX7+jalM54gIBQafJHkc9g3Nc4DwBICCw9yDxVc2UEncBqgxEL3PdfhwQdRwqLJBE3lG2/iRc/NB6kBAQEBAQEBAQEBAQEBAQEGqbc7ZMw9oYwNkqpG3Yx3uRt3Z321tcGw42O5V8+eMfSO7rcL4XbWTzWnakePn7o/vRxTaPaGqrHXqJXSWNw33Y2dzWDQeO/vVGb2v1tL1VNPh00cmGu3nPjPxnv+zCrDKEY3dr6Itq31Ub6OocXzQNDonuN3SQ3tZx4lpIF+ThyV7T5JtHLLzHF9HXFaMtI6T3+P3dGVlxhAQalXn6WT77vzQeKQoMNi0m5vM6+AQKOPcBxQdSaLADkglAQEBAQEBAQEBAQEBAQEBB83bZ4m6evq3uP9/IxvcyNxYwejR81y8m9rzL3WimuLTUrHlE/OessC4rTZPvv1QghZYbj0SveMWgDdzmTiT7nVOP8waptPvzw5vFtvytt/d+v8bvoBdB5EQEGoVx+ll/xH/zFB4ZigwNS7NKeQsEGTwtl5Ixzewf5gg6QgICAgICAgICCm6BdAugXQLoF0C6BdB859IeGOpMRqWuBDZZHTxE7nMlcXaeDi5v7qpXptaXp9JqefBX3Rt9GuRvDrgbxrbiR3KK9PFewZ4n2ZFGtiMOu9DOzb4w+vmaW9azJTNcLExkguktyNmgdwJ3EK5p8e3tS83xjVxeYw1nt3+Pk6jmVpxDMgh8gAJO4C5QafVvu97vrOcfC5ug8E8gQYeMdo95QZvAmXnhA+u0/h1P5IN+ugXQLoF0C6BdBKBdAugt5kEZkEZ0DOgZ0EZ0EdYgjrEGv7Y7MU2Jw9VNdkjLmGdgBkhcd/3mmwu3jYbiARrasW7psOa2Kd4cYxXoqxeJ/wBC2OqbfsvimZGbcCWyFpB8L+Kj/DldjWVn3PfgnRZistjVSQUjOOYiom/Cw5T+Jafl4lLHFslI2jr8XQsC6OcOpi18gfVytNwZyOrB7om6H97Mt64KVV83E9RljbfaPd/d26dapnPOuQOtQeDGaqzA0b3HXwH+tkGqVk5QMLpHSNnld7kUUlvtSZDYeW/0QYmMaoNl2XZ9MD9Vjj+n6oNvzoGZBIcgkOQTmQLoJugXQLoLN0EEoKS5BSXIKS9BS6RBbMyC26oQeeSutz9EHnfituDvRBb/AGwOTvRBUMUvwd6ILra8ngfRBcbVFBdbOUGPxJxcb8AEGAla57srRckgDzPFBss7GQ0rox9RzRze5w1P5lBqMcJvuQbFgcgie5z9OwQNLkm45IM5DiDXcx42Qetr0FQcgnMgnMgnMgkOQTdAzIKbIIsgpIQQWoKSxBTkQQY0FBiCCkwjkgpMA5D0QUGAcggpMQ5IIyBBSbILM7xlIBDTwJ3IPEMTjb2X2DvEEHwKC43FmAWblHhYIMdjFdnYC0Fzmn3W6kg79PRBiI6943xS/wANx/RB6Bi/OOX+E/8AogvxYxwDJSf8N/8ARBs+H1B6tt99te65vZB7BKgqEiCsPQVByCQ5BVmQTdBcIQRZAsgjKgjKgZUEFqCksQRkQQY0EGNBT1SCDCgo9mQWpKFrt4ug8FRs1TP96MeIJafkg8/+x9Nw60eErv1QXqbZiCM3bnJ5ueXIPa3CmBBcbQBBcbRhBUKZBWIEEiFBPVoKhGgkMQTkQTlQXrIFkCyCLIFkCyBZBGVAyoGVALUEZUDIgZUEZUDIgZEE5EDKgZUE5UDKgnKgZUDKgZUDKgnKgZUFSAgIFkEIJsgiyBZAsgWQLIFkCyBZAsgWQLIFkCyBZBNkCyBZAQLICAgWQLIJQEBBCAgICAgICAgICAgFAQEBAQEBAQSgICAgICAg/9k=" id="1756" name="Google Shape;1756;g23d4a897f4b_0_74"/>
          <p:cNvSpPr/>
          <p:nvPr/>
        </p:nvSpPr>
        <p:spPr>
          <a:xfrm>
            <a:off x="1373981" y="7938"/>
            <a:ext cx="2286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Franklin"/>
              <a:ea typeface="Libre Franklin"/>
              <a:cs typeface="Libre Franklin"/>
              <a:sym typeface="Libre Frankli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sp>
        <p:nvSpPr>
          <p:cNvPr id="1761" name="Google Shape;1761;g23d4a897f4b_0_86"/>
          <p:cNvSpPr txBox="1"/>
          <p:nvPr>
            <p:ph type="title"/>
          </p:nvPr>
        </p:nvSpPr>
        <p:spPr>
          <a:xfrm>
            <a:off x="1079137" y="335650"/>
            <a:ext cx="7802700" cy="7854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chemeClr val="dk2"/>
              </a:buClr>
              <a:buSzPct val="100000"/>
              <a:buFont typeface="Libre Franklin"/>
              <a:buNone/>
            </a:pPr>
            <a:r>
              <a:rPr lang="en-US"/>
              <a:t>Loading Code and Data into Memory</a:t>
            </a:r>
            <a:endParaRPr/>
          </a:p>
        </p:txBody>
      </p:sp>
      <p:sp>
        <p:nvSpPr>
          <p:cNvPr id="1762" name="Google Shape;1762;g23d4a897f4b_0_86"/>
          <p:cNvSpPr txBox="1"/>
          <p:nvPr>
            <p:ph idx="12" type="sldNum"/>
          </p:nvPr>
        </p:nvSpPr>
        <p:spPr>
          <a:xfrm>
            <a:off x="7104552" y="6453386"/>
            <a:ext cx="1197300" cy="369300"/>
          </a:xfrm>
          <a:prstGeom prst="rect">
            <a:avLst/>
          </a:prstGeom>
          <a:noFill/>
          <a:ln>
            <a:noFill/>
          </a:ln>
        </p:spPr>
        <p:txBody>
          <a:bodyPr anchorCtr="0" anchor="ctr" bIns="45700" lIns="91425" spcFirstLastPara="1" rIns="91425" wrap="square" tIns="4570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1763" name="Google Shape;1763;g23d4a897f4b_0_86"/>
          <p:cNvPicPr preferRelativeResize="0"/>
          <p:nvPr/>
        </p:nvPicPr>
        <p:blipFill rotWithShape="1">
          <a:blip r:embed="rId3">
            <a:alphaModFix/>
          </a:blip>
          <a:srcRect b="0" l="0" r="0" t="0"/>
          <a:stretch/>
        </p:blipFill>
        <p:spPr>
          <a:xfrm>
            <a:off x="1550194" y="1828801"/>
            <a:ext cx="2014538" cy="2564606"/>
          </a:xfrm>
          <a:prstGeom prst="rect">
            <a:avLst/>
          </a:prstGeom>
          <a:noFill/>
          <a:ln>
            <a:noFill/>
          </a:ln>
        </p:spPr>
      </p:pic>
      <p:pic>
        <p:nvPicPr>
          <p:cNvPr id="1764" name="Google Shape;1764;g23d4a897f4b_0_86"/>
          <p:cNvPicPr preferRelativeResize="0"/>
          <p:nvPr/>
        </p:nvPicPr>
        <p:blipFill rotWithShape="1">
          <a:blip r:embed="rId4">
            <a:alphaModFix/>
          </a:blip>
          <a:srcRect b="0" l="0" r="0" t="0"/>
          <a:stretch/>
        </p:blipFill>
        <p:spPr>
          <a:xfrm>
            <a:off x="1150144" y="1219200"/>
            <a:ext cx="6843713" cy="3714750"/>
          </a:xfrm>
          <a:prstGeom prst="rect">
            <a:avLst/>
          </a:prstGeom>
          <a:noFill/>
          <a:ln>
            <a:noFill/>
          </a:ln>
        </p:spPr>
      </p:pic>
      <p:sp>
        <p:nvSpPr>
          <p:cNvPr id="1765" name="Google Shape;1765;g23d4a897f4b_0_86"/>
          <p:cNvSpPr txBox="1"/>
          <p:nvPr/>
        </p:nvSpPr>
        <p:spPr>
          <a:xfrm>
            <a:off x="5715000" y="4572000"/>
            <a:ext cx="2723400" cy="8928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C00000"/>
              </a:buClr>
              <a:buSzPts val="1300"/>
              <a:buFont typeface="Arial"/>
              <a:buChar char="•"/>
            </a:pPr>
            <a:r>
              <a:rPr b="1" i="0" lang="en-US" sz="1300" u="none" cap="none" strike="noStrike">
                <a:solidFill>
                  <a:srgbClr val="C00000"/>
                </a:solidFill>
                <a:latin typeface="Libre Franklin"/>
                <a:ea typeface="Libre Franklin"/>
                <a:cs typeface="Libre Franklin"/>
                <a:sym typeface="Libre Franklin"/>
              </a:rPr>
              <a:t>Stack is mandatory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C00000"/>
              </a:buClr>
              <a:buSzPts val="1300"/>
              <a:buFont typeface="Arial"/>
              <a:buChar char="•"/>
            </a:pPr>
            <a:r>
              <a:rPr b="1" i="0" lang="en-US" sz="1300" u="none" cap="none" strike="noStrike">
                <a:solidFill>
                  <a:srgbClr val="C00000"/>
                </a:solidFill>
                <a:latin typeface="Libre Franklin"/>
                <a:ea typeface="Libre Franklin"/>
                <a:cs typeface="Libre Franklin"/>
                <a:sym typeface="Libre Franklin"/>
              </a:rPr>
              <a:t>Heap is used only if dynamic allocation (e.g. </a:t>
            </a:r>
            <a:r>
              <a:rPr b="1" i="1" lang="en-US" sz="1300" u="none" cap="none" strike="noStrike">
                <a:solidFill>
                  <a:srgbClr val="C00000"/>
                </a:solidFill>
                <a:latin typeface="Libre Franklin"/>
                <a:ea typeface="Libre Franklin"/>
                <a:cs typeface="Libre Franklin"/>
                <a:sym typeface="Libre Franklin"/>
              </a:rPr>
              <a:t>malloc</a:t>
            </a:r>
            <a:r>
              <a:rPr b="1" i="0" lang="en-US" sz="1300" u="none" cap="none" strike="noStrike">
                <a:solidFill>
                  <a:srgbClr val="C00000"/>
                </a:solidFill>
                <a:latin typeface="Libre Franklin"/>
                <a:ea typeface="Libre Franklin"/>
                <a:cs typeface="Libre Franklin"/>
                <a:sym typeface="Libre Franklin"/>
              </a:rPr>
              <a:t>, </a:t>
            </a:r>
            <a:r>
              <a:rPr b="1" i="1" lang="en-US" sz="1300" u="none" cap="none" strike="noStrike">
                <a:solidFill>
                  <a:srgbClr val="C00000"/>
                </a:solidFill>
                <a:latin typeface="Libre Franklin"/>
                <a:ea typeface="Libre Franklin"/>
                <a:cs typeface="Libre Franklin"/>
                <a:sym typeface="Libre Franklin"/>
              </a:rPr>
              <a:t>calloc</a:t>
            </a:r>
            <a:r>
              <a:rPr b="1" i="0" lang="en-US" sz="1300" u="none" cap="none" strike="noStrike">
                <a:solidFill>
                  <a:srgbClr val="C00000"/>
                </a:solidFill>
                <a:latin typeface="Libre Franklin"/>
                <a:ea typeface="Libre Franklin"/>
                <a:cs typeface="Libre Franklin"/>
                <a:sym typeface="Libre Franklin"/>
              </a:rPr>
              <a:t>) is used.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2023-08-02T10:22:04Z</dcterms:created>
  <dc:creator>Michaelson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2017-02-14T00:00:00Z</vt:filetime>
  </property>
  <property fmtid="{D5CDD505-2E9C-101B-9397-08002B2CF9AE}" pid="3" name="Creator">
    <vt:lpwstr>Microsoft® PowerPoint® 2010</vt:lpwstr>
  </property>
  <property fmtid="{D5CDD505-2E9C-101B-9397-08002B2CF9AE}" pid="4" name="LastSaved">
    <vt:filetime>2023-08-02T00:00:00Z</vt:filetime>
  </property>
</Properties>
</file>